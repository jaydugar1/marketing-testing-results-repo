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7FFFFB10_93CD0D5F.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5" r:id="rId4"/>
    <p:sldMasterId id="2147483732" r:id="rId5"/>
    <p:sldMasterId id="2147483825" r:id="rId6"/>
  </p:sldMasterIdLst>
  <p:notesMasterIdLst>
    <p:notesMasterId r:id="rId30"/>
  </p:notesMasterIdLst>
  <p:handoutMasterIdLst>
    <p:handoutMasterId r:id="rId31"/>
  </p:handoutMasterIdLst>
  <p:sldIdLst>
    <p:sldId id="2147482383" r:id="rId7"/>
    <p:sldId id="2147483627" r:id="rId8"/>
    <p:sldId id="2147483630" r:id="rId9"/>
    <p:sldId id="2147482503" r:id="rId10"/>
    <p:sldId id="2147482381" r:id="rId11"/>
    <p:sldId id="2147482480" r:id="rId12"/>
    <p:sldId id="2147482477" r:id="rId13"/>
    <p:sldId id="2147482493" r:id="rId14"/>
    <p:sldId id="2147482652" r:id="rId15"/>
    <p:sldId id="2147482642" r:id="rId16"/>
    <p:sldId id="2147482650" r:id="rId17"/>
    <p:sldId id="2147482740" r:id="rId18"/>
    <p:sldId id="2147482741" r:id="rId19"/>
    <p:sldId id="2147482384" r:id="rId20"/>
    <p:sldId id="2147482465" r:id="rId21"/>
    <p:sldId id="2147482466" r:id="rId22"/>
    <p:sldId id="2147482474" r:id="rId23"/>
    <p:sldId id="2147482512" r:id="rId24"/>
    <p:sldId id="2147482489" r:id="rId25"/>
    <p:sldId id="2147482645" r:id="rId26"/>
    <p:sldId id="2147482639" r:id="rId27"/>
    <p:sldId id="2147482646" r:id="rId28"/>
    <p:sldId id="2147482651" r:id="rId29"/>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6F4F46B-CC13-0D58-5693-B5EADCE4572F}" name="Jennifer Stroik" initials="JS" userId="S::jennifer.stroik@edhc.com::5018a2d8-e23e-4fd3-9dcb-2ac69a6cc77b" providerId="AD"/>
  <p188:author id="{20D8A971-31B9-25C2-F671-FAA8822B4044}" name="Jay Dugar" initials="" userId="S::jay.dugar@edhc.com::8bea763c-9bc8-4878-bb2c-89530b5ed8f5" providerId="AD"/>
  <p188:author id="{658BF1B6-B8B6-2DCF-D8AF-0582F7CBE32E}" name="Sweta Patel" initials="SP" userId="S::sweta.patel@edhc.com::bcb3e19a-2204-43ef-ab9d-a94197f635a4" providerId="AD"/>
  <p188:author id="{5559E5EE-1EA2-CAB5-FC45-992DF97C911A}" name="Hope Copper" initials="HC" userId="S::hope.copper@edhc.com::ef4ee3b4-fb61-4d4a-b7b8-42f4e91723a7" providerId="AD"/>
  <p188:author id="{0E779BF3-6997-A3AA-06A1-83806916A34C}" name="Dickon Waterfield" initials="DW" userId="S::dickon.waterfield@edhc.com::c268db42-a69d-4739-9c34-b834e4abcf1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041"/>
    <a:srgbClr val="53C882"/>
    <a:srgbClr val="DAF2D0"/>
    <a:srgbClr val="929292"/>
    <a:srgbClr val="301E03"/>
    <a:srgbClr val="D0D0D0"/>
    <a:srgbClr val="C0E6F5"/>
    <a:srgbClr val="FFFFFF"/>
    <a:srgbClr val="8E8475"/>
    <a:srgbClr val="FFCA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19B3E4-7773-88CE-9B40-623C2407DE5C}" v="23" dt="2026-08-19T16:58:56.3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viewProps" Target="view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nifer Stroik" userId="5018a2d8-e23e-4fd3-9dcb-2ac69a6cc77b" providerId="ADAL" clId="{E7408386-6FCB-4649-B650-03D86A4958D9}"/>
    <pc:docChg chg="addSld modSld">
      <pc:chgData name="Jennifer Stroik" userId="5018a2d8-e23e-4fd3-9dcb-2ac69a6cc77b" providerId="ADAL" clId="{E7408386-6FCB-4649-B650-03D86A4958D9}" dt="2026-07-28T21:09:42.326" v="10"/>
      <pc:docMkLst>
        <pc:docMk/>
      </pc:docMkLst>
      <pc:sldChg chg="addSp modSp add mod">
        <pc:chgData name="Jennifer Stroik" userId="5018a2d8-e23e-4fd3-9dcb-2ac69a6cc77b" providerId="ADAL" clId="{E7408386-6FCB-4649-B650-03D86A4958D9}" dt="2026-07-28T21:09:35.570" v="9" actId="242"/>
        <pc:sldMkLst>
          <pc:docMk/>
          <pc:sldMk cId="1143485638" sldId="2147482740"/>
        </pc:sldMkLst>
        <pc:spChg chg="add mod">
          <ac:chgData name="Jennifer Stroik" userId="5018a2d8-e23e-4fd3-9dcb-2ac69a6cc77b" providerId="ADAL" clId="{E7408386-6FCB-4649-B650-03D86A4958D9}" dt="2026-07-28T21:09:35.570" v="9" actId="242"/>
          <ac:spMkLst>
            <pc:docMk/>
            <pc:sldMk cId="1143485638" sldId="2147482740"/>
            <ac:spMk id="7" creationId="{CD1D597A-4657-2E2B-491C-B6AD1F538F1D}"/>
          </ac:spMkLst>
        </pc:spChg>
      </pc:sldChg>
      <pc:sldChg chg="addSp modSp add">
        <pc:chgData name="Jennifer Stroik" userId="5018a2d8-e23e-4fd3-9dcb-2ac69a6cc77b" providerId="ADAL" clId="{E7408386-6FCB-4649-B650-03D86A4958D9}" dt="2026-07-28T21:09:42.326" v="10"/>
        <pc:sldMkLst>
          <pc:docMk/>
          <pc:sldMk cId="592672731" sldId="2147482741"/>
        </pc:sldMkLst>
        <pc:spChg chg="add mod">
          <ac:chgData name="Jennifer Stroik" userId="5018a2d8-e23e-4fd3-9dcb-2ac69a6cc77b" providerId="ADAL" clId="{E7408386-6FCB-4649-B650-03D86A4958D9}" dt="2026-07-28T21:09:42.326" v="10"/>
          <ac:spMkLst>
            <pc:docMk/>
            <pc:sldMk cId="592672731" sldId="2147482741"/>
            <ac:spMk id="7" creationId="{F75C2D40-AFAA-AAB9-1E12-5CDB5E9069F7}"/>
          </ac:spMkLst>
        </pc:spChg>
      </pc:sldChg>
    </pc:docChg>
  </pc:docChgLst>
  <pc:docChgLst>
    <pc:chgData name="Jay Dugar" userId="S::jay.dugar@edhc.com::8bea763c-9bc8-4878-bb2c-89530b5ed8f5" providerId="AD" clId="Web-{A719B3E4-7773-88CE-9B40-623C2407DE5C}"/>
    <pc:docChg chg="addSld delSld modSld">
      <pc:chgData name="Jay Dugar" userId="S::jay.dugar@edhc.com::8bea763c-9bc8-4878-bb2c-89530b5ed8f5" providerId="AD" clId="Web-{A719B3E4-7773-88CE-9B40-623C2407DE5C}" dt="2026-08-19T16:58:56.321" v="22" actId="1076"/>
      <pc:docMkLst>
        <pc:docMk/>
      </pc:docMkLst>
      <pc:sldChg chg="modSp">
        <pc:chgData name="Jay Dugar" userId="S::jay.dugar@edhc.com::8bea763c-9bc8-4878-bb2c-89530b5ed8f5" providerId="AD" clId="Web-{A719B3E4-7773-88CE-9B40-623C2407DE5C}" dt="2026-08-19T16:47:06.520" v="6" actId="20577"/>
        <pc:sldMkLst>
          <pc:docMk/>
          <pc:sldMk cId="1515421934" sldId="2147482503"/>
        </pc:sldMkLst>
        <pc:spChg chg="mod">
          <ac:chgData name="Jay Dugar" userId="S::jay.dugar@edhc.com::8bea763c-9bc8-4878-bb2c-89530b5ed8f5" providerId="AD" clId="Web-{A719B3E4-7773-88CE-9B40-623C2407DE5C}" dt="2026-08-19T16:47:06.520" v="6" actId="20577"/>
          <ac:spMkLst>
            <pc:docMk/>
            <pc:sldMk cId="1515421934" sldId="2147482503"/>
            <ac:spMk id="114" creationId="{00000000-0000-0000-0000-000000000000}"/>
          </ac:spMkLst>
        </pc:spChg>
      </pc:sldChg>
      <pc:sldChg chg="delSp modSp">
        <pc:chgData name="Jay Dugar" userId="S::jay.dugar@edhc.com::8bea763c-9bc8-4878-bb2c-89530b5ed8f5" providerId="AD" clId="Web-{A719B3E4-7773-88CE-9B40-623C2407DE5C}" dt="2026-08-19T16:58:56.321" v="22" actId="1076"/>
        <pc:sldMkLst>
          <pc:docMk/>
          <pc:sldMk cId="2192944404" sldId="2147482512"/>
        </pc:sldMkLst>
        <pc:spChg chg="mod">
          <ac:chgData name="Jay Dugar" userId="S::jay.dugar@edhc.com::8bea763c-9bc8-4878-bb2c-89530b5ed8f5" providerId="AD" clId="Web-{A719B3E4-7773-88CE-9B40-623C2407DE5C}" dt="2026-08-19T16:58:56.133" v="13" actId="1076"/>
          <ac:spMkLst>
            <pc:docMk/>
            <pc:sldMk cId="2192944404" sldId="2147482512"/>
            <ac:spMk id="104" creationId="{00000000-0000-0000-0000-000000000000}"/>
          </ac:spMkLst>
        </pc:spChg>
        <pc:spChg chg="mod">
          <ac:chgData name="Jay Dugar" userId="S::jay.dugar@edhc.com::8bea763c-9bc8-4878-bb2c-89530b5ed8f5" providerId="AD" clId="Web-{A719B3E4-7773-88CE-9B40-623C2407DE5C}" dt="2026-08-19T16:58:56.149" v="14" actId="1076"/>
          <ac:spMkLst>
            <pc:docMk/>
            <pc:sldMk cId="2192944404" sldId="2147482512"/>
            <ac:spMk id="105" creationId="{00000000-0000-0000-0000-000000000000}"/>
          </ac:spMkLst>
        </pc:spChg>
        <pc:spChg chg="mod">
          <ac:chgData name="Jay Dugar" userId="S::jay.dugar@edhc.com::8bea763c-9bc8-4878-bb2c-89530b5ed8f5" providerId="AD" clId="Web-{A719B3E4-7773-88CE-9B40-623C2407DE5C}" dt="2026-08-19T16:58:56.180" v="15" actId="1076"/>
          <ac:spMkLst>
            <pc:docMk/>
            <pc:sldMk cId="2192944404" sldId="2147482512"/>
            <ac:spMk id="106" creationId="{00000000-0000-0000-0000-000000000000}"/>
          </ac:spMkLst>
        </pc:spChg>
        <pc:spChg chg="mod">
          <ac:chgData name="Jay Dugar" userId="S::jay.dugar@edhc.com::8bea763c-9bc8-4878-bb2c-89530b5ed8f5" providerId="AD" clId="Web-{A719B3E4-7773-88CE-9B40-623C2407DE5C}" dt="2026-08-19T16:58:56.196" v="16" actId="1076"/>
          <ac:spMkLst>
            <pc:docMk/>
            <pc:sldMk cId="2192944404" sldId="2147482512"/>
            <ac:spMk id="107" creationId="{00000000-0000-0000-0000-000000000000}"/>
          </ac:spMkLst>
        </pc:spChg>
        <pc:spChg chg="mod">
          <ac:chgData name="Jay Dugar" userId="S::jay.dugar@edhc.com::8bea763c-9bc8-4878-bb2c-89530b5ed8f5" providerId="AD" clId="Web-{A719B3E4-7773-88CE-9B40-623C2407DE5C}" dt="2026-08-19T16:58:56.211" v="17" actId="1076"/>
          <ac:spMkLst>
            <pc:docMk/>
            <pc:sldMk cId="2192944404" sldId="2147482512"/>
            <ac:spMk id="108" creationId="{00000000-0000-0000-0000-000000000000}"/>
          </ac:spMkLst>
        </pc:spChg>
        <pc:spChg chg="mod">
          <ac:chgData name="Jay Dugar" userId="S::jay.dugar@edhc.com::8bea763c-9bc8-4878-bb2c-89530b5ed8f5" providerId="AD" clId="Web-{A719B3E4-7773-88CE-9B40-623C2407DE5C}" dt="2026-08-19T16:58:56.227" v="18" actId="1076"/>
          <ac:spMkLst>
            <pc:docMk/>
            <pc:sldMk cId="2192944404" sldId="2147482512"/>
            <ac:spMk id="109" creationId="{00000000-0000-0000-0000-000000000000}"/>
          </ac:spMkLst>
        </pc:spChg>
        <pc:spChg chg="mod">
          <ac:chgData name="Jay Dugar" userId="S::jay.dugar@edhc.com::8bea763c-9bc8-4878-bb2c-89530b5ed8f5" providerId="AD" clId="Web-{A719B3E4-7773-88CE-9B40-623C2407DE5C}" dt="2026-08-19T16:58:56.258" v="19" actId="1076"/>
          <ac:spMkLst>
            <pc:docMk/>
            <pc:sldMk cId="2192944404" sldId="2147482512"/>
            <ac:spMk id="110" creationId="{00000000-0000-0000-0000-000000000000}"/>
          </ac:spMkLst>
        </pc:spChg>
        <pc:spChg chg="del">
          <ac:chgData name="Jay Dugar" userId="S::jay.dugar@edhc.com::8bea763c-9bc8-4878-bb2c-89530b5ed8f5" providerId="AD" clId="Web-{A719B3E4-7773-88CE-9B40-623C2407DE5C}" dt="2026-08-19T16:58:26.617" v="7"/>
          <ac:spMkLst>
            <pc:docMk/>
            <pc:sldMk cId="2192944404" sldId="2147482512"/>
            <ac:spMk id="111" creationId="{00000000-0000-0000-0000-000000000000}"/>
          </ac:spMkLst>
        </pc:spChg>
        <pc:spChg chg="mod">
          <ac:chgData name="Jay Dugar" userId="S::jay.dugar@edhc.com::8bea763c-9bc8-4878-bb2c-89530b5ed8f5" providerId="AD" clId="Web-{A719B3E4-7773-88CE-9B40-623C2407DE5C}" dt="2026-08-19T16:58:56.274" v="20" actId="1076"/>
          <ac:spMkLst>
            <pc:docMk/>
            <pc:sldMk cId="2192944404" sldId="2147482512"/>
            <ac:spMk id="112" creationId="{00000000-0000-0000-0000-000000000000}"/>
          </ac:spMkLst>
        </pc:spChg>
        <pc:spChg chg="mod">
          <ac:chgData name="Jay Dugar" userId="S::jay.dugar@edhc.com::8bea763c-9bc8-4878-bb2c-89530b5ed8f5" providerId="AD" clId="Web-{A719B3E4-7773-88CE-9B40-623C2407DE5C}" dt="2026-08-19T16:58:56.289" v="21" actId="1076"/>
          <ac:spMkLst>
            <pc:docMk/>
            <pc:sldMk cId="2192944404" sldId="2147482512"/>
            <ac:spMk id="113" creationId="{00000000-0000-0000-0000-000000000000}"/>
          </ac:spMkLst>
        </pc:spChg>
        <pc:spChg chg="mod">
          <ac:chgData name="Jay Dugar" userId="S::jay.dugar@edhc.com::8bea763c-9bc8-4878-bb2c-89530b5ed8f5" providerId="AD" clId="Web-{A719B3E4-7773-88CE-9B40-623C2407DE5C}" dt="2026-08-19T16:58:56.321" v="22" actId="1076"/>
          <ac:spMkLst>
            <pc:docMk/>
            <pc:sldMk cId="2192944404" sldId="2147482512"/>
            <ac:spMk id="114" creationId="{00000000-0000-0000-0000-000000000000}"/>
          </ac:spMkLst>
        </pc:spChg>
      </pc:sldChg>
      <pc:sldChg chg="new del">
        <pc:chgData name="Jay Dugar" userId="S::jay.dugar@edhc.com::8bea763c-9bc8-4878-bb2c-89530b5ed8f5" providerId="AD" clId="Web-{A719B3E4-7773-88CE-9B40-623C2407DE5C}" dt="2026-08-19T16:46:46.097" v="3"/>
        <pc:sldMkLst>
          <pc:docMk/>
          <pc:sldMk cId="3901480061" sldId="2147483631"/>
        </pc:sldMkLst>
      </pc:sldChg>
      <pc:sldChg chg="new del">
        <pc:chgData name="Jay Dugar" userId="S::jay.dugar@edhc.com::8bea763c-9bc8-4878-bb2c-89530b5ed8f5" providerId="AD" clId="Web-{A719B3E4-7773-88CE-9B40-623C2407DE5C}" dt="2026-08-19T16:46:49.691" v="5"/>
        <pc:sldMkLst>
          <pc:docMk/>
          <pc:sldMk cId="3333617392" sldId="2147483632"/>
        </pc:sldMkLst>
      </pc:sldChg>
      <pc:sldChg chg="new del">
        <pc:chgData name="Jay Dugar" userId="S::jay.dugar@edhc.com::8bea763c-9bc8-4878-bb2c-89530b5ed8f5" providerId="AD" clId="Web-{A719B3E4-7773-88CE-9B40-623C2407DE5C}" dt="2026-08-19T16:46:48.894" v="4"/>
        <pc:sldMkLst>
          <pc:docMk/>
          <pc:sldMk cId="3568099103" sldId="2147483633"/>
        </pc:sldMkLst>
      </pc:sldChg>
    </pc:docChg>
  </pc:docChgLst>
</pc:chgInfo>
</file>

<file path=ppt/comments/modernComment_7FFFFB10_93CD0D5F.xml><?xml version="1.0" encoding="utf-8"?>
<p188:cmLst xmlns:a="http://schemas.openxmlformats.org/drawingml/2006/main" xmlns:r="http://schemas.openxmlformats.org/officeDocument/2006/relationships" xmlns:p188="http://schemas.microsoft.com/office/powerpoint/2018/8/main">
  <p188:cm id="{021D3CAD-E7E9-49BD-A631-465BB2D7818A}" authorId="{5559E5EE-1EA2-CAB5-FC45-992DF97C911A}" status="resolved" created="2026-05-04T17:02:44.091" startDate="2026-05-04T17:02:44.091" dueDate="2026-05-04T17:02:44.091" assignedTo="{20D8A971-31B9-25C2-F671-FAA8822B4044}" complete="100000" title="@Jay Dugar - will the TMO MSKS3 and BARS2 direct mail directional results be added here as well?">
    <pc:sldMkLst xmlns:pc="http://schemas.microsoft.com/office/powerpoint/2013/main/command">
      <pc:docMk/>
      <pc:sldMk cId="2479689055" sldId="2147482384"/>
    </pc:sldMkLst>
    <p188:replyLst>
      <p188:reply id="{9E3166EC-A5C7-4DD1-A3E9-8DDC3F81D3F3}" authorId="{20D8A971-31B9-25C2-F671-FAA8822B4044}" created="2026-05-04T17:09:52.203">
        <p188:txBody>
          <a:bodyPr/>
          <a:lstStyle/>
          <a:p>
            <a:r>
              <a:rPr lang="en-US"/>
              <a:t>Hey [@Hope Copper] I wasn't planning to since I wasn't including it as a test, but I can! Could you send me the one-pager you put together whenever you get a chance, and I'll add it as a slide?</a:t>
            </a:r>
          </a:p>
        </p188:txBody>
      </p188:reply>
      <p188:reply id="{FA86D4A5-3880-4E12-A502-D6DD6EB4AE76}" authorId="{5559E5EE-1EA2-CAB5-FC45-992DF97C911A}" created="2026-05-04T17:21:07.925">
        <p188:txBody>
          <a:bodyPr/>
          <a:lstStyle/>
          <a:p>
            <a:r>
              <a:rPr lang="en-US"/>
              <a:t>[@Jay Dugar] - would be great to include in the directional analyses section - here's that one pager: https://employerdirect.sharepoint.com/:w:/s/TargetedMarketing/IQCOMy5fE-P_Sb0gPlQ8FPlPAS33jufFleUe_3HerNSMx6s?e=6mcYml</a:t>
            </a:r>
          </a:p>
        </p188:txBody>
      </p188:reply>
      <p188:reply id="{AABAFB92-A6DD-4223-90BA-D489DBEBB1BC}" authorId="{20D8A971-31B9-25C2-F671-FAA8822B4044}" created="2026-05-05T14:47:10.502">
        <p188:txBody>
          <a:bodyPr/>
          <a:lstStyle/>
          <a:p>
            <a:r>
              <a:rPr lang="en-US"/>
              <a:t>Slide 15! [@Hope Copper] </a:t>
            </a:r>
          </a:p>
        </p188:txBody>
      </p188:reply>
    </p188:replyLst>
    <p188:txBody>
      <a:bodyPr/>
      <a:lstStyle/>
      <a:p>
        <a:r>
          <a:rPr lang="en-US"/>
          <a:t>[@Jay Dugar] - will the TMO MSKS3 and BARS2 direct mail directional results be added here as well? </a:t>
        </a:r>
      </a:p>
    </p188:txBody>
    <p188:extLst>
      <p:ext xmlns:p="http://schemas.openxmlformats.org/presentationml/2006/main" uri="{5BB2D875-25FF-4072-B9AC-8F64D62656EB}">
        <p228:taskDetails xmlns:p228="http://schemas.microsoft.com/office/powerpoint/2022/08/main">
          <p228:history>
            <p228:event time="2026-05-04T17:02:44.091" id="{C21A0DB1-D1E5-4904-936F-5FD72159923D}">
              <p228:atrbtn authorId="{5559E5EE-1EA2-CAB5-FC45-992DF97C911A}"/>
              <p228:anchr>
                <p228:comment id="{021D3CAD-E7E9-49BD-A631-465BB2D7818A}"/>
              </p228:anchr>
              <p228:add/>
            </p228:event>
            <p228:event time="2026-05-04T17:02:44.091" id="{75C4CF72-FC0D-42F6-9BD2-40ECE691B5D0}">
              <p228:atrbtn authorId="{5559E5EE-1EA2-CAB5-FC45-992DF97C911A}"/>
              <p228:anchr>
                <p228:comment id="{021D3CAD-E7E9-49BD-A631-465BB2D7818A}"/>
              </p228:anchr>
              <p228:asgn authorId="{20D8A971-31B9-25C2-F671-FAA8822B4044}"/>
            </p228:event>
            <p228:event time="2026-05-04T17:02:44.091" id="{6D3A66D3-230A-416A-AF9F-927D65CD1A05}">
              <p228:atrbtn authorId="{5559E5EE-1EA2-CAB5-FC45-992DF97C911A}"/>
              <p228:anchr>
                <p228:comment id="{021D3CAD-E7E9-49BD-A631-465BB2D7818A}"/>
              </p228:anchr>
              <p228:title val="@Jay Dugar - will the TMO MSKS3 and BARS2 direct mail directional results be added here as well?"/>
            </p228:event>
            <p228:event time="2026-05-04T17:02:44.091" id="{639C03E4-C2BD-4F5E-B96A-9474135B5546}">
              <p228:atrbtn authorId="{5559E5EE-1EA2-CAB5-FC45-992DF97C911A}"/>
              <p228:anchr>
                <p228:comment id="{021D3CAD-E7E9-49BD-A631-465BB2D7818A}"/>
              </p228:anchr>
              <p228:date stDt="2026-05-04T17:02:44.091" endDt="2026-05-04T17:02:44.091"/>
            </p228:event>
            <p228:event time="2026-05-04T17:09:52.203" id="{1AFFC4E8-A738-444F-B113-3C081A8199BC}">
              <p228:atrbtn authorId="{20D8A971-31B9-25C2-F671-FAA8822B4044}"/>
              <p228:anchr>
                <p228:comment id="{9E3166EC-A5C7-4DD1-A3E9-8DDC3F81D3F3}"/>
              </p228:anchr>
              <p228:unasgnAll/>
            </p228:event>
            <p228:event time="2026-05-04T17:09:52.203" id="{547E9842-8621-4CDC-A1F4-3744CA42A54E}">
              <p228:atrbtn authorId="{20D8A971-31B9-25C2-F671-FAA8822B4044}"/>
              <p228:anchr>
                <p228:comment id="{9E3166EC-A5C7-4DD1-A3E9-8DDC3F81D3F3}"/>
              </p228:anchr>
              <p228:asgn authorId="{5559E5EE-1EA2-CAB5-FC45-992DF97C911A}"/>
            </p228:event>
            <p228:event time="2026-05-04T17:21:07.925" id="{5C8BA069-BC0B-4976-960B-F7CEAC1B3611}">
              <p228:atrbtn authorId="{5559E5EE-1EA2-CAB5-FC45-992DF97C911A}"/>
              <p228:anchr>
                <p228:comment id="{FA86D4A5-3880-4E12-A502-D6DD6EB4AE76}"/>
              </p228:anchr>
              <p228:unasgnAll/>
            </p228:event>
            <p228:event time="2026-05-04T17:21:07.925" id="{CD03A7EF-2BF8-4909-AE1F-7BF4ECF96AE1}">
              <p228:atrbtn authorId="{5559E5EE-1EA2-CAB5-FC45-992DF97C911A}"/>
              <p228:anchr>
                <p228:comment id="{FA86D4A5-3880-4E12-A502-D6DD6EB4AE76}"/>
              </p228:anchr>
              <p228:asgn authorId="{20D8A971-31B9-25C2-F671-FAA8822B4044}"/>
            </p228:event>
            <p228:event time="2026-05-05T14:47:13.331" id="{6507B902-CBFD-45F2-B137-E15C2E3F5229}">
              <p228:atrbtn authorId="{20D8A971-31B9-25C2-F671-FAA8822B4044}"/>
              <p228:anchr>
                <p228:comment id="{00000000-0000-0000-0000-000000000000}"/>
              </p228:anchr>
              <p228:pcntCmplt val="100000"/>
            </p228:event>
          </p228:history>
        </p228:taskDetail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D4FEFAB-F8DE-B361-48D0-D19B092D398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latin typeface="Century Gothic" panose="020B0502020202020204" pitchFamily="34" charset="0"/>
            </a:endParaRPr>
          </a:p>
        </p:txBody>
      </p:sp>
      <p:sp>
        <p:nvSpPr>
          <p:cNvPr id="3" name="Date Placeholder 2">
            <a:extLst>
              <a:ext uri="{FF2B5EF4-FFF2-40B4-BE49-F238E27FC236}">
                <a16:creationId xmlns:a16="http://schemas.microsoft.com/office/drawing/2014/main" id="{0C240B8A-BE81-FF15-7614-5125BFE6A80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BDD17A-13C8-C446-93A6-9EB93E2FB335}" type="datetimeFigureOut">
              <a:rPr lang="en-IL" smtClean="0">
                <a:latin typeface="Century Gothic" panose="020B0502020202020204" pitchFamily="34" charset="0"/>
              </a:rPr>
              <a:t>08/19/2026</a:t>
            </a:fld>
            <a:endParaRPr lang="en-IL">
              <a:latin typeface="Century Gothic" panose="020B0502020202020204" pitchFamily="34" charset="0"/>
            </a:endParaRPr>
          </a:p>
        </p:txBody>
      </p:sp>
      <p:sp>
        <p:nvSpPr>
          <p:cNvPr id="4" name="Footer Placeholder 3">
            <a:extLst>
              <a:ext uri="{FF2B5EF4-FFF2-40B4-BE49-F238E27FC236}">
                <a16:creationId xmlns:a16="http://schemas.microsoft.com/office/drawing/2014/main" id="{190D7E4E-D870-D71C-7771-2D8ADEE975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latin typeface="Century Gothic" panose="020B0502020202020204" pitchFamily="34" charset="0"/>
            </a:endParaRPr>
          </a:p>
        </p:txBody>
      </p:sp>
      <p:sp>
        <p:nvSpPr>
          <p:cNvPr id="5" name="Slide Number Placeholder 4">
            <a:extLst>
              <a:ext uri="{FF2B5EF4-FFF2-40B4-BE49-F238E27FC236}">
                <a16:creationId xmlns:a16="http://schemas.microsoft.com/office/drawing/2014/main" id="{87E30FE8-B8B1-8284-19A7-D980FBC9F2F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FF16AA-B8AD-DC44-97B1-5E4DC43E39AE}" type="slidenum">
              <a:rPr lang="en-IL" smtClean="0">
                <a:latin typeface="Century Gothic" panose="020B0502020202020204" pitchFamily="34" charset="0"/>
              </a:rPr>
              <a:t>‹#›</a:t>
            </a:fld>
            <a:endParaRPr lang="en-IL">
              <a:latin typeface="Century Gothic" panose="020B0502020202020204" pitchFamily="34" charset="0"/>
            </a:endParaRPr>
          </a:p>
        </p:txBody>
      </p:sp>
    </p:spTree>
    <p:extLst>
      <p:ext uri="{BB962C8B-B14F-4D97-AF65-F5344CB8AC3E}">
        <p14:creationId xmlns:p14="http://schemas.microsoft.com/office/powerpoint/2010/main" val="12379490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Century Gothic" panose="020B0502020202020204" pitchFamily="34" charset="0"/>
              </a:defRPr>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Century Gothic" panose="020B0502020202020204" pitchFamily="34" charset="0"/>
              </a:defRPr>
            </a:lvl1pPr>
          </a:lstStyle>
          <a:p>
            <a:fld id="{B357B8DC-F1BC-9845-9D5E-D82DE56FBD7D}" type="datetimeFigureOut">
              <a:rPr lang="en-IL" smtClean="0"/>
              <a:pPr/>
              <a:t>08/19/2026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Century Gothic" panose="020B0502020202020204" pitchFamily="34" charset="0"/>
              </a:defRPr>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Century Gothic" panose="020B0502020202020204" pitchFamily="34" charset="0"/>
              </a:defRPr>
            </a:lvl1pPr>
          </a:lstStyle>
          <a:p>
            <a:fld id="{2991F400-6FBE-314E-BD09-FAD6E81C11B1}" type="slidenum">
              <a:rPr lang="en-IL" smtClean="0"/>
              <a:pPr/>
              <a:t>‹#›</a:t>
            </a:fld>
            <a:endParaRPr lang="en-IL"/>
          </a:p>
        </p:txBody>
      </p:sp>
    </p:spTree>
    <p:extLst>
      <p:ext uri="{BB962C8B-B14F-4D97-AF65-F5344CB8AC3E}">
        <p14:creationId xmlns:p14="http://schemas.microsoft.com/office/powerpoint/2010/main" val="1592210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Century Gothic" panose="020B0502020202020204" pitchFamily="34" charset="0"/>
        <a:ea typeface="+mn-ea"/>
        <a:cs typeface="+mn-cs"/>
      </a:defRPr>
    </a:lvl1pPr>
    <a:lvl2pPr marL="457200" algn="l" defTabSz="914400" rtl="0" eaLnBrk="1" latinLnBrk="0" hangingPunct="1">
      <a:defRPr sz="1200" b="0" i="0" kern="1200">
        <a:solidFill>
          <a:schemeClr val="tx1"/>
        </a:solidFill>
        <a:latin typeface="Century Gothic" panose="020B0502020202020204" pitchFamily="34" charset="0"/>
        <a:ea typeface="+mn-ea"/>
        <a:cs typeface="+mn-cs"/>
      </a:defRPr>
    </a:lvl2pPr>
    <a:lvl3pPr marL="914400" algn="l" defTabSz="914400" rtl="0" eaLnBrk="1" latinLnBrk="0" hangingPunct="1">
      <a:defRPr sz="1200" b="0" i="0" kern="1200">
        <a:solidFill>
          <a:schemeClr val="tx1"/>
        </a:solidFill>
        <a:latin typeface="Century Gothic" panose="020B0502020202020204" pitchFamily="34" charset="0"/>
        <a:ea typeface="+mn-ea"/>
        <a:cs typeface="+mn-cs"/>
      </a:defRPr>
    </a:lvl3pPr>
    <a:lvl4pPr marL="1371600" algn="l" defTabSz="914400" rtl="0" eaLnBrk="1" latinLnBrk="0" hangingPunct="1">
      <a:defRPr sz="1200" b="0" i="0" kern="1200">
        <a:solidFill>
          <a:schemeClr val="tx1"/>
        </a:solidFill>
        <a:latin typeface="Century Gothic" panose="020B0502020202020204" pitchFamily="34" charset="0"/>
        <a:ea typeface="+mn-ea"/>
        <a:cs typeface="+mn-cs"/>
      </a:defRPr>
    </a:lvl4pPr>
    <a:lvl5pPr marL="1828800" algn="l" defTabSz="914400" rtl="0" eaLnBrk="1" latinLnBrk="0" hangingPunct="1">
      <a:defRPr sz="1200" b="0" i="0" kern="1200">
        <a:solidFill>
          <a:schemeClr val="tx1"/>
        </a:solidFill>
        <a:latin typeface="Century Gothic" panose="020B0502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effectLst/>
              <a:latin typeface="Century Gothic" panose="020B0502020202020204" pitchFamily="34" charset="0"/>
              <a:ea typeface="+mn-ea"/>
              <a:cs typeface="+mn-cs"/>
            </a:endParaRPr>
          </a:p>
        </p:txBody>
      </p:sp>
      <p:sp>
        <p:nvSpPr>
          <p:cNvPr id="4" name="Slide Number Placeholder 3"/>
          <p:cNvSpPr>
            <a:spLocks noGrp="1"/>
          </p:cNvSpPr>
          <p:nvPr>
            <p:ph type="sldNum" sz="quarter" idx="5"/>
          </p:nvPr>
        </p:nvSpPr>
        <p:spPr/>
        <p:txBody>
          <a:bodyPr/>
          <a:lstStyle/>
          <a:p>
            <a:fld id="{2991F400-6FBE-314E-BD09-FAD6E81C11B1}" type="slidenum">
              <a:rPr lang="en-IL" smtClean="0"/>
              <a:pPr/>
              <a:t>4</a:t>
            </a:fld>
            <a:endParaRPr lang="en-IL"/>
          </a:p>
        </p:txBody>
      </p:sp>
    </p:spTree>
    <p:extLst>
      <p:ext uri="{BB962C8B-B14F-4D97-AF65-F5344CB8AC3E}">
        <p14:creationId xmlns:p14="http://schemas.microsoft.com/office/powerpoint/2010/main" val="2035068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effectLst/>
              <a:latin typeface="Century Gothic" panose="020B0502020202020204" pitchFamily="34" charset="0"/>
              <a:ea typeface="+mn-ea"/>
              <a:cs typeface="+mn-cs"/>
            </a:endParaRPr>
          </a:p>
        </p:txBody>
      </p:sp>
      <p:sp>
        <p:nvSpPr>
          <p:cNvPr id="4" name="Slide Number Placeholder 3"/>
          <p:cNvSpPr>
            <a:spLocks noGrp="1"/>
          </p:cNvSpPr>
          <p:nvPr>
            <p:ph type="sldNum" sz="quarter" idx="5"/>
          </p:nvPr>
        </p:nvSpPr>
        <p:spPr/>
        <p:txBody>
          <a:bodyPr/>
          <a:lstStyle/>
          <a:p>
            <a:fld id="{2991F400-6FBE-314E-BD09-FAD6E81C11B1}" type="slidenum">
              <a:rPr lang="en-IL" smtClean="0"/>
              <a:pPr/>
              <a:t>6</a:t>
            </a:fld>
            <a:endParaRPr lang="en-IL"/>
          </a:p>
        </p:txBody>
      </p:sp>
    </p:spTree>
    <p:extLst>
      <p:ext uri="{BB962C8B-B14F-4D97-AF65-F5344CB8AC3E}">
        <p14:creationId xmlns:p14="http://schemas.microsoft.com/office/powerpoint/2010/main" val="2035068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C4423-958D-5C48-F4CE-A080B7CD9D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0F9CC7-82F9-4B1A-D3B1-DC41BEC3F0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2E9A7F-100E-73A0-FB78-9CCA8FE329F6}"/>
              </a:ext>
            </a:extLst>
          </p:cNvPr>
          <p:cNvSpPr>
            <a:spLocks noGrp="1"/>
          </p:cNvSpPr>
          <p:nvPr>
            <p:ph type="body" idx="1"/>
          </p:nvPr>
        </p:nvSpPr>
        <p:spPr/>
        <p:txBody>
          <a:bodyPr/>
          <a:lstStyle/>
          <a:p>
            <a:r>
              <a:rPr lang="en-US" sz="1200" b="0" i="0" kern="1200">
                <a:solidFill>
                  <a:schemeClr val="tx1"/>
                </a:solidFill>
                <a:effectLst/>
                <a:latin typeface="Century Gothic" panose="020B0502020202020204" pitchFamily="34" charset="0"/>
                <a:ea typeface="+mn-ea"/>
                <a:cs typeface="+mn-cs"/>
              </a:rPr>
              <a:t>since may 1, so in 5 days, holdout went from 196 to 208, and non-holdout went from 226 to 246</a:t>
            </a:r>
          </a:p>
          <a:p>
            <a:r>
              <a:rPr lang="en-US"/>
              <a:t>Call rate is now stat sig at 90% confidence</a:t>
            </a:r>
          </a:p>
        </p:txBody>
      </p:sp>
      <p:sp>
        <p:nvSpPr>
          <p:cNvPr id="4" name="Slide Number Placeholder 3">
            <a:extLst>
              <a:ext uri="{FF2B5EF4-FFF2-40B4-BE49-F238E27FC236}">
                <a16:creationId xmlns:a16="http://schemas.microsoft.com/office/drawing/2014/main" id="{B15F5F61-CF6F-5105-D44D-70238F8A4292}"/>
              </a:ext>
            </a:extLst>
          </p:cNvPr>
          <p:cNvSpPr>
            <a:spLocks noGrp="1"/>
          </p:cNvSpPr>
          <p:nvPr>
            <p:ph type="sldNum" sz="quarter" idx="5"/>
          </p:nvPr>
        </p:nvSpPr>
        <p:spPr/>
        <p:txBody>
          <a:bodyPr/>
          <a:lstStyle/>
          <a:p>
            <a:fld id="{2991F400-6FBE-314E-BD09-FAD6E81C11B1}" type="slidenum">
              <a:rPr lang="en-IL" smtClean="0"/>
              <a:pPr/>
              <a:t>10</a:t>
            </a:fld>
            <a:endParaRPr lang="en-IL"/>
          </a:p>
        </p:txBody>
      </p:sp>
    </p:spTree>
    <p:extLst>
      <p:ext uri="{BB962C8B-B14F-4D97-AF65-F5344CB8AC3E}">
        <p14:creationId xmlns:p14="http://schemas.microsoft.com/office/powerpoint/2010/main" val="3808957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991F400-6FBE-314E-BD09-FAD6E81C11B1}" type="slidenum">
              <a:rPr lang="en-IL" smtClean="0"/>
              <a:pPr/>
              <a:t>12</a:t>
            </a:fld>
            <a:endParaRPr lang="en-IL"/>
          </a:p>
        </p:txBody>
      </p:sp>
    </p:spTree>
    <p:extLst>
      <p:ext uri="{BB962C8B-B14F-4D97-AF65-F5344CB8AC3E}">
        <p14:creationId xmlns:p14="http://schemas.microsoft.com/office/powerpoint/2010/main" val="29224532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ags" Target="../tags/tag7.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8.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slideMaster" Target="../slideMasters/slideMaster2.xml"/><Relationship Id="rId1" Type="http://schemas.openxmlformats.org/officeDocument/2006/relationships/tags" Target="../tags/tag9.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2.xml"/><Relationship Id="rId1" Type="http://schemas.openxmlformats.org/officeDocument/2006/relationships/tags" Target="../tags/tag10.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1.xml"/></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2.xml"/></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18.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slideMaster" Target="../slideMasters/slideMaster3.xml"/><Relationship Id="rId1" Type="http://schemas.openxmlformats.org/officeDocument/2006/relationships/tags" Target="../tags/tag15.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slideMaster" Target="../slideMasters/slideMaster3.xml"/><Relationship Id="rId1" Type="http://schemas.openxmlformats.org/officeDocument/2006/relationships/tags" Target="../tags/tag16.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slideMaster" Target="../slideMasters/slideMaster3.xml"/><Relationship Id="rId1" Type="http://schemas.openxmlformats.org/officeDocument/2006/relationships/tags" Target="../tags/tag17.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slideMaster" Target="../slideMasters/slideMaster3.xml"/><Relationship Id="rId1" Type="http://schemas.openxmlformats.org/officeDocument/2006/relationships/tags" Target="../tags/tag18.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slideMaster" Target="../slideMasters/slideMaster3.xml"/><Relationship Id="rId1" Type="http://schemas.openxmlformats.org/officeDocument/2006/relationships/tags" Target="../tags/tag19.xml"/></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0.xml"/></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Master" Target="../slideMasters/slideMaster3.xml"/><Relationship Id="rId1" Type="http://schemas.openxmlformats.org/officeDocument/2006/relationships/tags" Target="../tags/tag22.xml"/><Relationship Id="rId4" Type="http://schemas.openxmlformats.org/officeDocument/2006/relationships/image" Target="../media/image18.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slideMaster" Target="../slideMasters/slideMaster3.xml"/><Relationship Id="rId1" Type="http://schemas.openxmlformats.org/officeDocument/2006/relationships/tags" Target="../tags/tag23.xml"/></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slideMaster" Target="../slideMasters/slideMaster3.xml"/><Relationship Id="rId1" Type="http://schemas.openxmlformats.org/officeDocument/2006/relationships/tags" Target="../tags/tag25.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slideMaster" Target="../slideMasters/slideMaster3.xml"/><Relationship Id="rId1" Type="http://schemas.openxmlformats.org/officeDocument/2006/relationships/tags" Target="../tags/tag26.xml"/></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7.xml"/></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Master" Target="../slideMasters/slideMaster3.xml"/><Relationship Id="rId1" Type="http://schemas.openxmlformats.org/officeDocument/2006/relationships/tags" Target="../tags/tag29.xml"/><Relationship Id="rId4" Type="http://schemas.openxmlformats.org/officeDocument/2006/relationships/image" Target="../media/image18.png"/></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slideMaster" Target="../slideMasters/slideMaster3.xml"/><Relationship Id="rId1" Type="http://schemas.openxmlformats.org/officeDocument/2006/relationships/tags" Target="../tags/tag30.xml"/></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slideMaster" Target="../slideMasters/slideMaster3.xml"/><Relationship Id="rId1" Type="http://schemas.openxmlformats.org/officeDocument/2006/relationships/tags" Target="../tags/tag32.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slideMaster" Target="../slideMasters/slideMaster3.xml"/><Relationship Id="rId1" Type="http://schemas.openxmlformats.org/officeDocument/2006/relationships/tags" Target="../tags/tag3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F03F8E8E-6E48-A64F-6B8E-A6898FC12439}"/>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0212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DEFAULT">
    <p:bg>
      <p:bgRef idx="1001">
        <a:schemeClr val="bg1"/>
      </p:bgRef>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FBE7D703-46E5-143F-3D1F-F062C9E985BA}"/>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89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3F13E96D-66DE-E085-1E9D-30C379F60568}"/>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5066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Closing Slide with Contact">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796DA95C-459C-B8E0-EC75-5F34896386F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4458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C60C908-096F-9694-17BF-39ED34A3CB5E}"/>
              </a:ext>
            </a:extLst>
          </p:cNvPr>
          <p:cNvSpPr>
            <a:spLocks noGrp="1"/>
          </p:cNvSpPr>
          <p:nvPr>
            <p:ph type="title"/>
          </p:nvPr>
        </p:nvSpPr>
        <p:spPr/>
        <p:txBody>
          <a:bodyPr>
            <a:noAutofit/>
          </a:bodyPr>
          <a:lstStyle/>
          <a:p>
            <a:r>
              <a:rPr lang="en-US"/>
              <a:t>Click to edit Master title style</a:t>
            </a:r>
          </a:p>
        </p:txBody>
      </p:sp>
      <p:sp>
        <p:nvSpPr>
          <p:cNvPr id="8" name="Footer Placeholder 7">
            <a:extLst>
              <a:ext uri="{FF2B5EF4-FFF2-40B4-BE49-F238E27FC236}">
                <a16:creationId xmlns:a16="http://schemas.microsoft.com/office/drawing/2014/main" id="{8DC25879-A29C-CDC6-105A-1E43A0FC568B}"/>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CONFIDENTIAL AND PROPRIETARY  </a:t>
            </a:r>
            <a:r>
              <a:rPr kumimoji="0" lang="en-US" sz="1800" b="0" i="0" u="none" strike="noStrike" kern="1200" cap="none" spc="0" normalizeH="0" baseline="0" noProof="0">
                <a:ln>
                  <a:noFill/>
                </a:ln>
                <a:solidFill>
                  <a:srgbClr val="377277"/>
                </a:solidFill>
                <a:effectLst/>
                <a:uLnTx/>
                <a:uFillTx/>
                <a:latin typeface="Arial" panose="020B0604020202020204"/>
                <a:ea typeface="+mn-ea"/>
                <a:cs typeface="+mn-cs"/>
              </a:rPr>
              <a:t> |   </a:t>
            </a:r>
            <a:fld id="{BBA3D66B-3A0B-44F2-B372-D7A543193080}" type="slidenum">
              <a:rPr kumimoji="0" lang="en-US" sz="1800" b="0" i="0" u="none" strike="noStrike" kern="1200" cap="none" spc="0" normalizeH="0" baseline="0" noProof="0" smtClean="0">
                <a:ln>
                  <a:noFill/>
                </a:ln>
                <a:solidFill>
                  <a:srgbClr val="377277"/>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a:ln>
                <a:noFill/>
              </a:ln>
              <a:solidFill>
                <a:srgbClr val="377277"/>
              </a:solidFill>
              <a:effectLst/>
              <a:uLnTx/>
              <a:uFillTx/>
              <a:latin typeface="Arial" panose="020B0604020202020204"/>
              <a:ea typeface="+mn-ea"/>
              <a:cs typeface="+mn-cs"/>
            </a:endParaRPr>
          </a:p>
        </p:txBody>
      </p:sp>
      <p:sp>
        <p:nvSpPr>
          <p:cNvPr id="9" name="Text Placeholder 8">
            <a:extLst>
              <a:ext uri="{FF2B5EF4-FFF2-40B4-BE49-F238E27FC236}">
                <a16:creationId xmlns:a16="http://schemas.microsoft.com/office/drawing/2014/main" id="{1F6D07E8-F16F-C561-E0FC-64E321E490B5}"/>
              </a:ext>
            </a:extLst>
          </p:cNvPr>
          <p:cNvSpPr>
            <a:spLocks noGrp="1"/>
          </p:cNvSpPr>
          <p:nvPr>
            <p:ph type="body" sz="quarter" idx="11"/>
          </p:nvPr>
        </p:nvSpPr>
        <p:spPr>
          <a:xfrm>
            <a:off x="609600" y="991021"/>
            <a:ext cx="10972800" cy="341632"/>
          </a:xfrm>
        </p:spPr>
        <p:txBody>
          <a:bodyPr wrap="square" anchor="t">
            <a:noAutofit/>
          </a:bodyPr>
          <a:lstStyle>
            <a:lvl1pPr marL="0" indent="0">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732112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DEFAULT">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73F5F592-112B-7D91-21DB-715B0EF0883E}"/>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0851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B26E81-A9C4-9DE4-A6CE-7455684019C1}"/>
              </a:ext>
            </a:extLst>
          </p:cNvPr>
          <p:cNvSpPr>
            <a:spLocks noGrp="1"/>
          </p:cNvSpPr>
          <p:nvPr>
            <p:ph idx="1"/>
          </p:nvPr>
        </p:nvSpPr>
        <p:spPr>
          <a:xfrm>
            <a:off x="609600" y="1524000"/>
            <a:ext cx="10972800" cy="4533899"/>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DE1FDA5F-10EF-FB17-758E-9C2276E4F365}"/>
              </a:ext>
            </a:extLst>
          </p:cNvPr>
          <p:cNvSpPr>
            <a:spLocks noGrp="1"/>
          </p:cNvSpPr>
          <p:nvPr>
            <p:ph type="body" sz="quarter" idx="11"/>
          </p:nvPr>
        </p:nvSpPr>
        <p:spPr>
          <a:xfrm>
            <a:off x="609600" y="991021"/>
            <a:ext cx="10972800" cy="341632"/>
          </a:xfrm>
        </p:spPr>
        <p:txBody>
          <a:bodyPr wrap="square" anchor="t">
            <a:noAutofit/>
          </a:bodyPr>
          <a:lstStyle>
            <a:lvl1pPr marL="0" indent="0">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0" name="Title 9">
            <a:extLst>
              <a:ext uri="{FF2B5EF4-FFF2-40B4-BE49-F238E27FC236}">
                <a16:creationId xmlns:a16="http://schemas.microsoft.com/office/drawing/2014/main" id="{D743E8BA-1B09-5DF7-E0A8-D0E24222D4A0}"/>
              </a:ext>
            </a:extLst>
          </p:cNvPr>
          <p:cNvSpPr>
            <a:spLocks noGrp="1"/>
          </p:cNvSpPr>
          <p:nvPr>
            <p:ph type="title"/>
          </p:nvPr>
        </p:nvSpPr>
        <p:spPr>
          <a:xfrm>
            <a:off x="609600" y="457200"/>
            <a:ext cx="10972798" cy="457200"/>
          </a:xfrm>
        </p:spPr>
        <p:txBody>
          <a:bodyPr anchor="t">
            <a:noAutofit/>
          </a:bodyPr>
          <a:lstStyle/>
          <a:p>
            <a:r>
              <a:rPr lang="en-US"/>
              <a:t>Click to edit Master title style</a:t>
            </a:r>
          </a:p>
        </p:txBody>
      </p:sp>
      <p:sp>
        <p:nvSpPr>
          <p:cNvPr id="17" name="Footer Placeholder 16">
            <a:extLst>
              <a:ext uri="{FF2B5EF4-FFF2-40B4-BE49-F238E27FC236}">
                <a16:creationId xmlns:a16="http://schemas.microsoft.com/office/drawing/2014/main" id="{90BC1A5B-6CD0-2EF4-E137-AEFB20651CC3}"/>
              </a:ext>
            </a:extLst>
          </p:cNvPr>
          <p:cNvSpPr>
            <a:spLocks noGrp="1"/>
          </p:cNvSpPr>
          <p:nvPr>
            <p:ph type="ftr" sz="quarter" idx="3"/>
          </p:nvPr>
        </p:nvSpPr>
        <p:spPr>
          <a:xfrm>
            <a:off x="7467598" y="6405595"/>
            <a:ext cx="4114800" cy="311084"/>
          </a:xfrm>
          <a:prstGeom prst="rect">
            <a:avLst/>
          </a:prstGeom>
        </p:spPr>
        <p:txBody>
          <a:bodyPr vert="horz" lIns="91440" tIns="45720" rIns="91440" bIns="45720" rtlCol="0" anchor="ctr"/>
          <a:lstStyle>
            <a:lvl1pPr algn="r">
              <a:defRPr sz="800">
                <a:solidFill>
                  <a:schemeClr val="tx1">
                    <a:tint val="75000"/>
                  </a:schemeClr>
                </a:solidFill>
              </a:defRPr>
            </a:lvl1pPr>
          </a:lstStyle>
          <a:p>
            <a:r>
              <a:rPr lang="en-US">
                <a:solidFill>
                  <a:schemeClr val="tx1">
                    <a:lumMod val="50000"/>
                    <a:lumOff val="50000"/>
                  </a:schemeClr>
                </a:solidFill>
              </a:rPr>
              <a:t>CONFIDENTIAL AND PROPRIETARY  </a:t>
            </a:r>
            <a:r>
              <a:rPr lang="en-US">
                <a:solidFill>
                  <a:schemeClr val="tx2"/>
                </a:solidFill>
              </a:rPr>
              <a:t> |   </a:t>
            </a:r>
            <a:fld id="{BBA3D66B-3A0B-44F2-B372-D7A543193080}" type="slidenum">
              <a:rPr lang="en-US" smtClean="0">
                <a:solidFill>
                  <a:schemeClr val="tx2"/>
                </a:solidFill>
              </a:rPr>
              <a:pPr/>
              <a:t>‹#›</a:t>
            </a:fld>
            <a:endParaRPr lang="en-US">
              <a:solidFill>
                <a:schemeClr val="tx2"/>
              </a:solidFill>
            </a:endParaRPr>
          </a:p>
        </p:txBody>
      </p:sp>
    </p:spTree>
    <p:extLst>
      <p:ext uri="{BB962C8B-B14F-4D97-AF65-F5344CB8AC3E}">
        <p14:creationId xmlns:p14="http://schemas.microsoft.com/office/powerpoint/2010/main" val="2878471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losing Slide with Contac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447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1CFCB8B4-ACA0-7E26-3FD3-88E7E76BE08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C34E969A-5FA9-D358-3470-ED4ABBBAA881}"/>
              </a:ext>
            </a:extLst>
          </p:cNvPr>
          <p:cNvPicPr>
            <a:picLocks noChangeAspect="1"/>
          </p:cNvPicPr>
          <p:nvPr userDrawn="1"/>
        </p:nvPicPr>
        <p:blipFill>
          <a:blip>
            <a:extLst>
              <a:ext uri="{96DAC541-7B7A-43D3-8B79-37D633B846F1}">
                <asvg:svgBlip xmlns:asvg="http://schemas.microsoft.com/office/drawing/2016/SVG/main" r:embed="rId3"/>
              </a:ext>
            </a:extLst>
          </a:blip>
          <a:srcRect l="8547" t="23124" r="8403" b="22515"/>
          <a:stretch>
            <a:fillRect/>
          </a:stretch>
        </p:blipFill>
        <p:spPr>
          <a:xfrm>
            <a:off x="449321" y="6335330"/>
            <a:ext cx="1529255" cy="360141"/>
          </a:xfrm>
          <a:prstGeom prst="rect">
            <a:avLst/>
          </a:prstGeom>
        </p:spPr>
      </p:pic>
      <p:sp>
        <p:nvSpPr>
          <p:cNvPr id="3" name="Title Placeholder 1">
            <a:extLst>
              <a:ext uri="{FF2B5EF4-FFF2-40B4-BE49-F238E27FC236}">
                <a16:creationId xmlns:a16="http://schemas.microsoft.com/office/drawing/2014/main" id="{3B125E9F-D0A0-601A-A323-95348EC43936}"/>
              </a:ext>
            </a:extLst>
          </p:cNvPr>
          <p:cNvSpPr>
            <a:spLocks noGrp="1"/>
          </p:cNvSpPr>
          <p:nvPr>
            <p:ph type="title"/>
          </p:nvPr>
        </p:nvSpPr>
        <p:spPr>
          <a:xfrm>
            <a:off x="449321" y="365125"/>
            <a:ext cx="11293358" cy="1325563"/>
          </a:xfrm>
          <a:prstGeom prst="rect">
            <a:avLst/>
          </a:prstGeom>
        </p:spPr>
        <p:txBody>
          <a:bodyPr vert="horz" lIns="0" tIns="0" rIns="0" bIns="0" rtlCol="0" anchor="t">
            <a:noAutofit/>
          </a:bodyPr>
          <a:lstStyle>
            <a:lvl1pPr>
              <a:lnSpc>
                <a:spcPts val="5600"/>
              </a:lnSpc>
              <a:defRPr/>
            </a:lvl1pPr>
          </a:lstStyle>
          <a:p>
            <a:r>
              <a:rPr lang="en-US"/>
              <a:t>Click to edit Master title style</a:t>
            </a:r>
          </a:p>
        </p:txBody>
      </p:sp>
      <p:sp>
        <p:nvSpPr>
          <p:cNvPr id="2" name="Slide Number Placeholder 1">
            <a:extLst>
              <a:ext uri="{FF2B5EF4-FFF2-40B4-BE49-F238E27FC236}">
                <a16:creationId xmlns:a16="http://schemas.microsoft.com/office/drawing/2014/main" id="{A8538E0D-328C-34A9-BE69-9F4B4544CD2E}"/>
              </a:ext>
            </a:extLst>
          </p:cNvPr>
          <p:cNvSpPr>
            <a:spLocks noGrp="1"/>
          </p:cNvSpPr>
          <p:nvPr>
            <p:ph type="sldNum" sz="quarter" idx="10"/>
          </p:nvPr>
        </p:nvSpPr>
        <p:spPr/>
        <p:txBody>
          <a:bodyPr/>
          <a:lstStyle/>
          <a:p>
            <a:r>
              <a:rPr lang="en-US"/>
              <a:t>Confidential and Proprietary  |  </a:t>
            </a:r>
            <a:fld id="{4E42CCB0-0C0F-164A-93A6-7C7A320810CD}" type="slidenum">
              <a:rPr lang="en-US" smtClean="0"/>
              <a:pPr/>
              <a:t>‹#›</a:t>
            </a:fld>
            <a:endParaRPr lang="en-US" sz="800"/>
          </a:p>
        </p:txBody>
      </p:sp>
    </p:spTree>
    <p:extLst>
      <p:ext uri="{BB962C8B-B14F-4D97-AF65-F5344CB8AC3E}">
        <p14:creationId xmlns:p14="http://schemas.microsoft.com/office/powerpoint/2010/main" val="3174184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Pattern (Gree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D96BD722-D51B-1DDE-A995-90AD7B08A7C5}"/>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rgbClr val="301E03"/>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a:p>
        </p:txBody>
      </p:sp>
      <p:sp>
        <p:nvSpPr>
          <p:cNvPr id="5" name="Title 1">
            <a:extLst>
              <a:ext uri="{FF2B5EF4-FFF2-40B4-BE49-F238E27FC236}">
                <a16:creationId xmlns:a16="http://schemas.microsoft.com/office/drawing/2014/main" id="{09555DF9-C832-F1D2-CBF9-57B68BC5216E}"/>
              </a:ext>
            </a:extLst>
          </p:cNvPr>
          <p:cNvSpPr>
            <a:spLocks noGrp="1"/>
          </p:cNvSpPr>
          <p:nvPr>
            <p:ph type="ctrTitle"/>
          </p:nvPr>
        </p:nvSpPr>
        <p:spPr>
          <a:xfrm>
            <a:off x="838200" y="1040248"/>
            <a:ext cx="10515598" cy="1950521"/>
          </a:xfrm>
        </p:spPr>
        <p:txBody>
          <a:bodyPr anchor="b">
            <a:noAutofit/>
          </a:bodyPr>
          <a:lstStyle>
            <a:lvl1pPr algn="ctr">
              <a:lnSpc>
                <a:spcPts val="4400"/>
              </a:lnSpc>
              <a:defRPr sz="4000" b="0" i="0">
                <a:solidFill>
                  <a:schemeClr val="tx1"/>
                </a:solidFill>
              </a:defRPr>
            </a:lvl1pPr>
          </a:lstStyle>
          <a:p>
            <a:r>
              <a:rPr lang="en-US"/>
              <a:t>Click to edit Master title style</a:t>
            </a:r>
          </a:p>
        </p:txBody>
      </p:sp>
      <p:sp>
        <p:nvSpPr>
          <p:cNvPr id="6" name="Subtitle 2">
            <a:extLst>
              <a:ext uri="{FF2B5EF4-FFF2-40B4-BE49-F238E27FC236}">
                <a16:creationId xmlns:a16="http://schemas.microsoft.com/office/drawing/2014/main" id="{8A3A33BE-3BDF-50F3-D8B9-03FE13323877}"/>
              </a:ext>
            </a:extLst>
          </p:cNvPr>
          <p:cNvSpPr>
            <a:spLocks noGrp="1"/>
          </p:cNvSpPr>
          <p:nvPr>
            <p:ph type="subTitle" idx="1"/>
          </p:nvPr>
        </p:nvSpPr>
        <p:spPr>
          <a:xfrm>
            <a:off x="838199" y="3219370"/>
            <a:ext cx="10515597" cy="720024"/>
          </a:xfrm>
        </p:spPr>
        <p:txBody>
          <a:bodyPr>
            <a:noAutofit/>
          </a:bodyPr>
          <a:lstStyle>
            <a:lvl1pPr marL="0" indent="0" algn="ctr">
              <a:lnSpc>
                <a:spcPts val="2400"/>
              </a:lnSpc>
              <a:buNone/>
              <a:defRPr sz="2000" b="0" i="0">
                <a:solidFill>
                  <a:srgbClr val="301E0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Text Placeholder 16">
            <a:extLst>
              <a:ext uri="{FF2B5EF4-FFF2-40B4-BE49-F238E27FC236}">
                <a16:creationId xmlns:a16="http://schemas.microsoft.com/office/drawing/2014/main" id="{2B67D17A-B65A-D93F-9A40-652B1E9F4712}"/>
              </a:ext>
            </a:extLst>
          </p:cNvPr>
          <p:cNvSpPr>
            <a:spLocks noGrp="1"/>
          </p:cNvSpPr>
          <p:nvPr>
            <p:ph type="body" sz="quarter" idx="10"/>
          </p:nvPr>
        </p:nvSpPr>
        <p:spPr>
          <a:xfrm>
            <a:off x="838200" y="4152820"/>
            <a:ext cx="10515600" cy="196529"/>
          </a:xfrm>
        </p:spPr>
        <p:txBody>
          <a:bodyPr>
            <a:spAutoFit/>
          </a:bodyPr>
          <a:lstStyle>
            <a:lvl1pPr marL="0" indent="0" algn="ctr">
              <a:buFontTx/>
              <a:buNone/>
              <a:defRPr b="0" i="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grpSp>
        <p:nvGrpSpPr>
          <p:cNvPr id="8" name="Group 7">
            <a:extLst>
              <a:ext uri="{FF2B5EF4-FFF2-40B4-BE49-F238E27FC236}">
                <a16:creationId xmlns:a16="http://schemas.microsoft.com/office/drawing/2014/main" id="{8BCE13D8-A654-D64E-599E-AC241ED88792}"/>
              </a:ext>
            </a:extLst>
          </p:cNvPr>
          <p:cNvGrpSpPr>
            <a:grpSpLocks noGrp="1" noUngrp="1" noRot="1" noMove="1" noResize="1"/>
          </p:cNvGrpSpPr>
          <p:nvPr userDrawn="1"/>
        </p:nvGrpSpPr>
        <p:grpSpPr>
          <a:xfrm>
            <a:off x="5034663" y="5626761"/>
            <a:ext cx="2122674" cy="623780"/>
            <a:chOff x="2649665" y="5459914"/>
            <a:chExt cx="2297877" cy="675266"/>
          </a:xfrm>
        </p:grpSpPr>
        <p:sp>
          <p:nvSpPr>
            <p:cNvPr id="9" name="Freeform 8">
              <a:extLst>
                <a:ext uri="{FF2B5EF4-FFF2-40B4-BE49-F238E27FC236}">
                  <a16:creationId xmlns:a16="http://schemas.microsoft.com/office/drawing/2014/main" id="{9F9E2C2D-ED71-F847-CC03-13A00C6D4582}"/>
                </a:ext>
              </a:extLst>
            </p:cNvPr>
            <p:cNvSpPr>
              <a:spLocks noGrp="1" noRot="1" noMove="1" noResize="1" noEditPoints="1" noAdjustHandles="1" noChangeArrowheads="1" noChangeShapeType="1"/>
            </p:cNvSpPr>
            <p:nvPr/>
          </p:nvSpPr>
          <p:spPr>
            <a:xfrm>
              <a:off x="3209512" y="5624255"/>
              <a:ext cx="144721" cy="250528"/>
            </a:xfrm>
            <a:custGeom>
              <a:avLst/>
              <a:gdLst>
                <a:gd name="connsiteX0" fmla="*/ 141203 w 144721"/>
                <a:gd name="connsiteY0" fmla="*/ 204511 h 250528"/>
                <a:gd name="connsiteX1" fmla="*/ 144722 w 144721"/>
                <a:gd name="connsiteY1" fmla="*/ 208022 h 250528"/>
                <a:gd name="connsiteX2" fmla="*/ 144722 w 144721"/>
                <a:gd name="connsiteY2" fmla="*/ 247017 h 250528"/>
                <a:gd name="connsiteX3" fmla="*/ 141203 w 144721"/>
                <a:gd name="connsiteY3" fmla="*/ 250528 h 250528"/>
                <a:gd name="connsiteX4" fmla="*/ 3519 w 144721"/>
                <a:gd name="connsiteY4" fmla="*/ 250528 h 250528"/>
                <a:gd name="connsiteX5" fmla="*/ 0 w 144721"/>
                <a:gd name="connsiteY5" fmla="*/ 247017 h 250528"/>
                <a:gd name="connsiteX6" fmla="*/ 0 w 144721"/>
                <a:gd name="connsiteY6" fmla="*/ 3511 h 250528"/>
                <a:gd name="connsiteX7" fmla="*/ 3519 w 144721"/>
                <a:gd name="connsiteY7" fmla="*/ 0 h 250528"/>
                <a:gd name="connsiteX8" fmla="*/ 48599 w 144721"/>
                <a:gd name="connsiteY8" fmla="*/ 0 h 250528"/>
                <a:gd name="connsiteX9" fmla="*/ 52118 w 144721"/>
                <a:gd name="connsiteY9" fmla="*/ 3511 h 250528"/>
                <a:gd name="connsiteX10" fmla="*/ 52118 w 144721"/>
                <a:gd name="connsiteY10" fmla="*/ 200999 h 250528"/>
                <a:gd name="connsiteX11" fmla="*/ 55636 w 144721"/>
                <a:gd name="connsiteY11" fmla="*/ 204511 h 250528"/>
                <a:gd name="connsiteX12" fmla="*/ 141203 w 144721"/>
                <a:gd name="connsiteY12" fmla="*/ 204511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21" h="250528">
                  <a:moveTo>
                    <a:pt x="141203" y="204511"/>
                  </a:moveTo>
                  <a:cubicBezTo>
                    <a:pt x="143536" y="204511"/>
                    <a:pt x="144722" y="205693"/>
                    <a:pt x="144722" y="208022"/>
                  </a:cubicBezTo>
                  <a:lnTo>
                    <a:pt x="144722" y="247017"/>
                  </a:lnTo>
                  <a:cubicBezTo>
                    <a:pt x="144722" y="249345"/>
                    <a:pt x="143536" y="250528"/>
                    <a:pt x="141203" y="250528"/>
                  </a:cubicBezTo>
                  <a:lnTo>
                    <a:pt x="3519" y="250528"/>
                  </a:lnTo>
                  <a:cubicBezTo>
                    <a:pt x="1185" y="250528"/>
                    <a:pt x="0" y="249345"/>
                    <a:pt x="0" y="247017"/>
                  </a:cubicBezTo>
                  <a:lnTo>
                    <a:pt x="0" y="3511"/>
                  </a:lnTo>
                  <a:cubicBezTo>
                    <a:pt x="0" y="1183"/>
                    <a:pt x="1185" y="0"/>
                    <a:pt x="3519" y="0"/>
                  </a:cubicBezTo>
                  <a:lnTo>
                    <a:pt x="48599" y="0"/>
                  </a:lnTo>
                  <a:cubicBezTo>
                    <a:pt x="50932" y="0"/>
                    <a:pt x="52118" y="1183"/>
                    <a:pt x="52118" y="3511"/>
                  </a:cubicBezTo>
                  <a:lnTo>
                    <a:pt x="52118" y="200999"/>
                  </a:lnTo>
                  <a:cubicBezTo>
                    <a:pt x="52118" y="203328"/>
                    <a:pt x="53303" y="204511"/>
                    <a:pt x="55636" y="204511"/>
                  </a:cubicBezTo>
                  <a:lnTo>
                    <a:pt x="141203" y="204511"/>
                  </a:lnTo>
                  <a:close/>
                </a:path>
              </a:pathLst>
            </a:custGeom>
            <a:solidFill>
              <a:srgbClr val="FEF8E8"/>
            </a:solidFill>
            <a:ln w="3692"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4E172DDB-AD99-58F1-0FE5-115BB1F9545F}"/>
                </a:ext>
              </a:extLst>
            </p:cNvPr>
            <p:cNvSpPr>
              <a:spLocks noGrp="1" noRot="1" noMove="1" noResize="1" noEditPoints="1" noAdjustHandles="1" noChangeArrowheads="1" noChangeShapeType="1"/>
            </p:cNvSpPr>
            <p:nvPr/>
          </p:nvSpPr>
          <p:spPr>
            <a:xfrm>
              <a:off x="3418177" y="5624255"/>
              <a:ext cx="255689" cy="250602"/>
            </a:xfrm>
            <a:custGeom>
              <a:avLst/>
              <a:gdLst>
                <a:gd name="connsiteX0" fmla="*/ 113412 w 255689"/>
                <a:gd name="connsiteY0" fmla="*/ 2476 h 250602"/>
                <a:gd name="connsiteX1" fmla="*/ 117635 w 255689"/>
                <a:gd name="connsiteY1" fmla="*/ 0 h 250602"/>
                <a:gd name="connsiteX2" fmla="*/ 138415 w 255689"/>
                <a:gd name="connsiteY2" fmla="*/ 0 h 250602"/>
                <a:gd name="connsiteX3" fmla="*/ 142638 w 255689"/>
                <a:gd name="connsiteY3" fmla="*/ 2476 h 250602"/>
                <a:gd name="connsiteX4" fmla="*/ 255319 w 255689"/>
                <a:gd name="connsiteY4" fmla="*/ 246352 h 250602"/>
                <a:gd name="connsiteX5" fmla="*/ 255689 w 255689"/>
                <a:gd name="connsiteY5" fmla="*/ 248126 h 250602"/>
                <a:gd name="connsiteX6" fmla="*/ 252874 w 255689"/>
                <a:gd name="connsiteY6" fmla="*/ 250602 h 250602"/>
                <a:gd name="connsiteX7" fmla="*/ 202868 w 255689"/>
                <a:gd name="connsiteY7" fmla="*/ 250602 h 250602"/>
                <a:gd name="connsiteX8" fmla="*/ 198645 w 255689"/>
                <a:gd name="connsiteY8" fmla="*/ 248126 h 250602"/>
                <a:gd name="connsiteX9" fmla="*/ 181050 w 255689"/>
                <a:gd name="connsiteY9" fmla="*/ 210166 h 250602"/>
                <a:gd name="connsiteX10" fmla="*/ 177161 w 255689"/>
                <a:gd name="connsiteY10" fmla="*/ 207689 h 250602"/>
                <a:gd name="connsiteX11" fmla="*/ 78556 w 255689"/>
                <a:gd name="connsiteY11" fmla="*/ 207689 h 250602"/>
                <a:gd name="connsiteX12" fmla="*/ 74333 w 255689"/>
                <a:gd name="connsiteY12" fmla="*/ 210166 h 250602"/>
                <a:gd name="connsiteX13" fmla="*/ 56739 w 255689"/>
                <a:gd name="connsiteY13" fmla="*/ 248126 h 250602"/>
                <a:gd name="connsiteX14" fmla="*/ 52849 w 255689"/>
                <a:gd name="connsiteY14" fmla="*/ 250602 h 250602"/>
                <a:gd name="connsiteX15" fmla="*/ 2843 w 255689"/>
                <a:gd name="connsiteY15" fmla="*/ 250602 h 250602"/>
                <a:gd name="connsiteX16" fmla="*/ 361 w 255689"/>
                <a:gd name="connsiteY16" fmla="*/ 249382 h 250602"/>
                <a:gd name="connsiteX17" fmla="*/ 361 w 255689"/>
                <a:gd name="connsiteY17" fmla="*/ 246388 h 250602"/>
                <a:gd name="connsiteX18" fmla="*/ 113412 w 255689"/>
                <a:gd name="connsiteY18" fmla="*/ 2513 h 250602"/>
                <a:gd name="connsiteX19" fmla="*/ 96188 w 255689"/>
                <a:gd name="connsiteY19" fmla="*/ 157421 h 250602"/>
                <a:gd name="connsiteX20" fmla="*/ 95817 w 255689"/>
                <a:gd name="connsiteY20" fmla="*/ 159195 h 250602"/>
                <a:gd name="connsiteX21" fmla="*/ 98633 w 255689"/>
                <a:gd name="connsiteY21" fmla="*/ 161672 h 250602"/>
                <a:gd name="connsiteX22" fmla="*/ 157084 w 255689"/>
                <a:gd name="connsiteY22" fmla="*/ 161672 h 250602"/>
                <a:gd name="connsiteX23" fmla="*/ 159566 w 255689"/>
                <a:gd name="connsiteY23" fmla="*/ 160452 h 250602"/>
                <a:gd name="connsiteX24" fmla="*/ 159566 w 255689"/>
                <a:gd name="connsiteY24" fmla="*/ 157458 h 250602"/>
                <a:gd name="connsiteX25" fmla="*/ 130340 w 255689"/>
                <a:gd name="connsiteY25" fmla="*/ 89633 h 250602"/>
                <a:gd name="connsiteX26" fmla="*/ 127859 w 255689"/>
                <a:gd name="connsiteY26" fmla="*/ 87859 h 250602"/>
                <a:gd name="connsiteX27" fmla="*/ 125377 w 255689"/>
                <a:gd name="connsiteY27" fmla="*/ 89633 h 250602"/>
                <a:gd name="connsiteX28" fmla="*/ 96151 w 255689"/>
                <a:gd name="connsiteY28" fmla="*/ 157458 h 25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5689" h="250602">
                  <a:moveTo>
                    <a:pt x="113412" y="2476"/>
                  </a:moveTo>
                  <a:cubicBezTo>
                    <a:pt x="114116" y="850"/>
                    <a:pt x="115524" y="0"/>
                    <a:pt x="117635" y="0"/>
                  </a:cubicBezTo>
                  <a:lnTo>
                    <a:pt x="138415" y="0"/>
                  </a:lnTo>
                  <a:cubicBezTo>
                    <a:pt x="140527" y="0"/>
                    <a:pt x="141934" y="813"/>
                    <a:pt x="142638" y="2476"/>
                  </a:cubicBezTo>
                  <a:lnTo>
                    <a:pt x="255319" y="246352"/>
                  </a:lnTo>
                  <a:cubicBezTo>
                    <a:pt x="255541" y="246832"/>
                    <a:pt x="255689" y="247423"/>
                    <a:pt x="255689" y="248126"/>
                  </a:cubicBezTo>
                  <a:cubicBezTo>
                    <a:pt x="255689" y="249752"/>
                    <a:pt x="254763" y="250602"/>
                    <a:pt x="252874" y="250602"/>
                  </a:cubicBezTo>
                  <a:lnTo>
                    <a:pt x="202868" y="250602"/>
                  </a:lnTo>
                  <a:cubicBezTo>
                    <a:pt x="200756" y="250602"/>
                    <a:pt x="199349" y="249789"/>
                    <a:pt x="198645" y="248126"/>
                  </a:cubicBezTo>
                  <a:lnTo>
                    <a:pt x="181050" y="210166"/>
                  </a:lnTo>
                  <a:cubicBezTo>
                    <a:pt x="180346" y="208539"/>
                    <a:pt x="179050" y="207689"/>
                    <a:pt x="177161" y="207689"/>
                  </a:cubicBezTo>
                  <a:lnTo>
                    <a:pt x="78556" y="207689"/>
                  </a:lnTo>
                  <a:cubicBezTo>
                    <a:pt x="76445" y="207689"/>
                    <a:pt x="75037" y="208502"/>
                    <a:pt x="74333" y="210166"/>
                  </a:cubicBezTo>
                  <a:lnTo>
                    <a:pt x="56739" y="248126"/>
                  </a:lnTo>
                  <a:cubicBezTo>
                    <a:pt x="56035" y="249752"/>
                    <a:pt x="54738" y="250602"/>
                    <a:pt x="52849" y="250602"/>
                  </a:cubicBezTo>
                  <a:lnTo>
                    <a:pt x="2843" y="250602"/>
                  </a:lnTo>
                  <a:cubicBezTo>
                    <a:pt x="1658" y="250602"/>
                    <a:pt x="843" y="250196"/>
                    <a:pt x="361" y="249382"/>
                  </a:cubicBezTo>
                  <a:cubicBezTo>
                    <a:pt x="-120" y="248569"/>
                    <a:pt x="-120" y="247571"/>
                    <a:pt x="361" y="246388"/>
                  </a:cubicBezTo>
                  <a:lnTo>
                    <a:pt x="113412" y="2513"/>
                  </a:lnTo>
                  <a:close/>
                  <a:moveTo>
                    <a:pt x="96188" y="157421"/>
                  </a:moveTo>
                  <a:cubicBezTo>
                    <a:pt x="95966" y="157902"/>
                    <a:pt x="95817" y="158493"/>
                    <a:pt x="95817" y="159195"/>
                  </a:cubicBezTo>
                  <a:cubicBezTo>
                    <a:pt x="95817" y="160822"/>
                    <a:pt x="96743" y="161672"/>
                    <a:pt x="98633" y="161672"/>
                  </a:cubicBezTo>
                  <a:lnTo>
                    <a:pt x="157084" y="161672"/>
                  </a:lnTo>
                  <a:cubicBezTo>
                    <a:pt x="158270" y="161672"/>
                    <a:pt x="159085" y="161265"/>
                    <a:pt x="159566" y="160452"/>
                  </a:cubicBezTo>
                  <a:cubicBezTo>
                    <a:pt x="160048" y="159639"/>
                    <a:pt x="160048" y="158641"/>
                    <a:pt x="159566" y="157458"/>
                  </a:cubicBezTo>
                  <a:lnTo>
                    <a:pt x="130340" y="89633"/>
                  </a:lnTo>
                  <a:cubicBezTo>
                    <a:pt x="130118" y="88450"/>
                    <a:pt x="129266" y="87859"/>
                    <a:pt x="127859" y="87859"/>
                  </a:cubicBezTo>
                  <a:cubicBezTo>
                    <a:pt x="126932" y="87859"/>
                    <a:pt x="126080" y="88450"/>
                    <a:pt x="125377" y="89633"/>
                  </a:cubicBezTo>
                  <a:lnTo>
                    <a:pt x="96151" y="157458"/>
                  </a:lnTo>
                  <a:close/>
                </a:path>
              </a:pathLst>
            </a:custGeom>
            <a:solidFill>
              <a:srgbClr val="FEF8E8"/>
            </a:solidFill>
            <a:ln w="3692"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57AE6E62-9AB0-05F3-E42D-810EAA6B3AF8}"/>
                </a:ext>
              </a:extLst>
            </p:cNvPr>
            <p:cNvSpPr>
              <a:spLocks noGrp="1" noRot="1" noMove="1" noResize="1" noEditPoints="1" noAdjustHandles="1" noChangeArrowheads="1" noChangeShapeType="1"/>
            </p:cNvSpPr>
            <p:nvPr/>
          </p:nvSpPr>
          <p:spPr>
            <a:xfrm>
              <a:off x="3736096"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2 w 202839"/>
                <a:gd name="connsiteY3" fmla="*/ 248421 h 250528"/>
                <a:gd name="connsiteX4" fmla="*/ 56377 w 202839"/>
                <a:gd name="connsiteY4" fmla="*/ 105748 h 250528"/>
                <a:gd name="connsiteX5" fmla="*/ 53896 w 202839"/>
                <a:gd name="connsiteY5" fmla="*/ 104344 h 250528"/>
                <a:gd name="connsiteX6" fmla="*/ 52117 w 202839"/>
                <a:gd name="connsiteY6" fmla="*/ 107522 h 250528"/>
                <a:gd name="connsiteX7" fmla="*/ 52117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7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2" y="248421"/>
                  </a:cubicBezTo>
                  <a:lnTo>
                    <a:pt x="56377" y="105748"/>
                  </a:lnTo>
                  <a:cubicBezTo>
                    <a:pt x="55451" y="104824"/>
                    <a:pt x="54599" y="104344"/>
                    <a:pt x="53896" y="104344"/>
                  </a:cubicBezTo>
                  <a:cubicBezTo>
                    <a:pt x="52710" y="104344"/>
                    <a:pt x="52117" y="105416"/>
                    <a:pt x="52117" y="107522"/>
                  </a:cubicBezTo>
                  <a:lnTo>
                    <a:pt x="52117" y="247017"/>
                  </a:lnTo>
                  <a:cubicBezTo>
                    <a:pt x="52117"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7" y="2107"/>
                  </a:cubicBezTo>
                  <a:lnTo>
                    <a:pt x="146463" y="144410"/>
                  </a:lnTo>
                  <a:cubicBezTo>
                    <a:pt x="147166"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solidFill>
              <a:srgbClr val="FEF8E8"/>
            </a:solidFill>
            <a:ln w="3692"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AC2139A8-45A0-CC6D-28A5-9A24740E6555}"/>
                </a:ext>
              </a:extLst>
            </p:cNvPr>
            <p:cNvSpPr>
              <a:spLocks noGrp="1" noRot="1" noMove="1" noResize="1" noEditPoints="1" noAdjustHandles="1" noChangeArrowheads="1" noChangeShapeType="1"/>
            </p:cNvSpPr>
            <p:nvPr/>
          </p:nvSpPr>
          <p:spPr>
            <a:xfrm>
              <a:off x="4009389" y="5624255"/>
              <a:ext cx="176058" cy="250528"/>
            </a:xfrm>
            <a:custGeom>
              <a:avLst/>
              <a:gdLst>
                <a:gd name="connsiteX0" fmla="*/ 172540 w 176058"/>
                <a:gd name="connsiteY0" fmla="*/ 0 h 250528"/>
                <a:gd name="connsiteX1" fmla="*/ 176059 w 176058"/>
                <a:gd name="connsiteY1" fmla="*/ 3511 h 250528"/>
                <a:gd name="connsiteX2" fmla="*/ 176059 w 176058"/>
                <a:gd name="connsiteY2" fmla="*/ 42506 h 250528"/>
                <a:gd name="connsiteX3" fmla="*/ 172540 w 176058"/>
                <a:gd name="connsiteY3" fmla="*/ 46018 h 250528"/>
                <a:gd name="connsiteX4" fmla="*/ 117607 w 176058"/>
                <a:gd name="connsiteY4" fmla="*/ 46018 h 250528"/>
                <a:gd name="connsiteX5" fmla="*/ 114088 w 176058"/>
                <a:gd name="connsiteY5" fmla="*/ 49529 h 250528"/>
                <a:gd name="connsiteX6" fmla="*/ 114088 w 176058"/>
                <a:gd name="connsiteY6" fmla="*/ 247017 h 250528"/>
                <a:gd name="connsiteX7" fmla="*/ 110569 w 176058"/>
                <a:gd name="connsiteY7" fmla="*/ 250528 h 250528"/>
                <a:gd name="connsiteX8" fmla="*/ 65860 w 176058"/>
                <a:gd name="connsiteY8" fmla="*/ 250528 h 250528"/>
                <a:gd name="connsiteX9" fmla="*/ 62341 w 176058"/>
                <a:gd name="connsiteY9" fmla="*/ 247017 h 250528"/>
                <a:gd name="connsiteX10" fmla="*/ 62341 w 176058"/>
                <a:gd name="connsiteY10" fmla="*/ 49529 h 250528"/>
                <a:gd name="connsiteX11" fmla="*/ 58822 w 176058"/>
                <a:gd name="connsiteY11" fmla="*/ 46018 h 250528"/>
                <a:gd name="connsiteX12" fmla="*/ 3519 w 176058"/>
                <a:gd name="connsiteY12" fmla="*/ 46018 h 250528"/>
                <a:gd name="connsiteX13" fmla="*/ 0 w 176058"/>
                <a:gd name="connsiteY13" fmla="*/ 42506 h 250528"/>
                <a:gd name="connsiteX14" fmla="*/ 0 w 176058"/>
                <a:gd name="connsiteY14" fmla="*/ 3511 h 250528"/>
                <a:gd name="connsiteX15" fmla="*/ 3519 w 176058"/>
                <a:gd name="connsiteY15" fmla="*/ 0 h 250528"/>
                <a:gd name="connsiteX16" fmla="*/ 172540 w 176058"/>
                <a:gd name="connsiteY16" fmla="*/ 0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058" h="250528">
                  <a:moveTo>
                    <a:pt x="172540" y="0"/>
                  </a:moveTo>
                  <a:cubicBezTo>
                    <a:pt x="174873" y="0"/>
                    <a:pt x="176059" y="1183"/>
                    <a:pt x="176059" y="3511"/>
                  </a:cubicBezTo>
                  <a:lnTo>
                    <a:pt x="176059" y="42506"/>
                  </a:lnTo>
                  <a:cubicBezTo>
                    <a:pt x="176059" y="44835"/>
                    <a:pt x="174873" y="46018"/>
                    <a:pt x="172540" y="46018"/>
                  </a:cubicBezTo>
                  <a:lnTo>
                    <a:pt x="117607" y="46018"/>
                  </a:lnTo>
                  <a:cubicBezTo>
                    <a:pt x="115274" y="46018"/>
                    <a:pt x="114088" y="47200"/>
                    <a:pt x="114088" y="49529"/>
                  </a:cubicBezTo>
                  <a:lnTo>
                    <a:pt x="114088" y="247017"/>
                  </a:lnTo>
                  <a:cubicBezTo>
                    <a:pt x="114088" y="249345"/>
                    <a:pt x="112903" y="250528"/>
                    <a:pt x="110569" y="250528"/>
                  </a:cubicBezTo>
                  <a:lnTo>
                    <a:pt x="65860" y="250528"/>
                  </a:lnTo>
                  <a:cubicBezTo>
                    <a:pt x="63526" y="250528"/>
                    <a:pt x="62341" y="249345"/>
                    <a:pt x="62341" y="247017"/>
                  </a:cubicBezTo>
                  <a:lnTo>
                    <a:pt x="62341" y="49529"/>
                  </a:lnTo>
                  <a:cubicBezTo>
                    <a:pt x="62341" y="47200"/>
                    <a:pt x="61156" y="46018"/>
                    <a:pt x="58822" y="46018"/>
                  </a:cubicBezTo>
                  <a:lnTo>
                    <a:pt x="3519" y="46018"/>
                  </a:lnTo>
                  <a:cubicBezTo>
                    <a:pt x="1185" y="46018"/>
                    <a:pt x="0" y="44835"/>
                    <a:pt x="0" y="42506"/>
                  </a:cubicBezTo>
                  <a:lnTo>
                    <a:pt x="0" y="3511"/>
                  </a:lnTo>
                  <a:cubicBezTo>
                    <a:pt x="0" y="1183"/>
                    <a:pt x="1185" y="0"/>
                    <a:pt x="3519" y="0"/>
                  </a:cubicBezTo>
                  <a:lnTo>
                    <a:pt x="172540" y="0"/>
                  </a:lnTo>
                  <a:close/>
                </a:path>
              </a:pathLst>
            </a:custGeom>
            <a:solidFill>
              <a:srgbClr val="FEF8E8"/>
            </a:solidFill>
            <a:ln w="3692"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552875D3-C530-DB6B-B5F0-DB67175EC3CA}"/>
                </a:ext>
              </a:extLst>
            </p:cNvPr>
            <p:cNvSpPr>
              <a:spLocks noGrp="1" noRot="1" noMove="1" noResize="1" noEditPoints="1" noAdjustHandles="1" noChangeArrowheads="1" noChangeShapeType="1"/>
            </p:cNvSpPr>
            <p:nvPr/>
          </p:nvSpPr>
          <p:spPr>
            <a:xfrm>
              <a:off x="4251012" y="5624255"/>
              <a:ext cx="156352" cy="250528"/>
            </a:xfrm>
            <a:custGeom>
              <a:avLst/>
              <a:gdLst>
                <a:gd name="connsiteX0" fmla="*/ 152834 w 156352"/>
                <a:gd name="connsiteY0" fmla="*/ 204511 h 250528"/>
                <a:gd name="connsiteX1" fmla="*/ 156353 w 156352"/>
                <a:gd name="connsiteY1" fmla="*/ 208022 h 250528"/>
                <a:gd name="connsiteX2" fmla="*/ 156353 w 156352"/>
                <a:gd name="connsiteY2" fmla="*/ 247017 h 250528"/>
                <a:gd name="connsiteX3" fmla="*/ 152834 w 156352"/>
                <a:gd name="connsiteY3" fmla="*/ 250528 h 250528"/>
                <a:gd name="connsiteX4" fmla="*/ 3519 w 156352"/>
                <a:gd name="connsiteY4" fmla="*/ 250528 h 250528"/>
                <a:gd name="connsiteX5" fmla="*/ 0 w 156352"/>
                <a:gd name="connsiteY5" fmla="*/ 247017 h 250528"/>
                <a:gd name="connsiteX6" fmla="*/ 0 w 156352"/>
                <a:gd name="connsiteY6" fmla="*/ 3511 h 250528"/>
                <a:gd name="connsiteX7" fmla="*/ 3519 w 156352"/>
                <a:gd name="connsiteY7" fmla="*/ 0 h 250528"/>
                <a:gd name="connsiteX8" fmla="*/ 149315 w 156352"/>
                <a:gd name="connsiteY8" fmla="*/ 0 h 250528"/>
                <a:gd name="connsiteX9" fmla="*/ 152834 w 156352"/>
                <a:gd name="connsiteY9" fmla="*/ 3511 h 250528"/>
                <a:gd name="connsiteX10" fmla="*/ 152834 w 156352"/>
                <a:gd name="connsiteY10" fmla="*/ 42506 h 250528"/>
                <a:gd name="connsiteX11" fmla="*/ 149315 w 156352"/>
                <a:gd name="connsiteY11" fmla="*/ 46018 h 250528"/>
                <a:gd name="connsiteX12" fmla="*/ 55636 w 156352"/>
                <a:gd name="connsiteY12" fmla="*/ 46018 h 250528"/>
                <a:gd name="connsiteX13" fmla="*/ 52118 w 156352"/>
                <a:gd name="connsiteY13" fmla="*/ 49529 h 250528"/>
                <a:gd name="connsiteX14" fmla="*/ 52118 w 156352"/>
                <a:gd name="connsiteY14" fmla="*/ 100832 h 250528"/>
                <a:gd name="connsiteX15" fmla="*/ 55636 w 156352"/>
                <a:gd name="connsiteY15" fmla="*/ 104344 h 250528"/>
                <a:gd name="connsiteX16" fmla="*/ 122904 w 156352"/>
                <a:gd name="connsiteY16" fmla="*/ 104344 h 250528"/>
                <a:gd name="connsiteX17" fmla="*/ 126423 w 156352"/>
                <a:gd name="connsiteY17" fmla="*/ 107855 h 250528"/>
                <a:gd name="connsiteX18" fmla="*/ 126423 w 156352"/>
                <a:gd name="connsiteY18" fmla="*/ 146850 h 250528"/>
                <a:gd name="connsiteX19" fmla="*/ 122904 w 156352"/>
                <a:gd name="connsiteY19" fmla="*/ 150361 h 250528"/>
                <a:gd name="connsiteX20" fmla="*/ 55636 w 156352"/>
                <a:gd name="connsiteY20" fmla="*/ 150361 h 250528"/>
                <a:gd name="connsiteX21" fmla="*/ 52118 w 156352"/>
                <a:gd name="connsiteY21" fmla="*/ 153873 h 250528"/>
                <a:gd name="connsiteX22" fmla="*/ 52118 w 156352"/>
                <a:gd name="connsiteY22" fmla="*/ 200962 h 250528"/>
                <a:gd name="connsiteX23" fmla="*/ 55636 w 156352"/>
                <a:gd name="connsiteY23" fmla="*/ 204474 h 250528"/>
                <a:gd name="connsiteX24" fmla="*/ 152834 w 156352"/>
                <a:gd name="connsiteY24" fmla="*/ 204474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52" h="250528">
                  <a:moveTo>
                    <a:pt x="152834" y="204511"/>
                  </a:moveTo>
                  <a:cubicBezTo>
                    <a:pt x="155167" y="204511"/>
                    <a:pt x="156353" y="205693"/>
                    <a:pt x="156353" y="208022"/>
                  </a:cubicBezTo>
                  <a:lnTo>
                    <a:pt x="156353" y="247017"/>
                  </a:lnTo>
                  <a:cubicBezTo>
                    <a:pt x="156353" y="249345"/>
                    <a:pt x="155167" y="250528"/>
                    <a:pt x="152834" y="250528"/>
                  </a:cubicBezTo>
                  <a:lnTo>
                    <a:pt x="3519" y="250528"/>
                  </a:lnTo>
                  <a:cubicBezTo>
                    <a:pt x="1185" y="250528"/>
                    <a:pt x="0" y="249345"/>
                    <a:pt x="0" y="247017"/>
                  </a:cubicBezTo>
                  <a:lnTo>
                    <a:pt x="0" y="3511"/>
                  </a:lnTo>
                  <a:cubicBezTo>
                    <a:pt x="0" y="1183"/>
                    <a:pt x="1185" y="0"/>
                    <a:pt x="3519" y="0"/>
                  </a:cubicBezTo>
                  <a:lnTo>
                    <a:pt x="149315" y="0"/>
                  </a:lnTo>
                  <a:cubicBezTo>
                    <a:pt x="151649" y="0"/>
                    <a:pt x="152834" y="1183"/>
                    <a:pt x="152834" y="3511"/>
                  </a:cubicBezTo>
                  <a:lnTo>
                    <a:pt x="152834" y="42506"/>
                  </a:lnTo>
                  <a:cubicBezTo>
                    <a:pt x="152834" y="44835"/>
                    <a:pt x="151649" y="46018"/>
                    <a:pt x="149315" y="46018"/>
                  </a:cubicBezTo>
                  <a:lnTo>
                    <a:pt x="55636" y="46018"/>
                  </a:lnTo>
                  <a:cubicBezTo>
                    <a:pt x="53303" y="46018"/>
                    <a:pt x="52118" y="47200"/>
                    <a:pt x="52118" y="49529"/>
                  </a:cubicBezTo>
                  <a:lnTo>
                    <a:pt x="52118" y="100832"/>
                  </a:lnTo>
                  <a:cubicBezTo>
                    <a:pt x="52118" y="103161"/>
                    <a:pt x="53303" y="104344"/>
                    <a:pt x="55636" y="104344"/>
                  </a:cubicBezTo>
                  <a:lnTo>
                    <a:pt x="122904" y="104344"/>
                  </a:lnTo>
                  <a:cubicBezTo>
                    <a:pt x="125238" y="104344"/>
                    <a:pt x="126423" y="105526"/>
                    <a:pt x="126423" y="107855"/>
                  </a:cubicBezTo>
                  <a:lnTo>
                    <a:pt x="126423" y="146850"/>
                  </a:lnTo>
                  <a:cubicBezTo>
                    <a:pt x="126423" y="149178"/>
                    <a:pt x="125238" y="150361"/>
                    <a:pt x="122904" y="150361"/>
                  </a:cubicBezTo>
                  <a:lnTo>
                    <a:pt x="55636" y="150361"/>
                  </a:lnTo>
                  <a:cubicBezTo>
                    <a:pt x="53303" y="150361"/>
                    <a:pt x="52118" y="151544"/>
                    <a:pt x="52118" y="153873"/>
                  </a:cubicBezTo>
                  <a:lnTo>
                    <a:pt x="52118" y="200962"/>
                  </a:lnTo>
                  <a:cubicBezTo>
                    <a:pt x="52118" y="203291"/>
                    <a:pt x="53303" y="204474"/>
                    <a:pt x="55636" y="204474"/>
                  </a:cubicBezTo>
                  <a:lnTo>
                    <a:pt x="152834" y="204474"/>
                  </a:lnTo>
                  <a:close/>
                </a:path>
              </a:pathLst>
            </a:custGeom>
            <a:solidFill>
              <a:srgbClr val="FEF8E8"/>
            </a:solidFill>
            <a:ln w="3692"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091F12EF-E62A-4579-3ECE-2895A5EE2949}"/>
                </a:ext>
              </a:extLst>
            </p:cNvPr>
            <p:cNvSpPr>
              <a:spLocks noGrp="1" noRot="1" noMove="1" noResize="1" noEditPoints="1" noAdjustHandles="1" noChangeArrowheads="1" noChangeShapeType="1"/>
            </p:cNvSpPr>
            <p:nvPr/>
          </p:nvSpPr>
          <p:spPr>
            <a:xfrm>
              <a:off x="4479596" y="5624255"/>
              <a:ext cx="196839" cy="250565"/>
            </a:xfrm>
            <a:custGeom>
              <a:avLst/>
              <a:gdLst>
                <a:gd name="connsiteX0" fmla="*/ 3519 w 196839"/>
                <a:gd name="connsiteY0" fmla="*/ 250528 h 250565"/>
                <a:gd name="connsiteX1" fmla="*/ 0 w 196839"/>
                <a:gd name="connsiteY1" fmla="*/ 247017 h 250565"/>
                <a:gd name="connsiteX2" fmla="*/ 0 w 196839"/>
                <a:gd name="connsiteY2" fmla="*/ 3511 h 250565"/>
                <a:gd name="connsiteX3" fmla="*/ 3519 w 196839"/>
                <a:gd name="connsiteY3" fmla="*/ 0 h 250565"/>
                <a:gd name="connsiteX4" fmla="*/ 106717 w 196839"/>
                <a:gd name="connsiteY4" fmla="*/ 0 h 250565"/>
                <a:gd name="connsiteX5" fmla="*/ 152315 w 196839"/>
                <a:gd name="connsiteY5" fmla="*/ 11052 h 250565"/>
                <a:gd name="connsiteX6" fmla="*/ 184875 w 196839"/>
                <a:gd name="connsiteY6" fmla="*/ 41989 h 250565"/>
                <a:gd name="connsiteX7" fmla="*/ 196839 w 196839"/>
                <a:gd name="connsiteY7" fmla="*/ 86787 h 250565"/>
                <a:gd name="connsiteX8" fmla="*/ 185394 w 196839"/>
                <a:gd name="connsiteY8" fmla="*/ 130365 h 250565"/>
                <a:gd name="connsiteX9" fmla="*/ 153167 w 196839"/>
                <a:gd name="connsiteY9" fmla="*/ 161635 h 250565"/>
                <a:gd name="connsiteX10" fmla="*/ 151575 w 196839"/>
                <a:gd name="connsiteY10" fmla="*/ 163557 h 250565"/>
                <a:gd name="connsiteX11" fmla="*/ 152093 w 196839"/>
                <a:gd name="connsiteY11" fmla="*/ 166551 h 250565"/>
                <a:gd name="connsiteX12" fmla="*/ 194691 w 196839"/>
                <a:gd name="connsiteY12" fmla="*/ 246315 h 250565"/>
                <a:gd name="connsiteX13" fmla="*/ 195395 w 196839"/>
                <a:gd name="connsiteY13" fmla="*/ 248089 h 250565"/>
                <a:gd name="connsiteX14" fmla="*/ 194506 w 196839"/>
                <a:gd name="connsiteY14" fmla="*/ 249863 h 250565"/>
                <a:gd name="connsiteX15" fmla="*/ 192209 w 196839"/>
                <a:gd name="connsiteY15" fmla="*/ 250565 h 250565"/>
                <a:gd name="connsiteX16" fmla="*/ 143610 w 196839"/>
                <a:gd name="connsiteY16" fmla="*/ 250565 h 250565"/>
                <a:gd name="connsiteX17" fmla="*/ 139388 w 196839"/>
                <a:gd name="connsiteY17" fmla="*/ 248089 h 250565"/>
                <a:gd name="connsiteX18" fmla="*/ 102420 w 196839"/>
                <a:gd name="connsiteY18" fmla="*/ 176050 h 250565"/>
                <a:gd name="connsiteX19" fmla="*/ 98197 w 196839"/>
                <a:gd name="connsiteY19" fmla="*/ 173573 h 250565"/>
                <a:gd name="connsiteX20" fmla="*/ 55600 w 196839"/>
                <a:gd name="connsiteY20" fmla="*/ 173573 h 250565"/>
                <a:gd name="connsiteX21" fmla="*/ 52081 w 196839"/>
                <a:gd name="connsiteY21" fmla="*/ 177085 h 250565"/>
                <a:gd name="connsiteX22" fmla="*/ 52081 w 196839"/>
                <a:gd name="connsiteY22" fmla="*/ 247017 h 250565"/>
                <a:gd name="connsiteX23" fmla="*/ 48562 w 196839"/>
                <a:gd name="connsiteY23" fmla="*/ 250528 h 250565"/>
                <a:gd name="connsiteX24" fmla="*/ 3482 w 196839"/>
                <a:gd name="connsiteY24" fmla="*/ 250528 h 250565"/>
                <a:gd name="connsiteX25" fmla="*/ 102828 w 196839"/>
                <a:gd name="connsiteY25" fmla="*/ 127556 h 250565"/>
                <a:gd name="connsiteX26" fmla="*/ 123423 w 196839"/>
                <a:gd name="connsiteY26" fmla="*/ 122455 h 250565"/>
                <a:gd name="connsiteX27" fmla="*/ 139091 w 196839"/>
                <a:gd name="connsiteY27" fmla="*/ 108225 h 250565"/>
                <a:gd name="connsiteX28" fmla="*/ 145092 w 196839"/>
                <a:gd name="connsiteY28" fmla="*/ 86787 h 250565"/>
                <a:gd name="connsiteX29" fmla="*/ 132239 w 196839"/>
                <a:gd name="connsiteY29" fmla="*/ 56921 h 250565"/>
                <a:gd name="connsiteX30" fmla="*/ 101087 w 196839"/>
                <a:gd name="connsiteY30" fmla="*/ 46018 h 250565"/>
                <a:gd name="connsiteX31" fmla="*/ 55674 w 196839"/>
                <a:gd name="connsiteY31" fmla="*/ 46018 h 250565"/>
                <a:gd name="connsiteX32" fmla="*/ 52155 w 196839"/>
                <a:gd name="connsiteY32" fmla="*/ 49529 h 250565"/>
                <a:gd name="connsiteX33" fmla="*/ 52155 w 196839"/>
                <a:gd name="connsiteY33" fmla="*/ 124007 h 250565"/>
                <a:gd name="connsiteX34" fmla="*/ 55674 w 196839"/>
                <a:gd name="connsiteY34" fmla="*/ 127519 h 250565"/>
                <a:gd name="connsiteX35" fmla="*/ 102865 w 196839"/>
                <a:gd name="connsiteY35" fmla="*/ 127519 h 2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6839" h="250565">
                  <a:moveTo>
                    <a:pt x="3519" y="250528"/>
                  </a:moveTo>
                  <a:cubicBezTo>
                    <a:pt x="1185" y="250528"/>
                    <a:pt x="0" y="249345"/>
                    <a:pt x="0" y="247017"/>
                  </a:cubicBezTo>
                  <a:lnTo>
                    <a:pt x="0" y="3511"/>
                  </a:lnTo>
                  <a:cubicBezTo>
                    <a:pt x="0" y="1183"/>
                    <a:pt x="1185" y="0"/>
                    <a:pt x="3519" y="0"/>
                  </a:cubicBezTo>
                  <a:lnTo>
                    <a:pt x="106717" y="0"/>
                  </a:lnTo>
                  <a:cubicBezTo>
                    <a:pt x="123386" y="0"/>
                    <a:pt x="138573" y="3696"/>
                    <a:pt x="152315" y="11052"/>
                  </a:cubicBezTo>
                  <a:cubicBezTo>
                    <a:pt x="166058" y="18444"/>
                    <a:pt x="176911" y="28756"/>
                    <a:pt x="184875" y="41989"/>
                  </a:cubicBezTo>
                  <a:cubicBezTo>
                    <a:pt x="192839" y="55221"/>
                    <a:pt x="196839" y="70154"/>
                    <a:pt x="196839" y="86787"/>
                  </a:cubicBezTo>
                  <a:cubicBezTo>
                    <a:pt x="196839" y="103420"/>
                    <a:pt x="193024" y="117724"/>
                    <a:pt x="185394" y="130365"/>
                  </a:cubicBezTo>
                  <a:cubicBezTo>
                    <a:pt x="177763" y="143006"/>
                    <a:pt x="167021" y="153429"/>
                    <a:pt x="153167" y="161635"/>
                  </a:cubicBezTo>
                  <a:cubicBezTo>
                    <a:pt x="152241" y="161856"/>
                    <a:pt x="151686" y="162522"/>
                    <a:pt x="151575" y="163557"/>
                  </a:cubicBezTo>
                  <a:cubicBezTo>
                    <a:pt x="151463" y="164592"/>
                    <a:pt x="151648" y="165627"/>
                    <a:pt x="152093" y="166551"/>
                  </a:cubicBezTo>
                  <a:lnTo>
                    <a:pt x="194691" y="246315"/>
                  </a:lnTo>
                  <a:lnTo>
                    <a:pt x="195395" y="248089"/>
                  </a:lnTo>
                  <a:cubicBezTo>
                    <a:pt x="195395" y="248791"/>
                    <a:pt x="195098" y="249382"/>
                    <a:pt x="194506" y="249863"/>
                  </a:cubicBezTo>
                  <a:cubicBezTo>
                    <a:pt x="193913" y="250343"/>
                    <a:pt x="193172" y="250565"/>
                    <a:pt x="192209" y="250565"/>
                  </a:cubicBezTo>
                  <a:lnTo>
                    <a:pt x="143610" y="250565"/>
                  </a:lnTo>
                  <a:cubicBezTo>
                    <a:pt x="141499" y="250565"/>
                    <a:pt x="140091" y="249752"/>
                    <a:pt x="139388" y="248089"/>
                  </a:cubicBezTo>
                  <a:lnTo>
                    <a:pt x="102420" y="176050"/>
                  </a:lnTo>
                  <a:cubicBezTo>
                    <a:pt x="101716" y="174424"/>
                    <a:pt x="100309" y="173573"/>
                    <a:pt x="98197" y="173573"/>
                  </a:cubicBezTo>
                  <a:lnTo>
                    <a:pt x="55600" y="173573"/>
                  </a:lnTo>
                  <a:cubicBezTo>
                    <a:pt x="53266" y="173573"/>
                    <a:pt x="52081" y="174756"/>
                    <a:pt x="52081" y="177085"/>
                  </a:cubicBezTo>
                  <a:lnTo>
                    <a:pt x="52081" y="247017"/>
                  </a:lnTo>
                  <a:cubicBezTo>
                    <a:pt x="52081" y="249345"/>
                    <a:pt x="50895" y="250528"/>
                    <a:pt x="48562" y="250528"/>
                  </a:cubicBezTo>
                  <a:lnTo>
                    <a:pt x="3482" y="250528"/>
                  </a:lnTo>
                  <a:close/>
                  <a:moveTo>
                    <a:pt x="102828" y="127556"/>
                  </a:moveTo>
                  <a:cubicBezTo>
                    <a:pt x="110088" y="127556"/>
                    <a:pt x="116978" y="125855"/>
                    <a:pt x="123423" y="122455"/>
                  </a:cubicBezTo>
                  <a:cubicBezTo>
                    <a:pt x="129868" y="119054"/>
                    <a:pt x="135091" y="114323"/>
                    <a:pt x="139091" y="108225"/>
                  </a:cubicBezTo>
                  <a:cubicBezTo>
                    <a:pt x="143092" y="102126"/>
                    <a:pt x="145092" y="94992"/>
                    <a:pt x="145092" y="86787"/>
                  </a:cubicBezTo>
                  <a:cubicBezTo>
                    <a:pt x="145092" y="74146"/>
                    <a:pt x="140795" y="64166"/>
                    <a:pt x="132239" y="56921"/>
                  </a:cubicBezTo>
                  <a:cubicBezTo>
                    <a:pt x="123682" y="49677"/>
                    <a:pt x="113273" y="46018"/>
                    <a:pt x="101087" y="46018"/>
                  </a:cubicBezTo>
                  <a:lnTo>
                    <a:pt x="55674" y="46018"/>
                  </a:lnTo>
                  <a:cubicBezTo>
                    <a:pt x="53340" y="46018"/>
                    <a:pt x="52155" y="47200"/>
                    <a:pt x="52155" y="49529"/>
                  </a:cubicBezTo>
                  <a:lnTo>
                    <a:pt x="52155" y="124007"/>
                  </a:lnTo>
                  <a:cubicBezTo>
                    <a:pt x="52155" y="126336"/>
                    <a:pt x="53340" y="127519"/>
                    <a:pt x="55674" y="127519"/>
                  </a:cubicBezTo>
                  <a:lnTo>
                    <a:pt x="102865" y="127519"/>
                  </a:lnTo>
                  <a:close/>
                </a:path>
              </a:pathLst>
            </a:custGeom>
            <a:solidFill>
              <a:srgbClr val="FEF8E8"/>
            </a:solidFill>
            <a:ln w="3692"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F43C2E3F-F93C-DB08-5A9F-2CDEC356CA4D}"/>
                </a:ext>
              </a:extLst>
            </p:cNvPr>
            <p:cNvSpPr>
              <a:spLocks noGrp="1" noRot="1" noMove="1" noResize="1" noEditPoints="1" noAdjustHandles="1" noChangeArrowheads="1" noChangeShapeType="1"/>
            </p:cNvSpPr>
            <p:nvPr/>
          </p:nvSpPr>
          <p:spPr>
            <a:xfrm>
              <a:off x="4744703"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3 w 202839"/>
                <a:gd name="connsiteY3" fmla="*/ 248421 h 250528"/>
                <a:gd name="connsiteX4" fmla="*/ 56377 w 202839"/>
                <a:gd name="connsiteY4" fmla="*/ 105748 h 250528"/>
                <a:gd name="connsiteX5" fmla="*/ 53896 w 202839"/>
                <a:gd name="connsiteY5" fmla="*/ 104344 h 250528"/>
                <a:gd name="connsiteX6" fmla="*/ 52118 w 202839"/>
                <a:gd name="connsiteY6" fmla="*/ 107522 h 250528"/>
                <a:gd name="connsiteX7" fmla="*/ 52118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8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3" y="248421"/>
                  </a:cubicBezTo>
                  <a:lnTo>
                    <a:pt x="56377" y="105748"/>
                  </a:lnTo>
                  <a:cubicBezTo>
                    <a:pt x="55451" y="104824"/>
                    <a:pt x="54599" y="104344"/>
                    <a:pt x="53896" y="104344"/>
                  </a:cubicBezTo>
                  <a:cubicBezTo>
                    <a:pt x="52710" y="104344"/>
                    <a:pt x="52118" y="105416"/>
                    <a:pt x="52118" y="107522"/>
                  </a:cubicBezTo>
                  <a:lnTo>
                    <a:pt x="52118" y="247017"/>
                  </a:lnTo>
                  <a:cubicBezTo>
                    <a:pt x="52118"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8" y="2107"/>
                  </a:cubicBezTo>
                  <a:lnTo>
                    <a:pt x="146463" y="144410"/>
                  </a:lnTo>
                  <a:cubicBezTo>
                    <a:pt x="147167"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solidFill>
              <a:srgbClr val="FEF8E8"/>
            </a:solidFill>
            <a:ln w="3692"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744937F7-6BFC-69A6-6B6B-1F597E071605}"/>
                </a:ext>
              </a:extLst>
            </p:cNvPr>
            <p:cNvSpPr>
              <a:spLocks noGrp="1" noRot="1" noMove="1" noResize="1" noEditPoints="1" noAdjustHandles="1" noChangeArrowheads="1" noChangeShapeType="1"/>
            </p:cNvSpPr>
            <p:nvPr/>
          </p:nvSpPr>
          <p:spPr>
            <a:xfrm>
              <a:off x="2649665" y="5714387"/>
              <a:ext cx="129608" cy="253611"/>
            </a:xfrm>
            <a:custGeom>
              <a:avLst/>
              <a:gdLst>
                <a:gd name="connsiteX0" fmla="*/ 51488 w 129608"/>
                <a:gd name="connsiteY0" fmla="*/ 172003 h 253611"/>
                <a:gd name="connsiteX1" fmla="*/ 114866 w 129608"/>
                <a:gd name="connsiteY1" fmla="*/ 95454 h 253611"/>
                <a:gd name="connsiteX2" fmla="*/ 129609 w 129608"/>
                <a:gd name="connsiteY2" fmla="*/ 77491 h 253611"/>
                <a:gd name="connsiteX3" fmla="*/ 129609 w 129608"/>
                <a:gd name="connsiteY3" fmla="*/ 18463 h 253611"/>
                <a:gd name="connsiteX4" fmla="*/ 108310 w 129608"/>
                <a:gd name="connsiteY4" fmla="*/ 277 h 253611"/>
                <a:gd name="connsiteX5" fmla="*/ 0 w 129608"/>
                <a:gd name="connsiteY5" fmla="*/ 127870 h 253611"/>
                <a:gd name="connsiteX6" fmla="*/ 98716 w 129608"/>
                <a:gd name="connsiteY6" fmla="*/ 253467 h 253611"/>
                <a:gd name="connsiteX7" fmla="*/ 104531 w 129608"/>
                <a:gd name="connsiteY7" fmla="*/ 248994 h 253611"/>
                <a:gd name="connsiteX8" fmla="*/ 104531 w 129608"/>
                <a:gd name="connsiteY8" fmla="*/ 248994 h 253611"/>
                <a:gd name="connsiteX9" fmla="*/ 101494 w 129608"/>
                <a:gd name="connsiteY9" fmla="*/ 244670 h 253611"/>
                <a:gd name="connsiteX10" fmla="*/ 51525 w 129608"/>
                <a:gd name="connsiteY10" fmla="*/ 172040 h 25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08" h="253611">
                  <a:moveTo>
                    <a:pt x="51488" y="172003"/>
                  </a:moveTo>
                  <a:cubicBezTo>
                    <a:pt x="51488" y="133969"/>
                    <a:pt x="78751" y="102329"/>
                    <a:pt x="114866" y="95454"/>
                  </a:cubicBezTo>
                  <a:cubicBezTo>
                    <a:pt x="122978" y="93902"/>
                    <a:pt x="129609" y="85733"/>
                    <a:pt x="129609" y="77491"/>
                  </a:cubicBezTo>
                  <a:lnTo>
                    <a:pt x="129609" y="18463"/>
                  </a:lnTo>
                  <a:cubicBezTo>
                    <a:pt x="129609" y="6635"/>
                    <a:pt x="120015" y="-1645"/>
                    <a:pt x="108310" y="277"/>
                  </a:cubicBezTo>
                  <a:cubicBezTo>
                    <a:pt x="46858" y="10405"/>
                    <a:pt x="0" y="63704"/>
                    <a:pt x="0" y="127870"/>
                  </a:cubicBezTo>
                  <a:cubicBezTo>
                    <a:pt x="0" y="188673"/>
                    <a:pt x="42042" y="239643"/>
                    <a:pt x="98716" y="253467"/>
                  </a:cubicBezTo>
                  <a:cubicBezTo>
                    <a:pt x="101679" y="254206"/>
                    <a:pt x="104531" y="252025"/>
                    <a:pt x="104531" y="248994"/>
                  </a:cubicBezTo>
                  <a:lnTo>
                    <a:pt x="104531" y="248994"/>
                  </a:lnTo>
                  <a:cubicBezTo>
                    <a:pt x="104531" y="247073"/>
                    <a:pt x="103309" y="245372"/>
                    <a:pt x="101494" y="244670"/>
                  </a:cubicBezTo>
                  <a:cubicBezTo>
                    <a:pt x="72268" y="233397"/>
                    <a:pt x="51525" y="205158"/>
                    <a:pt x="51525" y="172040"/>
                  </a:cubicBezTo>
                  <a:close/>
                </a:path>
              </a:pathLst>
            </a:custGeom>
            <a:solidFill>
              <a:srgbClr val="FEF8E8"/>
            </a:solidFill>
            <a:ln w="3692"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B8DD6385-82A5-D777-238C-8CAEA7E60F4C}"/>
                </a:ext>
              </a:extLst>
            </p:cNvPr>
            <p:cNvSpPr>
              <a:spLocks noGrp="1" noRot="1" noMove="1" noResize="1" noEditPoints="1" noAdjustHandles="1" noChangeArrowheads="1" noChangeShapeType="1"/>
            </p:cNvSpPr>
            <p:nvPr/>
          </p:nvSpPr>
          <p:spPr>
            <a:xfrm>
              <a:off x="2779274" y="5459914"/>
              <a:ext cx="234362" cy="508006"/>
            </a:xfrm>
            <a:custGeom>
              <a:avLst/>
              <a:gdLst>
                <a:gd name="connsiteX0" fmla="*/ 234362 w 234362"/>
                <a:gd name="connsiteY0" fmla="*/ 255009 h 508006"/>
                <a:gd name="connsiteX1" fmla="*/ 21632 w 234362"/>
                <a:gd name="connsiteY1" fmla="*/ 341 h 508006"/>
                <a:gd name="connsiteX2" fmla="*/ 0 w 234362"/>
                <a:gd name="connsiteY2" fmla="*/ 18452 h 508006"/>
                <a:gd name="connsiteX3" fmla="*/ 0 w 234362"/>
                <a:gd name="connsiteY3" fmla="*/ 163047 h 508006"/>
                <a:gd name="connsiteX4" fmla="*/ 14076 w 234362"/>
                <a:gd name="connsiteY4" fmla="*/ 180863 h 508006"/>
                <a:gd name="connsiteX5" fmla="*/ 144055 w 234362"/>
                <a:gd name="connsiteY5" fmla="*/ 345085 h 508006"/>
                <a:gd name="connsiteX6" fmla="*/ 123830 w 234362"/>
                <a:gd name="connsiteY6" fmla="*/ 425108 h 508006"/>
                <a:gd name="connsiteX7" fmla="*/ 50599 w 234362"/>
                <a:gd name="connsiteY7" fmla="*/ 491528 h 508006"/>
                <a:gd name="connsiteX8" fmla="*/ 27966 w 234362"/>
                <a:gd name="connsiteY8" fmla="*/ 498625 h 508006"/>
                <a:gd name="connsiteX9" fmla="*/ 24262 w 234362"/>
                <a:gd name="connsiteY9" fmla="*/ 503245 h 508006"/>
                <a:gd name="connsiteX10" fmla="*/ 24262 w 234362"/>
                <a:gd name="connsiteY10" fmla="*/ 503245 h 508006"/>
                <a:gd name="connsiteX11" fmla="*/ 30004 w 234362"/>
                <a:gd name="connsiteY11" fmla="*/ 507902 h 508006"/>
                <a:gd name="connsiteX12" fmla="*/ 234362 w 234362"/>
                <a:gd name="connsiteY12" fmla="*/ 254972 h 50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362" h="508006">
                  <a:moveTo>
                    <a:pt x="234362" y="255009"/>
                  </a:moveTo>
                  <a:cubicBezTo>
                    <a:pt x="234362" y="127970"/>
                    <a:pt x="142610" y="22296"/>
                    <a:pt x="21632" y="341"/>
                  </a:cubicBezTo>
                  <a:cubicBezTo>
                    <a:pt x="9742" y="-1803"/>
                    <a:pt x="0" y="6402"/>
                    <a:pt x="0" y="18452"/>
                  </a:cubicBezTo>
                  <a:lnTo>
                    <a:pt x="0" y="163047"/>
                  </a:lnTo>
                  <a:cubicBezTo>
                    <a:pt x="0" y="170994"/>
                    <a:pt x="6334" y="179052"/>
                    <a:pt x="14076" y="180863"/>
                  </a:cubicBezTo>
                  <a:cubicBezTo>
                    <a:pt x="88604" y="198494"/>
                    <a:pt x="144055" y="265321"/>
                    <a:pt x="144055" y="345085"/>
                  </a:cubicBezTo>
                  <a:cubicBezTo>
                    <a:pt x="144055" y="374063"/>
                    <a:pt x="136721" y="401304"/>
                    <a:pt x="123830" y="425108"/>
                  </a:cubicBezTo>
                  <a:cubicBezTo>
                    <a:pt x="102679" y="461441"/>
                    <a:pt x="74157" y="480994"/>
                    <a:pt x="50599" y="491528"/>
                  </a:cubicBezTo>
                  <a:cubicBezTo>
                    <a:pt x="43302" y="494411"/>
                    <a:pt x="35745" y="496777"/>
                    <a:pt x="27966" y="498625"/>
                  </a:cubicBezTo>
                  <a:cubicBezTo>
                    <a:pt x="25818" y="499142"/>
                    <a:pt x="24262" y="501028"/>
                    <a:pt x="24262" y="503245"/>
                  </a:cubicBezTo>
                  <a:lnTo>
                    <a:pt x="24262" y="503245"/>
                  </a:lnTo>
                  <a:cubicBezTo>
                    <a:pt x="24262" y="506239"/>
                    <a:pt x="27040" y="508531"/>
                    <a:pt x="30004" y="507902"/>
                  </a:cubicBezTo>
                  <a:cubicBezTo>
                    <a:pt x="146833" y="482694"/>
                    <a:pt x="234362" y="379090"/>
                    <a:pt x="234362" y="254972"/>
                  </a:cubicBezTo>
                  <a:close/>
                </a:path>
              </a:pathLst>
            </a:custGeom>
            <a:solidFill>
              <a:srgbClr val="FEF8E8"/>
            </a:solidFill>
            <a:ln w="3692"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90F689CD-8F56-F17D-E91E-05C2065BB047}"/>
                </a:ext>
              </a:extLst>
            </p:cNvPr>
            <p:cNvSpPr>
              <a:spLocks noGrp="1" noRot="1" noMove="1" noResize="1" noEditPoints="1" noAdjustHandles="1" noChangeArrowheads="1" noChangeShapeType="1"/>
            </p:cNvSpPr>
            <p:nvPr/>
          </p:nvSpPr>
          <p:spPr>
            <a:xfrm>
              <a:off x="3210809" y="6013428"/>
              <a:ext cx="61822" cy="88376"/>
            </a:xfrm>
            <a:custGeom>
              <a:avLst/>
              <a:gdLst>
                <a:gd name="connsiteX0" fmla="*/ 0 w 61822"/>
                <a:gd name="connsiteY0" fmla="*/ 0 h 88376"/>
                <a:gd name="connsiteX1" fmla="*/ 61822 w 61822"/>
                <a:gd name="connsiteY1" fmla="*/ 0 h 88376"/>
                <a:gd name="connsiteX2" fmla="*/ 61822 w 61822"/>
                <a:gd name="connsiteY2" fmla="*/ 11828 h 88376"/>
                <a:gd name="connsiteX3" fmla="*/ 38227 w 61822"/>
                <a:gd name="connsiteY3" fmla="*/ 11828 h 88376"/>
                <a:gd name="connsiteX4" fmla="*/ 38227 w 61822"/>
                <a:gd name="connsiteY4" fmla="*/ 88376 h 88376"/>
                <a:gd name="connsiteX5" fmla="*/ 23707 w 61822"/>
                <a:gd name="connsiteY5" fmla="*/ 88376 h 88376"/>
                <a:gd name="connsiteX6" fmla="*/ 23707 w 61822"/>
                <a:gd name="connsiteY6" fmla="*/ 11828 h 88376"/>
                <a:gd name="connsiteX7" fmla="*/ 0 w 61822"/>
                <a:gd name="connsiteY7" fmla="*/ 11828 h 88376"/>
                <a:gd name="connsiteX8" fmla="*/ 0 w 61822"/>
                <a:gd name="connsiteY8" fmla="*/ 0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22" h="88376">
                  <a:moveTo>
                    <a:pt x="0" y="0"/>
                  </a:moveTo>
                  <a:lnTo>
                    <a:pt x="61822" y="0"/>
                  </a:lnTo>
                  <a:lnTo>
                    <a:pt x="61822" y="11828"/>
                  </a:lnTo>
                  <a:lnTo>
                    <a:pt x="38227" y="11828"/>
                  </a:lnTo>
                  <a:lnTo>
                    <a:pt x="38227" y="88376"/>
                  </a:lnTo>
                  <a:lnTo>
                    <a:pt x="23707" y="88376"/>
                  </a:lnTo>
                  <a:lnTo>
                    <a:pt x="23707" y="11828"/>
                  </a:lnTo>
                  <a:lnTo>
                    <a:pt x="0" y="11828"/>
                  </a:lnTo>
                  <a:lnTo>
                    <a:pt x="0" y="0"/>
                  </a:lnTo>
                  <a:close/>
                </a:path>
              </a:pathLst>
            </a:custGeom>
            <a:solidFill>
              <a:srgbClr val="FEF8E8"/>
            </a:solidFill>
            <a:ln w="3692"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CC9CFCEA-5F76-53C0-234F-0F8257962630}"/>
                </a:ext>
              </a:extLst>
            </p:cNvPr>
            <p:cNvSpPr>
              <a:spLocks noGrp="1" noRot="1" noMove="1" noResize="1" noEditPoints="1" noAdjustHandles="1" noChangeArrowheads="1" noChangeShapeType="1"/>
            </p:cNvSpPr>
            <p:nvPr/>
          </p:nvSpPr>
          <p:spPr>
            <a:xfrm>
              <a:off x="3283707" y="6007735"/>
              <a:ext cx="64230" cy="94142"/>
            </a:xfrm>
            <a:custGeom>
              <a:avLst/>
              <a:gdLst>
                <a:gd name="connsiteX0" fmla="*/ 0 w 64230"/>
                <a:gd name="connsiteY0" fmla="*/ 0 h 94142"/>
                <a:gd name="connsiteX1" fmla="*/ 14520 w 64230"/>
                <a:gd name="connsiteY1" fmla="*/ 0 h 94142"/>
                <a:gd name="connsiteX2" fmla="*/ 14520 w 64230"/>
                <a:gd name="connsiteY2" fmla="*/ 32194 h 94142"/>
                <a:gd name="connsiteX3" fmla="*/ 36301 w 64230"/>
                <a:gd name="connsiteY3" fmla="*/ 22916 h 94142"/>
                <a:gd name="connsiteX4" fmla="*/ 64230 w 64230"/>
                <a:gd name="connsiteY4" fmla="*/ 52819 h 94142"/>
                <a:gd name="connsiteX5" fmla="*/ 64230 w 64230"/>
                <a:gd name="connsiteY5" fmla="*/ 94142 h 94142"/>
                <a:gd name="connsiteX6" fmla="*/ 49821 w 64230"/>
                <a:gd name="connsiteY6" fmla="*/ 94142 h 94142"/>
                <a:gd name="connsiteX7" fmla="*/ 49821 w 64230"/>
                <a:gd name="connsiteY7" fmla="*/ 54962 h 94142"/>
                <a:gd name="connsiteX8" fmla="*/ 32226 w 64230"/>
                <a:gd name="connsiteY8" fmla="*/ 35520 h 94142"/>
                <a:gd name="connsiteX9" fmla="*/ 14520 w 64230"/>
                <a:gd name="connsiteY9" fmla="*/ 54962 h 94142"/>
                <a:gd name="connsiteX10" fmla="*/ 14520 w 64230"/>
                <a:gd name="connsiteY10" fmla="*/ 94142 h 94142"/>
                <a:gd name="connsiteX11" fmla="*/ 0 w 64230"/>
                <a:gd name="connsiteY11" fmla="*/ 94142 h 94142"/>
                <a:gd name="connsiteX12" fmla="*/ 0 w 64230"/>
                <a:gd name="connsiteY12" fmla="*/ 37 h 9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0" h="94142">
                  <a:moveTo>
                    <a:pt x="0" y="0"/>
                  </a:moveTo>
                  <a:lnTo>
                    <a:pt x="14520" y="0"/>
                  </a:lnTo>
                  <a:lnTo>
                    <a:pt x="14520" y="32194"/>
                  </a:lnTo>
                  <a:cubicBezTo>
                    <a:pt x="19373" y="26354"/>
                    <a:pt x="27263" y="22916"/>
                    <a:pt x="36301" y="22916"/>
                  </a:cubicBezTo>
                  <a:cubicBezTo>
                    <a:pt x="51969" y="22916"/>
                    <a:pt x="64230" y="33229"/>
                    <a:pt x="64230" y="52819"/>
                  </a:cubicBezTo>
                  <a:lnTo>
                    <a:pt x="64230" y="94142"/>
                  </a:lnTo>
                  <a:lnTo>
                    <a:pt x="49821" y="94142"/>
                  </a:lnTo>
                  <a:lnTo>
                    <a:pt x="49821" y="54962"/>
                  </a:lnTo>
                  <a:cubicBezTo>
                    <a:pt x="49821" y="42100"/>
                    <a:pt x="42820" y="35520"/>
                    <a:pt x="32226" y="35520"/>
                  </a:cubicBezTo>
                  <a:cubicBezTo>
                    <a:pt x="21632" y="35520"/>
                    <a:pt x="14520" y="42137"/>
                    <a:pt x="14520" y="54962"/>
                  </a:cubicBezTo>
                  <a:lnTo>
                    <a:pt x="14520" y="94142"/>
                  </a:lnTo>
                  <a:lnTo>
                    <a:pt x="0" y="94142"/>
                  </a:lnTo>
                  <a:lnTo>
                    <a:pt x="0" y="37"/>
                  </a:lnTo>
                  <a:close/>
                </a:path>
              </a:pathLst>
            </a:custGeom>
            <a:solidFill>
              <a:srgbClr val="FEF8E8"/>
            </a:solidFill>
            <a:ln w="3692"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F097D268-A6CB-582A-D905-701D4C8E7408}"/>
                </a:ext>
              </a:extLst>
            </p:cNvPr>
            <p:cNvSpPr>
              <a:spLocks noGrp="1" noRot="1" noMove="1" noResize="1" noEditPoints="1" noAdjustHandles="1" noChangeArrowheads="1" noChangeShapeType="1"/>
            </p:cNvSpPr>
            <p:nvPr/>
          </p:nvSpPr>
          <p:spPr>
            <a:xfrm>
              <a:off x="3360420"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solidFill>
              <a:srgbClr val="FEF8E8"/>
            </a:solidFill>
            <a:ln w="3692"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1BE2C6C4-C7B3-3CB5-171A-13A593E12AFD}"/>
                </a:ext>
              </a:extLst>
            </p:cNvPr>
            <p:cNvSpPr>
              <a:spLocks noGrp="1" noRot="1" noMove="1" noResize="1" noEditPoints="1" noAdjustHandles="1" noChangeArrowheads="1" noChangeShapeType="1"/>
            </p:cNvSpPr>
            <p:nvPr/>
          </p:nvSpPr>
          <p:spPr>
            <a:xfrm>
              <a:off x="3474916" y="6012282"/>
              <a:ext cx="61896" cy="90445"/>
            </a:xfrm>
            <a:custGeom>
              <a:avLst/>
              <a:gdLst>
                <a:gd name="connsiteX0" fmla="*/ 31337 w 61896"/>
                <a:gd name="connsiteY0" fmla="*/ 90446 h 90445"/>
                <a:gd name="connsiteX1" fmla="*/ 0 w 61896"/>
                <a:gd name="connsiteY1" fmla="*/ 65127 h 90445"/>
                <a:gd name="connsiteX2" fmla="*/ 15558 w 61896"/>
                <a:gd name="connsiteY2" fmla="*/ 65127 h 90445"/>
                <a:gd name="connsiteX3" fmla="*/ 31374 w 61896"/>
                <a:gd name="connsiteY3" fmla="*/ 78211 h 90445"/>
                <a:gd name="connsiteX4" fmla="*/ 47302 w 61896"/>
                <a:gd name="connsiteY4" fmla="*/ 65238 h 90445"/>
                <a:gd name="connsiteX5" fmla="*/ 259 w 61896"/>
                <a:gd name="connsiteY5" fmla="*/ 25171 h 90445"/>
                <a:gd name="connsiteX6" fmla="*/ 30708 w 61896"/>
                <a:gd name="connsiteY6" fmla="*/ 0 h 90445"/>
                <a:gd name="connsiteX7" fmla="*/ 60934 w 61896"/>
                <a:gd name="connsiteY7" fmla="*/ 24025 h 90445"/>
                <a:gd name="connsiteX8" fmla="*/ 44857 w 61896"/>
                <a:gd name="connsiteY8" fmla="*/ 24025 h 90445"/>
                <a:gd name="connsiteX9" fmla="*/ 29930 w 61896"/>
                <a:gd name="connsiteY9" fmla="*/ 12308 h 90445"/>
                <a:gd name="connsiteX10" fmla="*/ 15002 w 61896"/>
                <a:gd name="connsiteY10" fmla="*/ 24654 h 90445"/>
                <a:gd name="connsiteX11" fmla="*/ 61897 w 61896"/>
                <a:gd name="connsiteY11" fmla="*/ 64462 h 90445"/>
                <a:gd name="connsiteX12" fmla="*/ 31300 w 61896"/>
                <a:gd name="connsiteY12" fmla="*/ 90409 h 9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896" h="90445">
                  <a:moveTo>
                    <a:pt x="31337" y="90446"/>
                  </a:moveTo>
                  <a:cubicBezTo>
                    <a:pt x="13631" y="90446"/>
                    <a:pt x="0" y="80762"/>
                    <a:pt x="0" y="65127"/>
                  </a:cubicBezTo>
                  <a:lnTo>
                    <a:pt x="15558" y="65127"/>
                  </a:lnTo>
                  <a:cubicBezTo>
                    <a:pt x="16187" y="72372"/>
                    <a:pt x="21299" y="78211"/>
                    <a:pt x="31374" y="78211"/>
                  </a:cubicBezTo>
                  <a:cubicBezTo>
                    <a:pt x="41450" y="78211"/>
                    <a:pt x="47302" y="72741"/>
                    <a:pt x="47302" y="65238"/>
                  </a:cubicBezTo>
                  <a:cubicBezTo>
                    <a:pt x="47302" y="43874"/>
                    <a:pt x="259" y="57735"/>
                    <a:pt x="259" y="25171"/>
                  </a:cubicBezTo>
                  <a:cubicBezTo>
                    <a:pt x="259" y="9647"/>
                    <a:pt x="12631" y="0"/>
                    <a:pt x="30708" y="0"/>
                  </a:cubicBezTo>
                  <a:cubicBezTo>
                    <a:pt x="47673" y="0"/>
                    <a:pt x="59637" y="8908"/>
                    <a:pt x="60934" y="24025"/>
                  </a:cubicBezTo>
                  <a:lnTo>
                    <a:pt x="44857" y="24025"/>
                  </a:lnTo>
                  <a:cubicBezTo>
                    <a:pt x="44339" y="18037"/>
                    <a:pt x="39116" y="12567"/>
                    <a:pt x="29930" y="12308"/>
                  </a:cubicBezTo>
                  <a:cubicBezTo>
                    <a:pt x="21521" y="12050"/>
                    <a:pt x="15002" y="16115"/>
                    <a:pt x="15002" y="24654"/>
                  </a:cubicBezTo>
                  <a:cubicBezTo>
                    <a:pt x="15002" y="44613"/>
                    <a:pt x="61897" y="32157"/>
                    <a:pt x="61897" y="64462"/>
                  </a:cubicBezTo>
                  <a:cubicBezTo>
                    <a:pt x="61897" y="77694"/>
                    <a:pt x="51080" y="90409"/>
                    <a:pt x="31300" y="90409"/>
                  </a:cubicBezTo>
                  <a:close/>
                </a:path>
              </a:pathLst>
            </a:custGeom>
            <a:solidFill>
              <a:srgbClr val="FEF8E8"/>
            </a:solidFill>
            <a:ln w="3692"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BECC1544-07A3-4596-D444-23C9388BEEE1}"/>
                </a:ext>
              </a:extLst>
            </p:cNvPr>
            <p:cNvSpPr>
              <a:spLocks noGrp="1" noRot="1" noMove="1" noResize="1" noEditPoints="1" noAdjustHandles="1" noChangeArrowheads="1" noChangeShapeType="1"/>
            </p:cNvSpPr>
            <p:nvPr/>
          </p:nvSpPr>
          <p:spPr>
            <a:xfrm>
              <a:off x="3552073" y="6030615"/>
              <a:ext cx="72008" cy="104565"/>
            </a:xfrm>
            <a:custGeom>
              <a:avLst/>
              <a:gdLst>
                <a:gd name="connsiteX0" fmla="*/ 39005 w 72008"/>
                <a:gd name="connsiteY0" fmla="*/ 0 h 104565"/>
                <a:gd name="connsiteX1" fmla="*/ 72009 w 72008"/>
                <a:gd name="connsiteY1" fmla="*/ 35853 h 104565"/>
                <a:gd name="connsiteX2" fmla="*/ 39005 w 72008"/>
                <a:gd name="connsiteY2" fmla="*/ 72372 h 104565"/>
                <a:gd name="connsiteX3" fmla="*/ 14520 w 72008"/>
                <a:gd name="connsiteY3" fmla="*/ 61061 h 104565"/>
                <a:gd name="connsiteX4" fmla="*/ 14520 w 72008"/>
                <a:gd name="connsiteY4" fmla="*/ 104565 h 104565"/>
                <a:gd name="connsiteX5" fmla="*/ 0 w 72008"/>
                <a:gd name="connsiteY5" fmla="*/ 104565 h 104565"/>
                <a:gd name="connsiteX6" fmla="*/ 0 w 72008"/>
                <a:gd name="connsiteY6" fmla="*/ 1183 h 104565"/>
                <a:gd name="connsiteX7" fmla="*/ 14520 w 72008"/>
                <a:gd name="connsiteY7" fmla="*/ 1183 h 104565"/>
                <a:gd name="connsiteX8" fmla="*/ 14520 w 72008"/>
                <a:gd name="connsiteY8" fmla="*/ 11495 h 104565"/>
                <a:gd name="connsiteX9" fmla="*/ 39005 w 72008"/>
                <a:gd name="connsiteY9" fmla="*/ 37 h 104565"/>
                <a:gd name="connsiteX10" fmla="*/ 35819 w 72008"/>
                <a:gd name="connsiteY10" fmla="*/ 12604 h 104565"/>
                <a:gd name="connsiteX11" fmla="*/ 14520 w 72008"/>
                <a:gd name="connsiteY11" fmla="*/ 36149 h 104565"/>
                <a:gd name="connsiteX12" fmla="*/ 35819 w 72008"/>
                <a:gd name="connsiteY12" fmla="*/ 59804 h 104565"/>
                <a:gd name="connsiteX13" fmla="*/ 57229 w 72008"/>
                <a:gd name="connsiteY13" fmla="*/ 35890 h 104565"/>
                <a:gd name="connsiteX14" fmla="*/ 35819 w 72008"/>
                <a:gd name="connsiteY14" fmla="*/ 12604 h 10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008" h="104565">
                  <a:moveTo>
                    <a:pt x="39005" y="0"/>
                  </a:moveTo>
                  <a:cubicBezTo>
                    <a:pt x="57489" y="0"/>
                    <a:pt x="72009" y="14230"/>
                    <a:pt x="72009" y="35853"/>
                  </a:cubicBezTo>
                  <a:cubicBezTo>
                    <a:pt x="72009" y="57476"/>
                    <a:pt x="57489" y="72372"/>
                    <a:pt x="39005" y="72372"/>
                  </a:cubicBezTo>
                  <a:cubicBezTo>
                    <a:pt x="27411" y="72372"/>
                    <a:pt x="19113" y="66532"/>
                    <a:pt x="14520" y="61061"/>
                  </a:cubicBezTo>
                  <a:lnTo>
                    <a:pt x="14520" y="104565"/>
                  </a:lnTo>
                  <a:lnTo>
                    <a:pt x="0" y="104565"/>
                  </a:lnTo>
                  <a:lnTo>
                    <a:pt x="0" y="1183"/>
                  </a:lnTo>
                  <a:lnTo>
                    <a:pt x="14520" y="1183"/>
                  </a:lnTo>
                  <a:lnTo>
                    <a:pt x="14520" y="11495"/>
                  </a:lnTo>
                  <a:cubicBezTo>
                    <a:pt x="18965" y="5655"/>
                    <a:pt x="27522" y="37"/>
                    <a:pt x="39005" y="37"/>
                  </a:cubicBezTo>
                  <a:close/>
                  <a:moveTo>
                    <a:pt x="35819" y="12604"/>
                  </a:moveTo>
                  <a:cubicBezTo>
                    <a:pt x="25003" y="12604"/>
                    <a:pt x="14520" y="21142"/>
                    <a:pt x="14520" y="36149"/>
                  </a:cubicBezTo>
                  <a:cubicBezTo>
                    <a:pt x="14520" y="51155"/>
                    <a:pt x="24966" y="59804"/>
                    <a:pt x="35819" y="59804"/>
                  </a:cubicBezTo>
                  <a:cubicBezTo>
                    <a:pt x="46672" y="59804"/>
                    <a:pt x="57229" y="51044"/>
                    <a:pt x="57229" y="35890"/>
                  </a:cubicBezTo>
                  <a:cubicBezTo>
                    <a:pt x="57229" y="20736"/>
                    <a:pt x="46784" y="12604"/>
                    <a:pt x="35819" y="12604"/>
                  </a:cubicBezTo>
                  <a:close/>
                </a:path>
              </a:pathLst>
            </a:custGeom>
            <a:solidFill>
              <a:srgbClr val="FEF8E8"/>
            </a:solidFill>
            <a:ln w="3692"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FAA8D11C-0D25-38CC-3202-5D2EDE314CB6}"/>
                </a:ext>
              </a:extLst>
            </p:cNvPr>
            <p:cNvSpPr>
              <a:spLocks noGrp="1" noRot="1" noMove="1" noResize="1" noEditPoints="1" noAdjustHandles="1" noChangeArrowheads="1" noChangeShapeType="1"/>
            </p:cNvSpPr>
            <p:nvPr/>
          </p:nvSpPr>
          <p:spPr>
            <a:xfrm>
              <a:off x="363319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solidFill>
              <a:srgbClr val="FEF8E8"/>
            </a:solidFill>
            <a:ln w="3692"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69460D73-079A-4528-8CD8-CA3EA0DBBA8D}"/>
                </a:ext>
              </a:extLst>
            </p:cNvPr>
            <p:cNvSpPr>
              <a:spLocks noGrp="1" noRot="1" noMove="1" noResize="1" noEditPoints="1" noAdjustHandles="1" noChangeArrowheads="1" noChangeShapeType="1"/>
            </p:cNvSpPr>
            <p:nvPr/>
          </p:nvSpPr>
          <p:spPr>
            <a:xfrm>
              <a:off x="3711463" y="6030615"/>
              <a:ext cx="66786" cy="72408"/>
            </a:xfrm>
            <a:custGeom>
              <a:avLst/>
              <a:gdLst>
                <a:gd name="connsiteX0" fmla="*/ 34412 w 66786"/>
                <a:gd name="connsiteY0" fmla="*/ 0 h 72408"/>
                <a:gd name="connsiteX1" fmla="*/ 66786 w 66786"/>
                <a:gd name="connsiteY1" fmla="*/ 23286 h 72408"/>
                <a:gd name="connsiteX2" fmla="*/ 51118 w 66786"/>
                <a:gd name="connsiteY2" fmla="*/ 23286 h 72408"/>
                <a:gd name="connsiteX3" fmla="*/ 34412 w 66786"/>
                <a:gd name="connsiteY3" fmla="*/ 12234 h 72408"/>
                <a:gd name="connsiteX4" fmla="*/ 14928 w 66786"/>
                <a:gd name="connsiteY4" fmla="*/ 36149 h 72408"/>
                <a:gd name="connsiteX5" fmla="*/ 34412 w 66786"/>
                <a:gd name="connsiteY5" fmla="*/ 60174 h 72408"/>
                <a:gd name="connsiteX6" fmla="*/ 51118 w 66786"/>
                <a:gd name="connsiteY6" fmla="*/ 49122 h 72408"/>
                <a:gd name="connsiteX7" fmla="*/ 66786 w 66786"/>
                <a:gd name="connsiteY7" fmla="*/ 49122 h 72408"/>
                <a:gd name="connsiteX8" fmla="*/ 34412 w 66786"/>
                <a:gd name="connsiteY8" fmla="*/ 72408 h 72408"/>
                <a:gd name="connsiteX9" fmla="*/ 0 w 66786"/>
                <a:gd name="connsiteY9" fmla="*/ 36149 h 72408"/>
                <a:gd name="connsiteX10" fmla="*/ 34412 w 66786"/>
                <a:gd name="connsiteY10" fmla="*/ 37 h 7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86" h="72408">
                  <a:moveTo>
                    <a:pt x="34412" y="0"/>
                  </a:moveTo>
                  <a:cubicBezTo>
                    <a:pt x="51599" y="0"/>
                    <a:pt x="62823" y="8501"/>
                    <a:pt x="66786" y="23286"/>
                  </a:cubicBezTo>
                  <a:lnTo>
                    <a:pt x="51118" y="23286"/>
                  </a:lnTo>
                  <a:cubicBezTo>
                    <a:pt x="48710" y="16559"/>
                    <a:pt x="43079" y="12234"/>
                    <a:pt x="34412" y="12234"/>
                  </a:cubicBezTo>
                  <a:cubicBezTo>
                    <a:pt x="22670" y="12234"/>
                    <a:pt x="14928" y="20884"/>
                    <a:pt x="14928" y="36149"/>
                  </a:cubicBezTo>
                  <a:cubicBezTo>
                    <a:pt x="14928" y="51414"/>
                    <a:pt x="22707" y="60174"/>
                    <a:pt x="34412" y="60174"/>
                  </a:cubicBezTo>
                  <a:cubicBezTo>
                    <a:pt x="43079" y="60174"/>
                    <a:pt x="48413" y="56367"/>
                    <a:pt x="51118" y="49122"/>
                  </a:cubicBezTo>
                  <a:lnTo>
                    <a:pt x="66786" y="49122"/>
                  </a:lnTo>
                  <a:cubicBezTo>
                    <a:pt x="62823" y="62872"/>
                    <a:pt x="51636" y="72408"/>
                    <a:pt x="34412" y="72408"/>
                  </a:cubicBezTo>
                  <a:cubicBezTo>
                    <a:pt x="14261" y="72408"/>
                    <a:pt x="0" y="58178"/>
                    <a:pt x="0" y="36149"/>
                  </a:cubicBezTo>
                  <a:cubicBezTo>
                    <a:pt x="0" y="14119"/>
                    <a:pt x="14261" y="37"/>
                    <a:pt x="34412" y="37"/>
                  </a:cubicBezTo>
                  <a:close/>
                </a:path>
              </a:pathLst>
            </a:custGeom>
            <a:solidFill>
              <a:srgbClr val="FEF8E8"/>
            </a:solidFill>
            <a:ln w="3692"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7A78D0D8-DBC3-038B-E438-3FEFA2878527}"/>
                </a:ext>
              </a:extLst>
            </p:cNvPr>
            <p:cNvSpPr>
              <a:spLocks noGrp="1" noRot="1" noMove="1" noResize="1" noEditPoints="1" noAdjustHandles="1" noChangeArrowheads="1" noChangeShapeType="1"/>
            </p:cNvSpPr>
            <p:nvPr/>
          </p:nvSpPr>
          <p:spPr>
            <a:xfrm>
              <a:off x="3789066" y="6003891"/>
              <a:ext cx="18483" cy="97949"/>
            </a:xfrm>
            <a:custGeom>
              <a:avLst/>
              <a:gdLst>
                <a:gd name="connsiteX0" fmla="*/ 0 w 18483"/>
                <a:gd name="connsiteY0" fmla="*/ 9277 h 97949"/>
                <a:gd name="connsiteX1" fmla="*/ 9297 w 18483"/>
                <a:gd name="connsiteY1" fmla="*/ 0 h 97949"/>
                <a:gd name="connsiteX2" fmla="*/ 18484 w 18483"/>
                <a:gd name="connsiteY2" fmla="*/ 9277 h 97949"/>
                <a:gd name="connsiteX3" fmla="*/ 9297 w 18483"/>
                <a:gd name="connsiteY3" fmla="*/ 18555 h 97949"/>
                <a:gd name="connsiteX4" fmla="*/ 0 w 18483"/>
                <a:gd name="connsiteY4" fmla="*/ 9277 h 97949"/>
                <a:gd name="connsiteX5" fmla="*/ 1926 w 18483"/>
                <a:gd name="connsiteY5" fmla="*/ 27869 h 97949"/>
                <a:gd name="connsiteX6" fmla="*/ 16446 w 18483"/>
                <a:gd name="connsiteY6" fmla="*/ 27869 h 97949"/>
                <a:gd name="connsiteX7" fmla="*/ 16446 w 18483"/>
                <a:gd name="connsiteY7" fmla="*/ 97949 h 97949"/>
                <a:gd name="connsiteX8" fmla="*/ 1926 w 18483"/>
                <a:gd name="connsiteY8" fmla="*/ 97949 h 97949"/>
                <a:gd name="connsiteX9" fmla="*/ 1926 w 18483"/>
                <a:gd name="connsiteY9" fmla="*/ 27869 h 97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83" h="97949">
                  <a:moveTo>
                    <a:pt x="0" y="9277"/>
                  </a:moveTo>
                  <a:cubicBezTo>
                    <a:pt x="0" y="4066"/>
                    <a:pt x="4075" y="0"/>
                    <a:pt x="9297" y="0"/>
                  </a:cubicBezTo>
                  <a:cubicBezTo>
                    <a:pt x="14520" y="0"/>
                    <a:pt x="18484" y="4066"/>
                    <a:pt x="18484" y="9277"/>
                  </a:cubicBezTo>
                  <a:cubicBezTo>
                    <a:pt x="18484" y="14489"/>
                    <a:pt x="14409" y="18555"/>
                    <a:pt x="9297" y="18555"/>
                  </a:cubicBezTo>
                  <a:cubicBezTo>
                    <a:pt x="4186" y="18555"/>
                    <a:pt x="0" y="14489"/>
                    <a:pt x="0" y="9277"/>
                  </a:cubicBezTo>
                  <a:close/>
                  <a:moveTo>
                    <a:pt x="1926" y="27869"/>
                  </a:moveTo>
                  <a:lnTo>
                    <a:pt x="16446" y="27869"/>
                  </a:lnTo>
                  <a:lnTo>
                    <a:pt x="16446" y="97949"/>
                  </a:lnTo>
                  <a:lnTo>
                    <a:pt x="1926" y="97949"/>
                  </a:lnTo>
                  <a:lnTo>
                    <a:pt x="1926" y="27869"/>
                  </a:lnTo>
                  <a:close/>
                </a:path>
              </a:pathLst>
            </a:custGeom>
            <a:solidFill>
              <a:srgbClr val="FEF8E8"/>
            </a:solidFill>
            <a:ln w="3692"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4EBBEA3C-8B6B-0194-C1D0-804A4C8EF8A9}"/>
                </a:ext>
              </a:extLst>
            </p:cNvPr>
            <p:cNvSpPr>
              <a:spLocks noGrp="1" noRot="1" noMove="1" noResize="1" noEditPoints="1" noAdjustHandles="1" noChangeArrowheads="1" noChangeShapeType="1"/>
            </p:cNvSpPr>
            <p:nvPr/>
          </p:nvSpPr>
          <p:spPr>
            <a:xfrm>
              <a:off x="3818328"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solidFill>
              <a:srgbClr val="FEF8E8"/>
            </a:solidFill>
            <a:ln w="3692"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BC199EDC-82EB-C498-E335-F36B73004378}"/>
                </a:ext>
              </a:extLst>
            </p:cNvPr>
            <p:cNvSpPr>
              <a:spLocks noGrp="1" noRot="1" noMove="1" noResize="1" noEditPoints="1" noAdjustHandles="1" noChangeArrowheads="1" noChangeShapeType="1"/>
            </p:cNvSpPr>
            <p:nvPr/>
          </p:nvSpPr>
          <p:spPr>
            <a:xfrm>
              <a:off x="3907969"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solidFill>
              <a:srgbClr val="FEF8E8"/>
            </a:solidFill>
            <a:ln w="3692"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D05732ED-6AE4-174F-D147-BA0DE8365F89}"/>
                </a:ext>
              </a:extLst>
            </p:cNvPr>
            <p:cNvSpPr>
              <a:spLocks noGrp="1" noRot="1" noMove="1" noResize="1" noEditPoints="1" noAdjustHandles="1" noChangeArrowheads="1" noChangeShapeType="1"/>
            </p:cNvSpPr>
            <p:nvPr/>
          </p:nvSpPr>
          <p:spPr>
            <a:xfrm>
              <a:off x="3933935"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solidFill>
              <a:srgbClr val="FEF8E8"/>
            </a:solidFill>
            <a:ln w="3692"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26D41969-6645-1513-EF79-159B5F998265}"/>
                </a:ext>
              </a:extLst>
            </p:cNvPr>
            <p:cNvSpPr>
              <a:spLocks noGrp="1" noRot="1" noMove="1" noResize="1" noEditPoints="1" noAdjustHandles="1" noChangeArrowheads="1" noChangeShapeType="1"/>
            </p:cNvSpPr>
            <p:nvPr/>
          </p:nvSpPr>
          <p:spPr>
            <a:xfrm>
              <a:off x="3980460" y="6031761"/>
              <a:ext cx="71527" cy="103013"/>
            </a:xfrm>
            <a:custGeom>
              <a:avLst/>
              <a:gdLst>
                <a:gd name="connsiteX0" fmla="*/ 56488 w 71527"/>
                <a:gd name="connsiteY0" fmla="*/ 0 h 103013"/>
                <a:gd name="connsiteX1" fmla="*/ 71527 w 71527"/>
                <a:gd name="connsiteY1" fmla="*/ 0 h 103013"/>
                <a:gd name="connsiteX2" fmla="*/ 28448 w 71527"/>
                <a:gd name="connsiteY2" fmla="*/ 103013 h 103013"/>
                <a:gd name="connsiteX3" fmla="*/ 13409 w 71527"/>
                <a:gd name="connsiteY3" fmla="*/ 103013 h 103013"/>
                <a:gd name="connsiteX4" fmla="*/ 27670 w 71527"/>
                <a:gd name="connsiteY4" fmla="*/ 68934 h 103013"/>
                <a:gd name="connsiteX5" fmla="*/ 0 w 71527"/>
                <a:gd name="connsiteY5" fmla="*/ 0 h 103013"/>
                <a:gd name="connsiteX6" fmla="*/ 16187 w 71527"/>
                <a:gd name="connsiteY6" fmla="*/ 0 h 103013"/>
                <a:gd name="connsiteX7" fmla="*/ 35930 w 71527"/>
                <a:gd name="connsiteY7" fmla="*/ 53410 h 103013"/>
                <a:gd name="connsiteX8" fmla="*/ 56451 w 71527"/>
                <a:gd name="connsiteY8" fmla="*/ 0 h 10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 h="103013">
                  <a:moveTo>
                    <a:pt x="56488" y="0"/>
                  </a:moveTo>
                  <a:lnTo>
                    <a:pt x="71527" y="0"/>
                  </a:lnTo>
                  <a:lnTo>
                    <a:pt x="28448" y="103013"/>
                  </a:lnTo>
                  <a:lnTo>
                    <a:pt x="13409" y="103013"/>
                  </a:lnTo>
                  <a:lnTo>
                    <a:pt x="27670" y="68934"/>
                  </a:lnTo>
                  <a:lnTo>
                    <a:pt x="0" y="0"/>
                  </a:lnTo>
                  <a:lnTo>
                    <a:pt x="16187" y="0"/>
                  </a:lnTo>
                  <a:lnTo>
                    <a:pt x="35930" y="53410"/>
                  </a:lnTo>
                  <a:lnTo>
                    <a:pt x="56451" y="0"/>
                  </a:lnTo>
                  <a:close/>
                </a:path>
              </a:pathLst>
            </a:custGeom>
            <a:solidFill>
              <a:srgbClr val="FEF8E8"/>
            </a:solidFill>
            <a:ln w="3692"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8A856B6C-98CE-7CE2-20E9-8EB6243F7B28}"/>
                </a:ext>
              </a:extLst>
            </p:cNvPr>
            <p:cNvSpPr>
              <a:spLocks noGrp="1" noRot="1" noMove="1" noResize="1" noEditPoints="1" noAdjustHandles="1" noChangeArrowheads="1" noChangeShapeType="1"/>
            </p:cNvSpPr>
            <p:nvPr/>
          </p:nvSpPr>
          <p:spPr>
            <a:xfrm>
              <a:off x="4091251" y="6012282"/>
              <a:ext cx="86380" cy="90298"/>
            </a:xfrm>
            <a:custGeom>
              <a:avLst/>
              <a:gdLst>
                <a:gd name="connsiteX0" fmla="*/ 45228 w 86380"/>
                <a:gd name="connsiteY0" fmla="*/ 0 h 90298"/>
                <a:gd name="connsiteX1" fmla="*/ 86381 w 86380"/>
                <a:gd name="connsiteY1" fmla="*/ 26576 h 90298"/>
                <a:gd name="connsiteX2" fmla="*/ 68934 w 86380"/>
                <a:gd name="connsiteY2" fmla="*/ 26576 h 90298"/>
                <a:gd name="connsiteX3" fmla="*/ 45228 w 86380"/>
                <a:gd name="connsiteY3" fmla="*/ 12715 h 90298"/>
                <a:gd name="connsiteX4" fmla="*/ 14891 w 86380"/>
                <a:gd name="connsiteY4" fmla="*/ 45131 h 90298"/>
                <a:gd name="connsiteX5" fmla="*/ 45228 w 86380"/>
                <a:gd name="connsiteY5" fmla="*/ 77694 h 90298"/>
                <a:gd name="connsiteX6" fmla="*/ 68934 w 86380"/>
                <a:gd name="connsiteY6" fmla="*/ 63833 h 90298"/>
                <a:gd name="connsiteX7" fmla="*/ 86381 w 86380"/>
                <a:gd name="connsiteY7" fmla="*/ 63833 h 90298"/>
                <a:gd name="connsiteX8" fmla="*/ 45228 w 86380"/>
                <a:gd name="connsiteY8" fmla="*/ 90298 h 90298"/>
                <a:gd name="connsiteX9" fmla="*/ 0 w 86380"/>
                <a:gd name="connsiteY9" fmla="*/ 45168 h 90298"/>
                <a:gd name="connsiteX10" fmla="*/ 45228 w 86380"/>
                <a:gd name="connsiteY10" fmla="*/ 37 h 9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 h="90298">
                  <a:moveTo>
                    <a:pt x="45228" y="0"/>
                  </a:moveTo>
                  <a:cubicBezTo>
                    <a:pt x="63712" y="0"/>
                    <a:pt x="79640" y="9277"/>
                    <a:pt x="86381" y="26576"/>
                  </a:cubicBezTo>
                  <a:lnTo>
                    <a:pt x="68934" y="26576"/>
                  </a:lnTo>
                  <a:cubicBezTo>
                    <a:pt x="64230" y="17150"/>
                    <a:pt x="55822" y="12715"/>
                    <a:pt x="45228" y="12715"/>
                  </a:cubicBezTo>
                  <a:cubicBezTo>
                    <a:pt x="27633" y="12715"/>
                    <a:pt x="14891" y="25171"/>
                    <a:pt x="14891" y="45131"/>
                  </a:cubicBezTo>
                  <a:cubicBezTo>
                    <a:pt x="14891" y="65090"/>
                    <a:pt x="27633" y="77694"/>
                    <a:pt x="45228" y="77694"/>
                  </a:cubicBezTo>
                  <a:cubicBezTo>
                    <a:pt x="55822" y="77694"/>
                    <a:pt x="64230" y="73259"/>
                    <a:pt x="68934" y="63833"/>
                  </a:cubicBezTo>
                  <a:lnTo>
                    <a:pt x="86381" y="63833"/>
                  </a:lnTo>
                  <a:cubicBezTo>
                    <a:pt x="79640" y="81132"/>
                    <a:pt x="63712" y="90298"/>
                    <a:pt x="45228" y="90298"/>
                  </a:cubicBezTo>
                  <a:cubicBezTo>
                    <a:pt x="20262" y="90298"/>
                    <a:pt x="0" y="71743"/>
                    <a:pt x="0" y="45168"/>
                  </a:cubicBezTo>
                  <a:cubicBezTo>
                    <a:pt x="0" y="18592"/>
                    <a:pt x="20262" y="37"/>
                    <a:pt x="45228" y="37"/>
                  </a:cubicBezTo>
                  <a:close/>
                </a:path>
              </a:pathLst>
            </a:custGeom>
            <a:solidFill>
              <a:srgbClr val="FEF8E8"/>
            </a:solidFill>
            <a:ln w="3692"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D18A490B-A92F-71C6-07DE-2DD77306A950}"/>
                </a:ext>
              </a:extLst>
            </p:cNvPr>
            <p:cNvSpPr>
              <a:spLocks noGrp="1" noRot="1" noMove="1" noResize="1" noEditPoints="1" noAdjustHandles="1" noChangeArrowheads="1" noChangeShapeType="1"/>
            </p:cNvSpPr>
            <p:nvPr/>
          </p:nvSpPr>
          <p:spPr>
            <a:xfrm>
              <a:off x="4187300"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8" y="72372"/>
                    <a:pt x="0" y="57476"/>
                    <a:pt x="0" y="35853"/>
                  </a:cubicBezTo>
                  <a:cubicBezTo>
                    <a:pt x="0" y="14230"/>
                    <a:pt x="14668"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solidFill>
              <a:srgbClr val="FEF8E8"/>
            </a:solidFill>
            <a:ln w="3692"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19E6B96E-6D7A-4FB9-AB09-01AB48FCD5AD}"/>
                </a:ext>
              </a:extLst>
            </p:cNvPr>
            <p:cNvSpPr>
              <a:spLocks noGrp="1" noRot="1" noMove="1" noResize="1" noEditPoints="1" noAdjustHandles="1" noChangeArrowheads="1" noChangeShapeType="1"/>
            </p:cNvSpPr>
            <p:nvPr/>
          </p:nvSpPr>
          <p:spPr>
            <a:xfrm>
              <a:off x="4274422" y="6030615"/>
              <a:ext cx="35559" cy="71225"/>
            </a:xfrm>
            <a:custGeom>
              <a:avLst/>
              <a:gdLst>
                <a:gd name="connsiteX0" fmla="*/ 14520 w 35559"/>
                <a:gd name="connsiteY0" fmla="*/ 71226 h 71225"/>
                <a:gd name="connsiteX1" fmla="*/ 0 w 35559"/>
                <a:gd name="connsiteY1" fmla="*/ 71226 h 71225"/>
                <a:gd name="connsiteX2" fmla="*/ 0 w 35559"/>
                <a:gd name="connsiteY2" fmla="*/ 1146 h 71225"/>
                <a:gd name="connsiteX3" fmla="*/ 14520 w 35559"/>
                <a:gd name="connsiteY3" fmla="*/ 1146 h 71225"/>
                <a:gd name="connsiteX4" fmla="*/ 14520 w 35559"/>
                <a:gd name="connsiteY4" fmla="*/ 11310 h 71225"/>
                <a:gd name="connsiteX5" fmla="*/ 35560 w 35559"/>
                <a:gd name="connsiteY5" fmla="*/ 0 h 71225"/>
                <a:gd name="connsiteX6" fmla="*/ 35560 w 35559"/>
                <a:gd name="connsiteY6" fmla="*/ 15007 h 71225"/>
                <a:gd name="connsiteX7" fmla="*/ 31856 w 35559"/>
                <a:gd name="connsiteY7" fmla="*/ 15007 h 71225"/>
                <a:gd name="connsiteX8" fmla="*/ 14520 w 35559"/>
                <a:gd name="connsiteY8" fmla="*/ 34338 h 71225"/>
                <a:gd name="connsiteX9" fmla="*/ 14520 w 35559"/>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59"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solidFill>
              <a:srgbClr val="FEF8E8"/>
            </a:solidFill>
            <a:ln w="3692"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FADEF8A5-F9DC-4A77-099D-75F41EE1E0F7}"/>
                </a:ext>
              </a:extLst>
            </p:cNvPr>
            <p:cNvSpPr>
              <a:spLocks noGrp="1" noRot="1" noMove="1" noResize="1" noEditPoints="1" noAdjustHandles="1" noChangeArrowheads="1" noChangeShapeType="1"/>
            </p:cNvSpPr>
            <p:nvPr/>
          </p:nvSpPr>
          <p:spPr>
            <a:xfrm>
              <a:off x="431583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0 w 69193"/>
                <a:gd name="connsiteY8" fmla="*/ 50342 h 72371"/>
                <a:gd name="connsiteX9" fmla="*/ 34967 w 69193"/>
                <a:gd name="connsiteY9" fmla="*/ 72335 h 72371"/>
                <a:gd name="connsiteX10" fmla="*/ 15150 w 69193"/>
                <a:gd name="connsiteY10" fmla="*/ 29865 h 72371"/>
                <a:gd name="connsiteX11" fmla="*/ 54007 w 69193"/>
                <a:gd name="connsiteY11" fmla="*/ 29865 h 72371"/>
                <a:gd name="connsiteX12" fmla="*/ 34375 w 69193"/>
                <a:gd name="connsiteY12" fmla="*/ 12197 h 72371"/>
                <a:gd name="connsiteX13" fmla="*/ 15113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83" y="39143"/>
                    <a:pt x="68675" y="41582"/>
                  </a:cubicBezTo>
                  <a:lnTo>
                    <a:pt x="15002" y="41582"/>
                  </a:lnTo>
                  <a:cubicBezTo>
                    <a:pt x="16039" y="53151"/>
                    <a:pt x="24299" y="60137"/>
                    <a:pt x="35004" y="60137"/>
                  </a:cubicBezTo>
                  <a:cubicBezTo>
                    <a:pt x="43931" y="60137"/>
                    <a:pt x="48895" y="55813"/>
                    <a:pt x="51562" y="50342"/>
                  </a:cubicBezTo>
                  <a:lnTo>
                    <a:pt x="67230" y="50342"/>
                  </a:lnTo>
                  <a:cubicBezTo>
                    <a:pt x="63267" y="62540"/>
                    <a:pt x="52192" y="72335"/>
                    <a:pt x="34967" y="72335"/>
                  </a:cubicBezTo>
                  <a:close/>
                  <a:moveTo>
                    <a:pt x="15150" y="29865"/>
                  </a:moveTo>
                  <a:lnTo>
                    <a:pt x="54007" y="29865"/>
                  </a:lnTo>
                  <a:cubicBezTo>
                    <a:pt x="53747" y="19072"/>
                    <a:pt x="45228" y="12197"/>
                    <a:pt x="34375" y="12197"/>
                  </a:cubicBezTo>
                  <a:cubicBezTo>
                    <a:pt x="24559" y="12197"/>
                    <a:pt x="16669" y="18814"/>
                    <a:pt x="15113" y="29865"/>
                  </a:cubicBezTo>
                  <a:close/>
                </a:path>
              </a:pathLst>
            </a:custGeom>
            <a:solidFill>
              <a:srgbClr val="FEF8E8"/>
            </a:solidFill>
            <a:ln w="3692" cap="flat">
              <a:noFill/>
              <a:prstDash val="solid"/>
              <a:miter/>
            </a:ln>
          </p:spPr>
          <p:txBody>
            <a:bodyPr rtlCol="0" anchor="ctr"/>
            <a:lstStyle/>
            <a:p>
              <a:endParaRPr lang="en-US"/>
            </a:p>
          </p:txBody>
        </p:sp>
        <p:sp>
          <p:nvSpPr>
            <p:cNvPr id="35" name="Freeform 34">
              <a:extLst>
                <a:ext uri="{FF2B5EF4-FFF2-40B4-BE49-F238E27FC236}">
                  <a16:creationId xmlns:a16="http://schemas.microsoft.com/office/drawing/2014/main" id="{5E314C33-847D-DECF-D273-4CBAA76823F7}"/>
                </a:ext>
              </a:extLst>
            </p:cNvPr>
            <p:cNvSpPr>
              <a:spLocks noGrp="1" noRot="1" noMove="1" noResize="1" noEditPoints="1" noAdjustHandles="1" noChangeArrowheads="1" noChangeShapeType="1"/>
            </p:cNvSpPr>
            <p:nvPr/>
          </p:nvSpPr>
          <p:spPr>
            <a:xfrm>
              <a:off x="4432442" y="6013428"/>
              <a:ext cx="61933" cy="88376"/>
            </a:xfrm>
            <a:custGeom>
              <a:avLst/>
              <a:gdLst>
                <a:gd name="connsiteX0" fmla="*/ 30596 w 61933"/>
                <a:gd name="connsiteY0" fmla="*/ 52523 h 88376"/>
                <a:gd name="connsiteX1" fmla="*/ 14520 w 61933"/>
                <a:gd name="connsiteY1" fmla="*/ 52523 h 88376"/>
                <a:gd name="connsiteX2" fmla="*/ 14520 w 61933"/>
                <a:gd name="connsiteY2" fmla="*/ 88376 h 88376"/>
                <a:gd name="connsiteX3" fmla="*/ 0 w 61933"/>
                <a:gd name="connsiteY3" fmla="*/ 88376 h 88376"/>
                <a:gd name="connsiteX4" fmla="*/ 0 w 61933"/>
                <a:gd name="connsiteY4" fmla="*/ 0 h 88376"/>
                <a:gd name="connsiteX5" fmla="*/ 30596 w 61933"/>
                <a:gd name="connsiteY5" fmla="*/ 0 h 88376"/>
                <a:gd name="connsiteX6" fmla="*/ 61933 w 61933"/>
                <a:gd name="connsiteY6" fmla="*/ 26317 h 88376"/>
                <a:gd name="connsiteX7" fmla="*/ 30596 w 61933"/>
                <a:gd name="connsiteY7" fmla="*/ 52523 h 88376"/>
                <a:gd name="connsiteX8" fmla="*/ 30596 w 61933"/>
                <a:gd name="connsiteY8" fmla="*/ 40695 h 88376"/>
                <a:gd name="connsiteX9" fmla="*/ 47043 w 61933"/>
                <a:gd name="connsiteY9" fmla="*/ 26317 h 88376"/>
                <a:gd name="connsiteX10" fmla="*/ 30596 w 61933"/>
                <a:gd name="connsiteY10" fmla="*/ 11828 h 88376"/>
                <a:gd name="connsiteX11" fmla="*/ 14520 w 61933"/>
                <a:gd name="connsiteY11" fmla="*/ 11828 h 88376"/>
                <a:gd name="connsiteX12" fmla="*/ 14520 w 61933"/>
                <a:gd name="connsiteY12" fmla="*/ 40695 h 88376"/>
                <a:gd name="connsiteX13" fmla="*/ 30596 w 61933"/>
                <a:gd name="connsiteY13" fmla="*/ 40695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933" h="88376">
                  <a:moveTo>
                    <a:pt x="30596" y="52523"/>
                  </a:moveTo>
                  <a:lnTo>
                    <a:pt x="14520" y="52523"/>
                  </a:lnTo>
                  <a:lnTo>
                    <a:pt x="14520" y="88376"/>
                  </a:lnTo>
                  <a:lnTo>
                    <a:pt x="0" y="88376"/>
                  </a:lnTo>
                  <a:lnTo>
                    <a:pt x="0" y="0"/>
                  </a:lnTo>
                  <a:lnTo>
                    <a:pt x="30596" y="0"/>
                  </a:lnTo>
                  <a:cubicBezTo>
                    <a:pt x="51636" y="0"/>
                    <a:pt x="61933" y="11939"/>
                    <a:pt x="61933" y="26317"/>
                  </a:cubicBezTo>
                  <a:cubicBezTo>
                    <a:pt x="61933" y="38921"/>
                    <a:pt x="53636" y="52523"/>
                    <a:pt x="30596" y="52523"/>
                  </a:cubicBezTo>
                  <a:close/>
                  <a:moveTo>
                    <a:pt x="30596" y="40695"/>
                  </a:moveTo>
                  <a:cubicBezTo>
                    <a:pt x="41931" y="40695"/>
                    <a:pt x="47043" y="35225"/>
                    <a:pt x="47043" y="26317"/>
                  </a:cubicBezTo>
                  <a:cubicBezTo>
                    <a:pt x="47043" y="17409"/>
                    <a:pt x="41931" y="11828"/>
                    <a:pt x="30596" y="11828"/>
                  </a:cubicBezTo>
                  <a:lnTo>
                    <a:pt x="14520" y="11828"/>
                  </a:lnTo>
                  <a:lnTo>
                    <a:pt x="14520" y="40695"/>
                  </a:lnTo>
                  <a:lnTo>
                    <a:pt x="30596" y="40695"/>
                  </a:lnTo>
                  <a:close/>
                </a:path>
              </a:pathLst>
            </a:custGeom>
            <a:solidFill>
              <a:srgbClr val="FEF8E8"/>
            </a:solidFill>
            <a:ln w="3692" cap="flat">
              <a:noFill/>
              <a:prstDash val="solid"/>
              <a:miter/>
            </a:ln>
          </p:spPr>
          <p:txBody>
            <a:bodyPr rtlCol="0" anchor="ctr"/>
            <a:lstStyle/>
            <a:p>
              <a:endParaRPr lang="en-US"/>
            </a:p>
          </p:txBody>
        </p:sp>
        <p:sp>
          <p:nvSpPr>
            <p:cNvPr id="36" name="Freeform 35">
              <a:extLst>
                <a:ext uri="{FF2B5EF4-FFF2-40B4-BE49-F238E27FC236}">
                  <a16:creationId xmlns:a16="http://schemas.microsoft.com/office/drawing/2014/main" id="{B11FCDE8-C5FA-FB21-E301-42A565F29F0D}"/>
                </a:ext>
              </a:extLst>
            </p:cNvPr>
            <p:cNvSpPr>
              <a:spLocks noGrp="1" noRot="1" noMove="1" noResize="1" noEditPoints="1" noAdjustHandles="1" noChangeArrowheads="1" noChangeShapeType="1"/>
            </p:cNvSpPr>
            <p:nvPr/>
          </p:nvSpPr>
          <p:spPr>
            <a:xfrm>
              <a:off x="4505117"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solidFill>
              <a:srgbClr val="FEF8E8"/>
            </a:solidFill>
            <a:ln w="3692" cap="flat">
              <a:noFill/>
              <a:prstDash val="solid"/>
              <a:miter/>
            </a:ln>
          </p:spPr>
          <p:txBody>
            <a:bodyPr rtlCol="0" anchor="ctr"/>
            <a:lstStyle/>
            <a:p>
              <a:endParaRPr lang="en-US"/>
            </a:p>
          </p:txBody>
        </p:sp>
        <p:sp>
          <p:nvSpPr>
            <p:cNvPr id="37" name="Freeform 36">
              <a:extLst>
                <a:ext uri="{FF2B5EF4-FFF2-40B4-BE49-F238E27FC236}">
                  <a16:creationId xmlns:a16="http://schemas.microsoft.com/office/drawing/2014/main" id="{7DC57A9F-7948-0E42-08D2-DDB5B8D17E96}"/>
                </a:ext>
              </a:extLst>
            </p:cNvPr>
            <p:cNvSpPr>
              <a:spLocks noGrp="1" noRot="1" noMove="1" noResize="1" noEditPoints="1" noAdjustHandles="1" noChangeArrowheads="1" noChangeShapeType="1"/>
            </p:cNvSpPr>
            <p:nvPr/>
          </p:nvSpPr>
          <p:spPr>
            <a:xfrm>
              <a:off x="4532861"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190 w 72157"/>
                <a:gd name="connsiteY10" fmla="*/ 12604 h 72371"/>
                <a:gd name="connsiteX11" fmla="*/ 14891 w 72157"/>
                <a:gd name="connsiteY11" fmla="*/ 35890 h 72371"/>
                <a:gd name="connsiteX12" fmla="*/ 36190 w 72157"/>
                <a:gd name="connsiteY12" fmla="*/ 59804 h 72371"/>
                <a:gd name="connsiteX13" fmla="*/ 57489 w 72157"/>
                <a:gd name="connsiteY13" fmla="*/ 36149 h 72371"/>
                <a:gd name="connsiteX14" fmla="*/ 36190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190" y="12604"/>
                  </a:moveTo>
                  <a:cubicBezTo>
                    <a:pt x="25374" y="12604"/>
                    <a:pt x="14891" y="20736"/>
                    <a:pt x="14891" y="35890"/>
                  </a:cubicBezTo>
                  <a:cubicBezTo>
                    <a:pt x="14891" y="51044"/>
                    <a:pt x="25337" y="59804"/>
                    <a:pt x="36190" y="59804"/>
                  </a:cubicBezTo>
                  <a:cubicBezTo>
                    <a:pt x="47043" y="59804"/>
                    <a:pt x="57489" y="51266"/>
                    <a:pt x="57489" y="36149"/>
                  </a:cubicBezTo>
                  <a:cubicBezTo>
                    <a:pt x="57489" y="21031"/>
                    <a:pt x="47154" y="12604"/>
                    <a:pt x="36190" y="12604"/>
                  </a:cubicBezTo>
                  <a:close/>
                </a:path>
              </a:pathLst>
            </a:custGeom>
            <a:solidFill>
              <a:srgbClr val="FEF8E8"/>
            </a:solidFill>
            <a:ln w="3692" cap="flat">
              <a:noFill/>
              <a:prstDash val="solid"/>
              <a:miter/>
            </a:ln>
          </p:spPr>
          <p:txBody>
            <a:bodyPr rtlCol="0" anchor="ctr"/>
            <a:lstStyle/>
            <a:p>
              <a:endParaRPr lang="en-US"/>
            </a:p>
          </p:txBody>
        </p:sp>
        <p:sp>
          <p:nvSpPr>
            <p:cNvPr id="38" name="Freeform 37">
              <a:extLst>
                <a:ext uri="{FF2B5EF4-FFF2-40B4-BE49-F238E27FC236}">
                  <a16:creationId xmlns:a16="http://schemas.microsoft.com/office/drawing/2014/main" id="{56EFEF02-A266-3ABF-2987-3B9E4C2B9EE4}"/>
                </a:ext>
              </a:extLst>
            </p:cNvPr>
            <p:cNvSpPr>
              <a:spLocks noGrp="1" noRot="1" noMove="1" noResize="1" noEditPoints="1" noAdjustHandles="1" noChangeArrowheads="1" noChangeShapeType="1"/>
            </p:cNvSpPr>
            <p:nvPr/>
          </p:nvSpPr>
          <p:spPr>
            <a:xfrm>
              <a:off x="4616427"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solidFill>
              <a:srgbClr val="FEF8E8"/>
            </a:solidFill>
            <a:ln w="3692"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98025CE7-281A-4809-C29F-71D11E088750}"/>
                </a:ext>
              </a:extLst>
            </p:cNvPr>
            <p:cNvSpPr>
              <a:spLocks noGrp="1" noRot="1" noMove="1" noResize="1" noEditPoints="1" noAdjustHandles="1" noChangeArrowheads="1" noChangeShapeType="1"/>
            </p:cNvSpPr>
            <p:nvPr/>
          </p:nvSpPr>
          <p:spPr>
            <a:xfrm>
              <a:off x="4663804" y="6003670"/>
              <a:ext cx="35967" cy="98170"/>
            </a:xfrm>
            <a:custGeom>
              <a:avLst/>
              <a:gdLst>
                <a:gd name="connsiteX0" fmla="*/ 8297 w 35967"/>
                <a:gd name="connsiteY0" fmla="*/ 39919 h 98170"/>
                <a:gd name="connsiteX1" fmla="*/ 0 w 35967"/>
                <a:gd name="connsiteY1" fmla="*/ 39919 h 98170"/>
                <a:gd name="connsiteX2" fmla="*/ 0 w 35967"/>
                <a:gd name="connsiteY2" fmla="*/ 28091 h 98170"/>
                <a:gd name="connsiteX3" fmla="*/ 8297 w 35967"/>
                <a:gd name="connsiteY3" fmla="*/ 28091 h 98170"/>
                <a:gd name="connsiteX4" fmla="*/ 8297 w 35967"/>
                <a:gd name="connsiteY4" fmla="*/ 23138 h 98170"/>
                <a:gd name="connsiteX5" fmla="*/ 34930 w 35967"/>
                <a:gd name="connsiteY5" fmla="*/ 0 h 98170"/>
                <a:gd name="connsiteX6" fmla="*/ 34930 w 35967"/>
                <a:gd name="connsiteY6" fmla="*/ 12087 h 98170"/>
                <a:gd name="connsiteX7" fmla="*/ 22966 w 35967"/>
                <a:gd name="connsiteY7" fmla="*/ 23138 h 98170"/>
                <a:gd name="connsiteX8" fmla="*/ 22966 w 35967"/>
                <a:gd name="connsiteY8" fmla="*/ 28091 h 98170"/>
                <a:gd name="connsiteX9" fmla="*/ 35967 w 35967"/>
                <a:gd name="connsiteY9" fmla="*/ 28091 h 98170"/>
                <a:gd name="connsiteX10" fmla="*/ 35967 w 35967"/>
                <a:gd name="connsiteY10" fmla="*/ 39919 h 98170"/>
                <a:gd name="connsiteX11" fmla="*/ 22966 w 35967"/>
                <a:gd name="connsiteY11" fmla="*/ 39919 h 98170"/>
                <a:gd name="connsiteX12" fmla="*/ 22966 w 35967"/>
                <a:gd name="connsiteY12" fmla="*/ 98171 h 98170"/>
                <a:gd name="connsiteX13" fmla="*/ 8297 w 35967"/>
                <a:gd name="connsiteY13" fmla="*/ 98171 h 98170"/>
                <a:gd name="connsiteX14" fmla="*/ 8297 w 35967"/>
                <a:gd name="connsiteY14" fmla="*/ 39919 h 9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67" h="98170">
                  <a:moveTo>
                    <a:pt x="8297" y="39919"/>
                  </a:moveTo>
                  <a:lnTo>
                    <a:pt x="0" y="39919"/>
                  </a:lnTo>
                  <a:lnTo>
                    <a:pt x="0" y="28091"/>
                  </a:lnTo>
                  <a:lnTo>
                    <a:pt x="8297" y="28091"/>
                  </a:lnTo>
                  <a:lnTo>
                    <a:pt x="8297" y="23138"/>
                  </a:lnTo>
                  <a:cubicBezTo>
                    <a:pt x="8297" y="6986"/>
                    <a:pt x="16595" y="0"/>
                    <a:pt x="34930" y="0"/>
                  </a:cubicBezTo>
                  <a:lnTo>
                    <a:pt x="34930" y="12087"/>
                  </a:lnTo>
                  <a:cubicBezTo>
                    <a:pt x="26003" y="12087"/>
                    <a:pt x="22966" y="15154"/>
                    <a:pt x="22966" y="23138"/>
                  </a:cubicBezTo>
                  <a:lnTo>
                    <a:pt x="22966" y="28091"/>
                  </a:lnTo>
                  <a:lnTo>
                    <a:pt x="35967" y="28091"/>
                  </a:lnTo>
                  <a:lnTo>
                    <a:pt x="35967" y="39919"/>
                  </a:lnTo>
                  <a:lnTo>
                    <a:pt x="22966" y="39919"/>
                  </a:lnTo>
                  <a:lnTo>
                    <a:pt x="22966" y="98171"/>
                  </a:lnTo>
                  <a:lnTo>
                    <a:pt x="8297" y="98171"/>
                  </a:lnTo>
                  <a:lnTo>
                    <a:pt x="8297" y="39919"/>
                  </a:lnTo>
                  <a:close/>
                </a:path>
              </a:pathLst>
            </a:custGeom>
            <a:solidFill>
              <a:srgbClr val="FEF8E8"/>
            </a:solidFill>
            <a:ln w="3692" cap="flat">
              <a:noFill/>
              <a:prstDash val="solid"/>
              <a:miter/>
            </a:ln>
          </p:spPr>
          <p:txBody>
            <a:bodyPr rtlCol="0" anchor="ctr"/>
            <a:lstStyle/>
            <a:p>
              <a:endParaRPr lang="en-US"/>
            </a:p>
          </p:txBody>
        </p:sp>
        <p:sp>
          <p:nvSpPr>
            <p:cNvPr id="40" name="Freeform 39">
              <a:extLst>
                <a:ext uri="{FF2B5EF4-FFF2-40B4-BE49-F238E27FC236}">
                  <a16:creationId xmlns:a16="http://schemas.microsoft.com/office/drawing/2014/main" id="{1F41399B-045A-C21D-F592-9E05FE88CB9E}"/>
                </a:ext>
              </a:extLst>
            </p:cNvPr>
            <p:cNvSpPr>
              <a:spLocks noGrp="1" noRot="1" noMove="1" noResize="1" noEditPoints="1" noAdjustHandles="1" noChangeArrowheads="1" noChangeShapeType="1"/>
            </p:cNvSpPr>
            <p:nvPr/>
          </p:nvSpPr>
          <p:spPr>
            <a:xfrm>
              <a:off x="4704364" y="6030615"/>
              <a:ext cx="71638" cy="72371"/>
            </a:xfrm>
            <a:custGeom>
              <a:avLst/>
              <a:gdLst>
                <a:gd name="connsiteX0" fmla="*/ 35190 w 71638"/>
                <a:gd name="connsiteY0" fmla="*/ 72372 h 72371"/>
                <a:gd name="connsiteX1" fmla="*/ 0 w 71638"/>
                <a:gd name="connsiteY1" fmla="*/ 36112 h 72371"/>
                <a:gd name="connsiteX2" fmla="*/ 35819 w 71638"/>
                <a:gd name="connsiteY2" fmla="*/ 0 h 72371"/>
                <a:gd name="connsiteX3" fmla="*/ 71639 w 71638"/>
                <a:gd name="connsiteY3" fmla="*/ 36112 h 72371"/>
                <a:gd name="connsiteX4" fmla="*/ 35190 w 71638"/>
                <a:gd name="connsiteY4" fmla="*/ 72372 h 72371"/>
                <a:gd name="connsiteX5" fmla="*/ 35190 w 71638"/>
                <a:gd name="connsiteY5" fmla="*/ 59767 h 72371"/>
                <a:gd name="connsiteX6" fmla="*/ 56711 w 71638"/>
                <a:gd name="connsiteY6" fmla="*/ 36112 h 72371"/>
                <a:gd name="connsiteX7" fmla="*/ 35560 w 71638"/>
                <a:gd name="connsiteY7" fmla="*/ 12567 h 72371"/>
                <a:gd name="connsiteX8" fmla="*/ 14780 w 71638"/>
                <a:gd name="connsiteY8" fmla="*/ 36112 h 72371"/>
                <a:gd name="connsiteX9" fmla="*/ 35190 w 71638"/>
                <a:gd name="connsiteY9" fmla="*/ 59767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638" h="72371">
                  <a:moveTo>
                    <a:pt x="35190" y="72372"/>
                  </a:moveTo>
                  <a:cubicBezTo>
                    <a:pt x="15187" y="72372"/>
                    <a:pt x="0" y="58141"/>
                    <a:pt x="0" y="36112"/>
                  </a:cubicBezTo>
                  <a:cubicBezTo>
                    <a:pt x="0" y="14083"/>
                    <a:pt x="15817" y="0"/>
                    <a:pt x="35819" y="0"/>
                  </a:cubicBezTo>
                  <a:cubicBezTo>
                    <a:pt x="55822" y="0"/>
                    <a:pt x="71639" y="14119"/>
                    <a:pt x="71639" y="36112"/>
                  </a:cubicBezTo>
                  <a:cubicBezTo>
                    <a:pt x="71639" y="58104"/>
                    <a:pt x="55340" y="72372"/>
                    <a:pt x="35190" y="72372"/>
                  </a:cubicBezTo>
                  <a:close/>
                  <a:moveTo>
                    <a:pt x="35190" y="59767"/>
                  </a:moveTo>
                  <a:cubicBezTo>
                    <a:pt x="46006" y="59767"/>
                    <a:pt x="56711" y="52006"/>
                    <a:pt x="56711" y="36112"/>
                  </a:cubicBezTo>
                  <a:cubicBezTo>
                    <a:pt x="56711" y="20218"/>
                    <a:pt x="46376" y="12567"/>
                    <a:pt x="35560" y="12567"/>
                  </a:cubicBezTo>
                  <a:cubicBezTo>
                    <a:pt x="24744" y="12567"/>
                    <a:pt x="14780" y="20181"/>
                    <a:pt x="14780" y="36112"/>
                  </a:cubicBezTo>
                  <a:cubicBezTo>
                    <a:pt x="14780" y="52042"/>
                    <a:pt x="24225" y="59767"/>
                    <a:pt x="35190" y="59767"/>
                  </a:cubicBezTo>
                  <a:close/>
                </a:path>
              </a:pathLst>
            </a:custGeom>
            <a:solidFill>
              <a:srgbClr val="FEF8E8"/>
            </a:solidFill>
            <a:ln w="3692" cap="flat">
              <a:noFill/>
              <a:prstDash val="solid"/>
              <a:miter/>
            </a:ln>
          </p:spPr>
          <p:txBody>
            <a:bodyPr rtlCol="0" anchor="ctr"/>
            <a:lstStyle/>
            <a:p>
              <a:endParaRPr lang="en-US"/>
            </a:p>
          </p:txBody>
        </p:sp>
        <p:sp>
          <p:nvSpPr>
            <p:cNvPr id="41" name="Freeform 40">
              <a:extLst>
                <a:ext uri="{FF2B5EF4-FFF2-40B4-BE49-F238E27FC236}">
                  <a16:creationId xmlns:a16="http://schemas.microsoft.com/office/drawing/2014/main" id="{0E7ED49D-6FB6-6894-655D-CCB78874D0F0}"/>
                </a:ext>
              </a:extLst>
            </p:cNvPr>
            <p:cNvSpPr>
              <a:spLocks noGrp="1" noRot="1" noMove="1" noResize="1" noEditPoints="1" noAdjustHandles="1" noChangeArrowheads="1" noChangeShapeType="1"/>
            </p:cNvSpPr>
            <p:nvPr/>
          </p:nvSpPr>
          <p:spPr>
            <a:xfrm>
              <a:off x="4786560" y="6030615"/>
              <a:ext cx="35560" cy="71225"/>
            </a:xfrm>
            <a:custGeom>
              <a:avLst/>
              <a:gdLst>
                <a:gd name="connsiteX0" fmla="*/ 14520 w 35560"/>
                <a:gd name="connsiteY0" fmla="*/ 71226 h 71225"/>
                <a:gd name="connsiteX1" fmla="*/ 0 w 35560"/>
                <a:gd name="connsiteY1" fmla="*/ 71226 h 71225"/>
                <a:gd name="connsiteX2" fmla="*/ 0 w 35560"/>
                <a:gd name="connsiteY2" fmla="*/ 1146 h 71225"/>
                <a:gd name="connsiteX3" fmla="*/ 14520 w 35560"/>
                <a:gd name="connsiteY3" fmla="*/ 1146 h 71225"/>
                <a:gd name="connsiteX4" fmla="*/ 14520 w 35560"/>
                <a:gd name="connsiteY4" fmla="*/ 11310 h 71225"/>
                <a:gd name="connsiteX5" fmla="*/ 35560 w 35560"/>
                <a:gd name="connsiteY5" fmla="*/ 0 h 71225"/>
                <a:gd name="connsiteX6" fmla="*/ 35560 w 35560"/>
                <a:gd name="connsiteY6" fmla="*/ 15007 h 71225"/>
                <a:gd name="connsiteX7" fmla="*/ 31856 w 35560"/>
                <a:gd name="connsiteY7" fmla="*/ 15007 h 71225"/>
                <a:gd name="connsiteX8" fmla="*/ 14520 w 35560"/>
                <a:gd name="connsiteY8" fmla="*/ 34338 h 71225"/>
                <a:gd name="connsiteX9" fmla="*/ 14520 w 35560"/>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solidFill>
              <a:srgbClr val="FEF8E8"/>
            </a:solidFill>
            <a:ln w="3692"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16B1081E-5408-DDE6-900B-C262B8F68DAD}"/>
                </a:ext>
              </a:extLst>
            </p:cNvPr>
            <p:cNvSpPr>
              <a:spLocks noGrp="1" noRot="1" noMove="1" noResize="1" noEditPoints="1" noAdjustHandles="1" noChangeArrowheads="1" noChangeShapeType="1"/>
            </p:cNvSpPr>
            <p:nvPr/>
          </p:nvSpPr>
          <p:spPr>
            <a:xfrm>
              <a:off x="4832602" y="6030615"/>
              <a:ext cx="113939" cy="71225"/>
            </a:xfrm>
            <a:custGeom>
              <a:avLst/>
              <a:gdLst>
                <a:gd name="connsiteX0" fmla="*/ 99531 w 113939"/>
                <a:gd name="connsiteY0" fmla="*/ 32046 h 71225"/>
                <a:gd name="connsiteX1" fmla="*/ 81936 w 113939"/>
                <a:gd name="connsiteY1" fmla="*/ 12604 h 71225"/>
                <a:gd name="connsiteX2" fmla="*/ 64230 w 113939"/>
                <a:gd name="connsiteY2" fmla="*/ 32046 h 71225"/>
                <a:gd name="connsiteX3" fmla="*/ 64230 w 113939"/>
                <a:gd name="connsiteY3" fmla="*/ 71226 h 71225"/>
                <a:gd name="connsiteX4" fmla="*/ 49821 w 113939"/>
                <a:gd name="connsiteY4" fmla="*/ 71226 h 71225"/>
                <a:gd name="connsiteX5" fmla="*/ 49821 w 113939"/>
                <a:gd name="connsiteY5" fmla="*/ 32046 h 71225"/>
                <a:gd name="connsiteX6" fmla="*/ 32226 w 113939"/>
                <a:gd name="connsiteY6" fmla="*/ 12604 h 71225"/>
                <a:gd name="connsiteX7" fmla="*/ 14520 w 113939"/>
                <a:gd name="connsiteY7" fmla="*/ 32046 h 71225"/>
                <a:gd name="connsiteX8" fmla="*/ 14520 w 113939"/>
                <a:gd name="connsiteY8" fmla="*/ 71226 h 71225"/>
                <a:gd name="connsiteX9" fmla="*/ 0 w 113939"/>
                <a:gd name="connsiteY9" fmla="*/ 71226 h 71225"/>
                <a:gd name="connsiteX10" fmla="*/ 0 w 113939"/>
                <a:gd name="connsiteY10" fmla="*/ 1146 h 71225"/>
                <a:gd name="connsiteX11" fmla="*/ 14520 w 113939"/>
                <a:gd name="connsiteY11" fmla="*/ 1146 h 71225"/>
                <a:gd name="connsiteX12" fmla="*/ 14520 w 113939"/>
                <a:gd name="connsiteY12" fmla="*/ 9167 h 71225"/>
                <a:gd name="connsiteX13" fmla="*/ 35301 w 113939"/>
                <a:gd name="connsiteY13" fmla="*/ 0 h 71225"/>
                <a:gd name="connsiteX14" fmla="*/ 60526 w 113939"/>
                <a:gd name="connsiteY14" fmla="*/ 13861 h 71225"/>
                <a:gd name="connsiteX15" fmla="*/ 85010 w 113939"/>
                <a:gd name="connsiteY15" fmla="*/ 0 h 71225"/>
                <a:gd name="connsiteX16" fmla="*/ 113940 w 113939"/>
                <a:gd name="connsiteY16" fmla="*/ 29902 h 71225"/>
                <a:gd name="connsiteX17" fmla="*/ 113940 w 113939"/>
                <a:gd name="connsiteY17" fmla="*/ 71226 h 71225"/>
                <a:gd name="connsiteX18" fmla="*/ 99531 w 113939"/>
                <a:gd name="connsiteY18" fmla="*/ 71226 h 71225"/>
                <a:gd name="connsiteX19" fmla="*/ 99531 w 113939"/>
                <a:gd name="connsiteY19" fmla="*/ 3204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939" h="71225">
                  <a:moveTo>
                    <a:pt x="99531" y="32046"/>
                  </a:moveTo>
                  <a:cubicBezTo>
                    <a:pt x="99531" y="19183"/>
                    <a:pt x="92530" y="12604"/>
                    <a:pt x="81936" y="12604"/>
                  </a:cubicBezTo>
                  <a:cubicBezTo>
                    <a:pt x="71342" y="12604"/>
                    <a:pt x="64230" y="19220"/>
                    <a:pt x="64230" y="32046"/>
                  </a:cubicBezTo>
                  <a:lnTo>
                    <a:pt x="64230" y="71226"/>
                  </a:lnTo>
                  <a:lnTo>
                    <a:pt x="49821" y="71226"/>
                  </a:lnTo>
                  <a:lnTo>
                    <a:pt x="49821" y="32046"/>
                  </a:lnTo>
                  <a:cubicBezTo>
                    <a:pt x="49821" y="19183"/>
                    <a:pt x="42820" y="12604"/>
                    <a:pt x="32226" y="12604"/>
                  </a:cubicBezTo>
                  <a:cubicBezTo>
                    <a:pt x="21632" y="12604"/>
                    <a:pt x="14520" y="19220"/>
                    <a:pt x="14520" y="32046"/>
                  </a:cubicBezTo>
                  <a:lnTo>
                    <a:pt x="14520" y="71226"/>
                  </a:lnTo>
                  <a:lnTo>
                    <a:pt x="0" y="71226"/>
                  </a:lnTo>
                  <a:lnTo>
                    <a:pt x="0" y="1146"/>
                  </a:lnTo>
                  <a:lnTo>
                    <a:pt x="14520" y="1146"/>
                  </a:lnTo>
                  <a:lnTo>
                    <a:pt x="14520" y="9167"/>
                  </a:lnTo>
                  <a:cubicBezTo>
                    <a:pt x="19224" y="3437"/>
                    <a:pt x="26892" y="0"/>
                    <a:pt x="35301" y="0"/>
                  </a:cubicBezTo>
                  <a:cubicBezTo>
                    <a:pt x="46376" y="0"/>
                    <a:pt x="55673" y="4694"/>
                    <a:pt x="60526" y="13861"/>
                  </a:cubicBezTo>
                  <a:cubicBezTo>
                    <a:pt x="64860" y="5359"/>
                    <a:pt x="74787" y="0"/>
                    <a:pt x="85010" y="0"/>
                  </a:cubicBezTo>
                  <a:cubicBezTo>
                    <a:pt x="101457" y="0"/>
                    <a:pt x="113940" y="10312"/>
                    <a:pt x="113940" y="29902"/>
                  </a:cubicBezTo>
                  <a:lnTo>
                    <a:pt x="113940" y="71226"/>
                  </a:lnTo>
                  <a:lnTo>
                    <a:pt x="99531" y="71226"/>
                  </a:lnTo>
                  <a:lnTo>
                    <a:pt x="99531" y="32046"/>
                  </a:lnTo>
                  <a:close/>
                </a:path>
              </a:pathLst>
            </a:custGeom>
            <a:solidFill>
              <a:srgbClr val="FEF8E8"/>
            </a:solidFill>
            <a:ln w="3692" cap="flat">
              <a:noFill/>
              <a:prstDash val="solid"/>
              <a:miter/>
            </a:ln>
          </p:spPr>
          <p:txBody>
            <a:bodyPr rtlCol="0" anchor="ctr"/>
            <a:lstStyle/>
            <a:p>
              <a:endParaRPr lang="en-US"/>
            </a:p>
          </p:txBody>
        </p:sp>
      </p:grpSp>
    </p:spTree>
    <p:extLst>
      <p:ext uri="{BB962C8B-B14F-4D97-AF65-F5344CB8AC3E}">
        <p14:creationId xmlns:p14="http://schemas.microsoft.com/office/powerpoint/2010/main" val="3143748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Pattern (Green 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87166-8C02-34CB-79A5-F46042E77BED}"/>
              </a:ext>
            </a:extLst>
          </p:cNvPr>
          <p:cNvSpPr>
            <a:spLocks noGrp="1"/>
          </p:cNvSpPr>
          <p:nvPr>
            <p:ph type="ctrTitle"/>
          </p:nvPr>
        </p:nvSpPr>
        <p:spPr>
          <a:xfrm>
            <a:off x="838200" y="1040248"/>
            <a:ext cx="10515598" cy="1950521"/>
          </a:xfrm>
        </p:spPr>
        <p:txBody>
          <a:bodyPr anchor="b">
            <a:noAutofit/>
          </a:bodyPr>
          <a:lstStyle>
            <a:lvl1pPr algn="ctr">
              <a:lnSpc>
                <a:spcPts val="4400"/>
              </a:lnSpc>
              <a:defRPr sz="4000" b="0" i="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1D7DCB6-F293-6F6A-A043-F9DBCE059902}"/>
              </a:ext>
            </a:extLst>
          </p:cNvPr>
          <p:cNvSpPr>
            <a:spLocks noGrp="1"/>
          </p:cNvSpPr>
          <p:nvPr>
            <p:ph type="subTitle" idx="1"/>
          </p:nvPr>
        </p:nvSpPr>
        <p:spPr>
          <a:xfrm>
            <a:off x="838199" y="3219370"/>
            <a:ext cx="10515597" cy="720024"/>
          </a:xfrm>
        </p:spPr>
        <p:txBody>
          <a:bodyPr>
            <a:noAutofit/>
          </a:bodyPr>
          <a:lstStyle>
            <a:lvl1pPr marL="0" indent="0" algn="ctr">
              <a:lnSpc>
                <a:spcPts val="2400"/>
              </a:lnSpc>
              <a:buNone/>
              <a:defRPr sz="2000" b="0" i="0">
                <a:solidFill>
                  <a:srgbClr val="301E0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7" name="Text Placeholder 16">
            <a:extLst>
              <a:ext uri="{FF2B5EF4-FFF2-40B4-BE49-F238E27FC236}">
                <a16:creationId xmlns:a16="http://schemas.microsoft.com/office/drawing/2014/main" id="{E770CD35-04C2-6CC5-51BB-2793E84BE345}"/>
              </a:ext>
            </a:extLst>
          </p:cNvPr>
          <p:cNvSpPr>
            <a:spLocks noGrp="1"/>
          </p:cNvSpPr>
          <p:nvPr>
            <p:ph type="body" sz="quarter" idx="10"/>
          </p:nvPr>
        </p:nvSpPr>
        <p:spPr>
          <a:xfrm>
            <a:off x="838200" y="4152820"/>
            <a:ext cx="10515600" cy="196529"/>
          </a:xfrm>
        </p:spPr>
        <p:txBody>
          <a:bodyPr>
            <a:spAutoFit/>
          </a:bodyPr>
          <a:lstStyle>
            <a:lvl1pPr marL="0" indent="0" algn="ctr">
              <a:buFontTx/>
              <a:buNone/>
              <a:defRPr b="0" i="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grpSp>
        <p:nvGrpSpPr>
          <p:cNvPr id="46" name="Group 45">
            <a:extLst>
              <a:ext uri="{FF2B5EF4-FFF2-40B4-BE49-F238E27FC236}">
                <a16:creationId xmlns:a16="http://schemas.microsoft.com/office/drawing/2014/main" id="{A94CEEDF-8E62-5FCB-B0B2-D5E8F7D25FFF}"/>
              </a:ext>
            </a:extLst>
          </p:cNvPr>
          <p:cNvGrpSpPr>
            <a:grpSpLocks noGrp="1" noUngrp="1" noRot="1" noMove="1" noResize="1"/>
          </p:cNvGrpSpPr>
          <p:nvPr userDrawn="1"/>
        </p:nvGrpSpPr>
        <p:grpSpPr>
          <a:xfrm>
            <a:off x="5034663" y="5626761"/>
            <a:ext cx="2122674" cy="623780"/>
            <a:chOff x="2649665" y="5459914"/>
            <a:chExt cx="2297877" cy="675266"/>
          </a:xfrm>
        </p:grpSpPr>
        <p:sp>
          <p:nvSpPr>
            <p:cNvPr id="9" name="Freeform 8">
              <a:extLst>
                <a:ext uri="{FF2B5EF4-FFF2-40B4-BE49-F238E27FC236}">
                  <a16:creationId xmlns:a16="http://schemas.microsoft.com/office/drawing/2014/main" id="{9B9A3C46-3965-3FE8-4EA1-D221BC3B03DB}"/>
                </a:ext>
              </a:extLst>
            </p:cNvPr>
            <p:cNvSpPr>
              <a:spLocks noGrp="1" noRot="1" noMove="1" noResize="1" noEditPoints="1" noAdjustHandles="1" noChangeArrowheads="1" noChangeShapeType="1"/>
            </p:cNvSpPr>
            <p:nvPr/>
          </p:nvSpPr>
          <p:spPr>
            <a:xfrm>
              <a:off x="3209512" y="5624255"/>
              <a:ext cx="144721" cy="250528"/>
            </a:xfrm>
            <a:custGeom>
              <a:avLst/>
              <a:gdLst>
                <a:gd name="connsiteX0" fmla="*/ 141203 w 144721"/>
                <a:gd name="connsiteY0" fmla="*/ 204511 h 250528"/>
                <a:gd name="connsiteX1" fmla="*/ 144722 w 144721"/>
                <a:gd name="connsiteY1" fmla="*/ 208022 h 250528"/>
                <a:gd name="connsiteX2" fmla="*/ 144722 w 144721"/>
                <a:gd name="connsiteY2" fmla="*/ 247017 h 250528"/>
                <a:gd name="connsiteX3" fmla="*/ 141203 w 144721"/>
                <a:gd name="connsiteY3" fmla="*/ 250528 h 250528"/>
                <a:gd name="connsiteX4" fmla="*/ 3519 w 144721"/>
                <a:gd name="connsiteY4" fmla="*/ 250528 h 250528"/>
                <a:gd name="connsiteX5" fmla="*/ 0 w 144721"/>
                <a:gd name="connsiteY5" fmla="*/ 247017 h 250528"/>
                <a:gd name="connsiteX6" fmla="*/ 0 w 144721"/>
                <a:gd name="connsiteY6" fmla="*/ 3511 h 250528"/>
                <a:gd name="connsiteX7" fmla="*/ 3519 w 144721"/>
                <a:gd name="connsiteY7" fmla="*/ 0 h 250528"/>
                <a:gd name="connsiteX8" fmla="*/ 48599 w 144721"/>
                <a:gd name="connsiteY8" fmla="*/ 0 h 250528"/>
                <a:gd name="connsiteX9" fmla="*/ 52118 w 144721"/>
                <a:gd name="connsiteY9" fmla="*/ 3511 h 250528"/>
                <a:gd name="connsiteX10" fmla="*/ 52118 w 144721"/>
                <a:gd name="connsiteY10" fmla="*/ 200999 h 250528"/>
                <a:gd name="connsiteX11" fmla="*/ 55636 w 144721"/>
                <a:gd name="connsiteY11" fmla="*/ 204511 h 250528"/>
                <a:gd name="connsiteX12" fmla="*/ 141203 w 144721"/>
                <a:gd name="connsiteY12" fmla="*/ 204511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21" h="250528">
                  <a:moveTo>
                    <a:pt x="141203" y="204511"/>
                  </a:moveTo>
                  <a:cubicBezTo>
                    <a:pt x="143536" y="204511"/>
                    <a:pt x="144722" y="205693"/>
                    <a:pt x="144722" y="208022"/>
                  </a:cubicBezTo>
                  <a:lnTo>
                    <a:pt x="144722" y="247017"/>
                  </a:lnTo>
                  <a:cubicBezTo>
                    <a:pt x="144722" y="249345"/>
                    <a:pt x="143536" y="250528"/>
                    <a:pt x="141203" y="250528"/>
                  </a:cubicBezTo>
                  <a:lnTo>
                    <a:pt x="3519" y="250528"/>
                  </a:lnTo>
                  <a:cubicBezTo>
                    <a:pt x="1185" y="250528"/>
                    <a:pt x="0" y="249345"/>
                    <a:pt x="0" y="247017"/>
                  </a:cubicBezTo>
                  <a:lnTo>
                    <a:pt x="0" y="3511"/>
                  </a:lnTo>
                  <a:cubicBezTo>
                    <a:pt x="0" y="1183"/>
                    <a:pt x="1185" y="0"/>
                    <a:pt x="3519" y="0"/>
                  </a:cubicBezTo>
                  <a:lnTo>
                    <a:pt x="48599" y="0"/>
                  </a:lnTo>
                  <a:cubicBezTo>
                    <a:pt x="50932" y="0"/>
                    <a:pt x="52118" y="1183"/>
                    <a:pt x="52118" y="3511"/>
                  </a:cubicBezTo>
                  <a:lnTo>
                    <a:pt x="52118" y="200999"/>
                  </a:lnTo>
                  <a:cubicBezTo>
                    <a:pt x="52118" y="203328"/>
                    <a:pt x="53303" y="204511"/>
                    <a:pt x="55636" y="204511"/>
                  </a:cubicBezTo>
                  <a:lnTo>
                    <a:pt x="141203" y="204511"/>
                  </a:lnTo>
                  <a:close/>
                </a:path>
              </a:pathLst>
            </a:custGeom>
            <a:solidFill>
              <a:srgbClr val="FEF8E8"/>
            </a:solidFill>
            <a:ln w="3692"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6D8F9657-23C4-8893-DB6D-ADE862DC5E87}"/>
                </a:ext>
              </a:extLst>
            </p:cNvPr>
            <p:cNvSpPr>
              <a:spLocks noGrp="1" noRot="1" noMove="1" noResize="1" noEditPoints="1" noAdjustHandles="1" noChangeArrowheads="1" noChangeShapeType="1"/>
            </p:cNvSpPr>
            <p:nvPr/>
          </p:nvSpPr>
          <p:spPr>
            <a:xfrm>
              <a:off x="3418177" y="5624255"/>
              <a:ext cx="255689" cy="250602"/>
            </a:xfrm>
            <a:custGeom>
              <a:avLst/>
              <a:gdLst>
                <a:gd name="connsiteX0" fmla="*/ 113412 w 255689"/>
                <a:gd name="connsiteY0" fmla="*/ 2476 h 250602"/>
                <a:gd name="connsiteX1" fmla="*/ 117635 w 255689"/>
                <a:gd name="connsiteY1" fmla="*/ 0 h 250602"/>
                <a:gd name="connsiteX2" fmla="*/ 138415 w 255689"/>
                <a:gd name="connsiteY2" fmla="*/ 0 h 250602"/>
                <a:gd name="connsiteX3" fmla="*/ 142638 w 255689"/>
                <a:gd name="connsiteY3" fmla="*/ 2476 h 250602"/>
                <a:gd name="connsiteX4" fmla="*/ 255319 w 255689"/>
                <a:gd name="connsiteY4" fmla="*/ 246352 h 250602"/>
                <a:gd name="connsiteX5" fmla="*/ 255689 w 255689"/>
                <a:gd name="connsiteY5" fmla="*/ 248126 h 250602"/>
                <a:gd name="connsiteX6" fmla="*/ 252874 w 255689"/>
                <a:gd name="connsiteY6" fmla="*/ 250602 h 250602"/>
                <a:gd name="connsiteX7" fmla="*/ 202868 w 255689"/>
                <a:gd name="connsiteY7" fmla="*/ 250602 h 250602"/>
                <a:gd name="connsiteX8" fmla="*/ 198645 w 255689"/>
                <a:gd name="connsiteY8" fmla="*/ 248126 h 250602"/>
                <a:gd name="connsiteX9" fmla="*/ 181050 w 255689"/>
                <a:gd name="connsiteY9" fmla="*/ 210166 h 250602"/>
                <a:gd name="connsiteX10" fmla="*/ 177161 w 255689"/>
                <a:gd name="connsiteY10" fmla="*/ 207689 h 250602"/>
                <a:gd name="connsiteX11" fmla="*/ 78556 w 255689"/>
                <a:gd name="connsiteY11" fmla="*/ 207689 h 250602"/>
                <a:gd name="connsiteX12" fmla="*/ 74333 w 255689"/>
                <a:gd name="connsiteY12" fmla="*/ 210166 h 250602"/>
                <a:gd name="connsiteX13" fmla="*/ 56739 w 255689"/>
                <a:gd name="connsiteY13" fmla="*/ 248126 h 250602"/>
                <a:gd name="connsiteX14" fmla="*/ 52849 w 255689"/>
                <a:gd name="connsiteY14" fmla="*/ 250602 h 250602"/>
                <a:gd name="connsiteX15" fmla="*/ 2843 w 255689"/>
                <a:gd name="connsiteY15" fmla="*/ 250602 h 250602"/>
                <a:gd name="connsiteX16" fmla="*/ 361 w 255689"/>
                <a:gd name="connsiteY16" fmla="*/ 249382 h 250602"/>
                <a:gd name="connsiteX17" fmla="*/ 361 w 255689"/>
                <a:gd name="connsiteY17" fmla="*/ 246388 h 250602"/>
                <a:gd name="connsiteX18" fmla="*/ 113412 w 255689"/>
                <a:gd name="connsiteY18" fmla="*/ 2513 h 250602"/>
                <a:gd name="connsiteX19" fmla="*/ 96188 w 255689"/>
                <a:gd name="connsiteY19" fmla="*/ 157421 h 250602"/>
                <a:gd name="connsiteX20" fmla="*/ 95817 w 255689"/>
                <a:gd name="connsiteY20" fmla="*/ 159195 h 250602"/>
                <a:gd name="connsiteX21" fmla="*/ 98633 w 255689"/>
                <a:gd name="connsiteY21" fmla="*/ 161672 h 250602"/>
                <a:gd name="connsiteX22" fmla="*/ 157084 w 255689"/>
                <a:gd name="connsiteY22" fmla="*/ 161672 h 250602"/>
                <a:gd name="connsiteX23" fmla="*/ 159566 w 255689"/>
                <a:gd name="connsiteY23" fmla="*/ 160452 h 250602"/>
                <a:gd name="connsiteX24" fmla="*/ 159566 w 255689"/>
                <a:gd name="connsiteY24" fmla="*/ 157458 h 250602"/>
                <a:gd name="connsiteX25" fmla="*/ 130340 w 255689"/>
                <a:gd name="connsiteY25" fmla="*/ 89633 h 250602"/>
                <a:gd name="connsiteX26" fmla="*/ 127859 w 255689"/>
                <a:gd name="connsiteY26" fmla="*/ 87859 h 250602"/>
                <a:gd name="connsiteX27" fmla="*/ 125377 w 255689"/>
                <a:gd name="connsiteY27" fmla="*/ 89633 h 250602"/>
                <a:gd name="connsiteX28" fmla="*/ 96151 w 255689"/>
                <a:gd name="connsiteY28" fmla="*/ 157458 h 25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5689" h="250602">
                  <a:moveTo>
                    <a:pt x="113412" y="2476"/>
                  </a:moveTo>
                  <a:cubicBezTo>
                    <a:pt x="114116" y="850"/>
                    <a:pt x="115524" y="0"/>
                    <a:pt x="117635" y="0"/>
                  </a:cubicBezTo>
                  <a:lnTo>
                    <a:pt x="138415" y="0"/>
                  </a:lnTo>
                  <a:cubicBezTo>
                    <a:pt x="140527" y="0"/>
                    <a:pt x="141934" y="813"/>
                    <a:pt x="142638" y="2476"/>
                  </a:cubicBezTo>
                  <a:lnTo>
                    <a:pt x="255319" y="246352"/>
                  </a:lnTo>
                  <a:cubicBezTo>
                    <a:pt x="255541" y="246832"/>
                    <a:pt x="255689" y="247423"/>
                    <a:pt x="255689" y="248126"/>
                  </a:cubicBezTo>
                  <a:cubicBezTo>
                    <a:pt x="255689" y="249752"/>
                    <a:pt x="254763" y="250602"/>
                    <a:pt x="252874" y="250602"/>
                  </a:cubicBezTo>
                  <a:lnTo>
                    <a:pt x="202868" y="250602"/>
                  </a:lnTo>
                  <a:cubicBezTo>
                    <a:pt x="200756" y="250602"/>
                    <a:pt x="199349" y="249789"/>
                    <a:pt x="198645" y="248126"/>
                  </a:cubicBezTo>
                  <a:lnTo>
                    <a:pt x="181050" y="210166"/>
                  </a:lnTo>
                  <a:cubicBezTo>
                    <a:pt x="180346" y="208539"/>
                    <a:pt x="179050" y="207689"/>
                    <a:pt x="177161" y="207689"/>
                  </a:cubicBezTo>
                  <a:lnTo>
                    <a:pt x="78556" y="207689"/>
                  </a:lnTo>
                  <a:cubicBezTo>
                    <a:pt x="76445" y="207689"/>
                    <a:pt x="75037" y="208502"/>
                    <a:pt x="74333" y="210166"/>
                  </a:cubicBezTo>
                  <a:lnTo>
                    <a:pt x="56739" y="248126"/>
                  </a:lnTo>
                  <a:cubicBezTo>
                    <a:pt x="56035" y="249752"/>
                    <a:pt x="54738" y="250602"/>
                    <a:pt x="52849" y="250602"/>
                  </a:cubicBezTo>
                  <a:lnTo>
                    <a:pt x="2843" y="250602"/>
                  </a:lnTo>
                  <a:cubicBezTo>
                    <a:pt x="1658" y="250602"/>
                    <a:pt x="843" y="250196"/>
                    <a:pt x="361" y="249382"/>
                  </a:cubicBezTo>
                  <a:cubicBezTo>
                    <a:pt x="-120" y="248569"/>
                    <a:pt x="-120" y="247571"/>
                    <a:pt x="361" y="246388"/>
                  </a:cubicBezTo>
                  <a:lnTo>
                    <a:pt x="113412" y="2513"/>
                  </a:lnTo>
                  <a:close/>
                  <a:moveTo>
                    <a:pt x="96188" y="157421"/>
                  </a:moveTo>
                  <a:cubicBezTo>
                    <a:pt x="95966" y="157902"/>
                    <a:pt x="95817" y="158493"/>
                    <a:pt x="95817" y="159195"/>
                  </a:cubicBezTo>
                  <a:cubicBezTo>
                    <a:pt x="95817" y="160822"/>
                    <a:pt x="96743" y="161672"/>
                    <a:pt x="98633" y="161672"/>
                  </a:cubicBezTo>
                  <a:lnTo>
                    <a:pt x="157084" y="161672"/>
                  </a:lnTo>
                  <a:cubicBezTo>
                    <a:pt x="158270" y="161672"/>
                    <a:pt x="159085" y="161265"/>
                    <a:pt x="159566" y="160452"/>
                  </a:cubicBezTo>
                  <a:cubicBezTo>
                    <a:pt x="160048" y="159639"/>
                    <a:pt x="160048" y="158641"/>
                    <a:pt x="159566" y="157458"/>
                  </a:cubicBezTo>
                  <a:lnTo>
                    <a:pt x="130340" y="89633"/>
                  </a:lnTo>
                  <a:cubicBezTo>
                    <a:pt x="130118" y="88450"/>
                    <a:pt x="129266" y="87859"/>
                    <a:pt x="127859" y="87859"/>
                  </a:cubicBezTo>
                  <a:cubicBezTo>
                    <a:pt x="126932" y="87859"/>
                    <a:pt x="126080" y="88450"/>
                    <a:pt x="125377" y="89633"/>
                  </a:cubicBezTo>
                  <a:lnTo>
                    <a:pt x="96151" y="157458"/>
                  </a:lnTo>
                  <a:close/>
                </a:path>
              </a:pathLst>
            </a:custGeom>
            <a:solidFill>
              <a:srgbClr val="FEF8E8"/>
            </a:solidFill>
            <a:ln w="3692"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9F111829-74AA-A031-F8B3-048B115F5979}"/>
                </a:ext>
              </a:extLst>
            </p:cNvPr>
            <p:cNvSpPr>
              <a:spLocks noGrp="1" noRot="1" noMove="1" noResize="1" noEditPoints="1" noAdjustHandles="1" noChangeArrowheads="1" noChangeShapeType="1"/>
            </p:cNvSpPr>
            <p:nvPr/>
          </p:nvSpPr>
          <p:spPr>
            <a:xfrm>
              <a:off x="3736096"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2 w 202839"/>
                <a:gd name="connsiteY3" fmla="*/ 248421 h 250528"/>
                <a:gd name="connsiteX4" fmla="*/ 56377 w 202839"/>
                <a:gd name="connsiteY4" fmla="*/ 105748 h 250528"/>
                <a:gd name="connsiteX5" fmla="*/ 53896 w 202839"/>
                <a:gd name="connsiteY5" fmla="*/ 104344 h 250528"/>
                <a:gd name="connsiteX6" fmla="*/ 52117 w 202839"/>
                <a:gd name="connsiteY6" fmla="*/ 107522 h 250528"/>
                <a:gd name="connsiteX7" fmla="*/ 52117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7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2" y="248421"/>
                  </a:cubicBezTo>
                  <a:lnTo>
                    <a:pt x="56377" y="105748"/>
                  </a:lnTo>
                  <a:cubicBezTo>
                    <a:pt x="55451" y="104824"/>
                    <a:pt x="54599" y="104344"/>
                    <a:pt x="53896" y="104344"/>
                  </a:cubicBezTo>
                  <a:cubicBezTo>
                    <a:pt x="52710" y="104344"/>
                    <a:pt x="52117" y="105416"/>
                    <a:pt x="52117" y="107522"/>
                  </a:cubicBezTo>
                  <a:lnTo>
                    <a:pt x="52117" y="247017"/>
                  </a:lnTo>
                  <a:cubicBezTo>
                    <a:pt x="52117"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7" y="2107"/>
                  </a:cubicBezTo>
                  <a:lnTo>
                    <a:pt x="146463" y="144410"/>
                  </a:lnTo>
                  <a:cubicBezTo>
                    <a:pt x="147166"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solidFill>
              <a:srgbClr val="FEF8E8"/>
            </a:solidFill>
            <a:ln w="3692"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3F0FF534-A310-BDD9-AD43-0AAE906111BA}"/>
                </a:ext>
              </a:extLst>
            </p:cNvPr>
            <p:cNvSpPr>
              <a:spLocks noGrp="1" noRot="1" noMove="1" noResize="1" noEditPoints="1" noAdjustHandles="1" noChangeArrowheads="1" noChangeShapeType="1"/>
            </p:cNvSpPr>
            <p:nvPr/>
          </p:nvSpPr>
          <p:spPr>
            <a:xfrm>
              <a:off x="4009389" y="5624255"/>
              <a:ext cx="176058" cy="250528"/>
            </a:xfrm>
            <a:custGeom>
              <a:avLst/>
              <a:gdLst>
                <a:gd name="connsiteX0" fmla="*/ 172540 w 176058"/>
                <a:gd name="connsiteY0" fmla="*/ 0 h 250528"/>
                <a:gd name="connsiteX1" fmla="*/ 176059 w 176058"/>
                <a:gd name="connsiteY1" fmla="*/ 3511 h 250528"/>
                <a:gd name="connsiteX2" fmla="*/ 176059 w 176058"/>
                <a:gd name="connsiteY2" fmla="*/ 42506 h 250528"/>
                <a:gd name="connsiteX3" fmla="*/ 172540 w 176058"/>
                <a:gd name="connsiteY3" fmla="*/ 46018 h 250528"/>
                <a:gd name="connsiteX4" fmla="*/ 117607 w 176058"/>
                <a:gd name="connsiteY4" fmla="*/ 46018 h 250528"/>
                <a:gd name="connsiteX5" fmla="*/ 114088 w 176058"/>
                <a:gd name="connsiteY5" fmla="*/ 49529 h 250528"/>
                <a:gd name="connsiteX6" fmla="*/ 114088 w 176058"/>
                <a:gd name="connsiteY6" fmla="*/ 247017 h 250528"/>
                <a:gd name="connsiteX7" fmla="*/ 110569 w 176058"/>
                <a:gd name="connsiteY7" fmla="*/ 250528 h 250528"/>
                <a:gd name="connsiteX8" fmla="*/ 65860 w 176058"/>
                <a:gd name="connsiteY8" fmla="*/ 250528 h 250528"/>
                <a:gd name="connsiteX9" fmla="*/ 62341 w 176058"/>
                <a:gd name="connsiteY9" fmla="*/ 247017 h 250528"/>
                <a:gd name="connsiteX10" fmla="*/ 62341 w 176058"/>
                <a:gd name="connsiteY10" fmla="*/ 49529 h 250528"/>
                <a:gd name="connsiteX11" fmla="*/ 58822 w 176058"/>
                <a:gd name="connsiteY11" fmla="*/ 46018 h 250528"/>
                <a:gd name="connsiteX12" fmla="*/ 3519 w 176058"/>
                <a:gd name="connsiteY12" fmla="*/ 46018 h 250528"/>
                <a:gd name="connsiteX13" fmla="*/ 0 w 176058"/>
                <a:gd name="connsiteY13" fmla="*/ 42506 h 250528"/>
                <a:gd name="connsiteX14" fmla="*/ 0 w 176058"/>
                <a:gd name="connsiteY14" fmla="*/ 3511 h 250528"/>
                <a:gd name="connsiteX15" fmla="*/ 3519 w 176058"/>
                <a:gd name="connsiteY15" fmla="*/ 0 h 250528"/>
                <a:gd name="connsiteX16" fmla="*/ 172540 w 176058"/>
                <a:gd name="connsiteY16" fmla="*/ 0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058" h="250528">
                  <a:moveTo>
                    <a:pt x="172540" y="0"/>
                  </a:moveTo>
                  <a:cubicBezTo>
                    <a:pt x="174873" y="0"/>
                    <a:pt x="176059" y="1183"/>
                    <a:pt x="176059" y="3511"/>
                  </a:cubicBezTo>
                  <a:lnTo>
                    <a:pt x="176059" y="42506"/>
                  </a:lnTo>
                  <a:cubicBezTo>
                    <a:pt x="176059" y="44835"/>
                    <a:pt x="174873" y="46018"/>
                    <a:pt x="172540" y="46018"/>
                  </a:cubicBezTo>
                  <a:lnTo>
                    <a:pt x="117607" y="46018"/>
                  </a:lnTo>
                  <a:cubicBezTo>
                    <a:pt x="115274" y="46018"/>
                    <a:pt x="114088" y="47200"/>
                    <a:pt x="114088" y="49529"/>
                  </a:cubicBezTo>
                  <a:lnTo>
                    <a:pt x="114088" y="247017"/>
                  </a:lnTo>
                  <a:cubicBezTo>
                    <a:pt x="114088" y="249345"/>
                    <a:pt x="112903" y="250528"/>
                    <a:pt x="110569" y="250528"/>
                  </a:cubicBezTo>
                  <a:lnTo>
                    <a:pt x="65860" y="250528"/>
                  </a:lnTo>
                  <a:cubicBezTo>
                    <a:pt x="63526" y="250528"/>
                    <a:pt x="62341" y="249345"/>
                    <a:pt x="62341" y="247017"/>
                  </a:cubicBezTo>
                  <a:lnTo>
                    <a:pt x="62341" y="49529"/>
                  </a:lnTo>
                  <a:cubicBezTo>
                    <a:pt x="62341" y="47200"/>
                    <a:pt x="61156" y="46018"/>
                    <a:pt x="58822" y="46018"/>
                  </a:cubicBezTo>
                  <a:lnTo>
                    <a:pt x="3519" y="46018"/>
                  </a:lnTo>
                  <a:cubicBezTo>
                    <a:pt x="1185" y="46018"/>
                    <a:pt x="0" y="44835"/>
                    <a:pt x="0" y="42506"/>
                  </a:cubicBezTo>
                  <a:lnTo>
                    <a:pt x="0" y="3511"/>
                  </a:lnTo>
                  <a:cubicBezTo>
                    <a:pt x="0" y="1183"/>
                    <a:pt x="1185" y="0"/>
                    <a:pt x="3519" y="0"/>
                  </a:cubicBezTo>
                  <a:lnTo>
                    <a:pt x="172540" y="0"/>
                  </a:lnTo>
                  <a:close/>
                </a:path>
              </a:pathLst>
            </a:custGeom>
            <a:solidFill>
              <a:srgbClr val="FEF8E8"/>
            </a:solidFill>
            <a:ln w="3692"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2B44003F-F8B5-C9BD-68D2-76CE46726BF0}"/>
                </a:ext>
              </a:extLst>
            </p:cNvPr>
            <p:cNvSpPr>
              <a:spLocks noGrp="1" noRot="1" noMove="1" noResize="1" noEditPoints="1" noAdjustHandles="1" noChangeArrowheads="1" noChangeShapeType="1"/>
            </p:cNvSpPr>
            <p:nvPr/>
          </p:nvSpPr>
          <p:spPr>
            <a:xfrm>
              <a:off x="4251012" y="5624255"/>
              <a:ext cx="156352" cy="250528"/>
            </a:xfrm>
            <a:custGeom>
              <a:avLst/>
              <a:gdLst>
                <a:gd name="connsiteX0" fmla="*/ 152834 w 156352"/>
                <a:gd name="connsiteY0" fmla="*/ 204511 h 250528"/>
                <a:gd name="connsiteX1" fmla="*/ 156353 w 156352"/>
                <a:gd name="connsiteY1" fmla="*/ 208022 h 250528"/>
                <a:gd name="connsiteX2" fmla="*/ 156353 w 156352"/>
                <a:gd name="connsiteY2" fmla="*/ 247017 h 250528"/>
                <a:gd name="connsiteX3" fmla="*/ 152834 w 156352"/>
                <a:gd name="connsiteY3" fmla="*/ 250528 h 250528"/>
                <a:gd name="connsiteX4" fmla="*/ 3519 w 156352"/>
                <a:gd name="connsiteY4" fmla="*/ 250528 h 250528"/>
                <a:gd name="connsiteX5" fmla="*/ 0 w 156352"/>
                <a:gd name="connsiteY5" fmla="*/ 247017 h 250528"/>
                <a:gd name="connsiteX6" fmla="*/ 0 w 156352"/>
                <a:gd name="connsiteY6" fmla="*/ 3511 h 250528"/>
                <a:gd name="connsiteX7" fmla="*/ 3519 w 156352"/>
                <a:gd name="connsiteY7" fmla="*/ 0 h 250528"/>
                <a:gd name="connsiteX8" fmla="*/ 149315 w 156352"/>
                <a:gd name="connsiteY8" fmla="*/ 0 h 250528"/>
                <a:gd name="connsiteX9" fmla="*/ 152834 w 156352"/>
                <a:gd name="connsiteY9" fmla="*/ 3511 h 250528"/>
                <a:gd name="connsiteX10" fmla="*/ 152834 w 156352"/>
                <a:gd name="connsiteY10" fmla="*/ 42506 h 250528"/>
                <a:gd name="connsiteX11" fmla="*/ 149315 w 156352"/>
                <a:gd name="connsiteY11" fmla="*/ 46018 h 250528"/>
                <a:gd name="connsiteX12" fmla="*/ 55636 w 156352"/>
                <a:gd name="connsiteY12" fmla="*/ 46018 h 250528"/>
                <a:gd name="connsiteX13" fmla="*/ 52118 w 156352"/>
                <a:gd name="connsiteY13" fmla="*/ 49529 h 250528"/>
                <a:gd name="connsiteX14" fmla="*/ 52118 w 156352"/>
                <a:gd name="connsiteY14" fmla="*/ 100832 h 250528"/>
                <a:gd name="connsiteX15" fmla="*/ 55636 w 156352"/>
                <a:gd name="connsiteY15" fmla="*/ 104344 h 250528"/>
                <a:gd name="connsiteX16" fmla="*/ 122904 w 156352"/>
                <a:gd name="connsiteY16" fmla="*/ 104344 h 250528"/>
                <a:gd name="connsiteX17" fmla="*/ 126423 w 156352"/>
                <a:gd name="connsiteY17" fmla="*/ 107855 h 250528"/>
                <a:gd name="connsiteX18" fmla="*/ 126423 w 156352"/>
                <a:gd name="connsiteY18" fmla="*/ 146850 h 250528"/>
                <a:gd name="connsiteX19" fmla="*/ 122904 w 156352"/>
                <a:gd name="connsiteY19" fmla="*/ 150361 h 250528"/>
                <a:gd name="connsiteX20" fmla="*/ 55636 w 156352"/>
                <a:gd name="connsiteY20" fmla="*/ 150361 h 250528"/>
                <a:gd name="connsiteX21" fmla="*/ 52118 w 156352"/>
                <a:gd name="connsiteY21" fmla="*/ 153873 h 250528"/>
                <a:gd name="connsiteX22" fmla="*/ 52118 w 156352"/>
                <a:gd name="connsiteY22" fmla="*/ 200962 h 250528"/>
                <a:gd name="connsiteX23" fmla="*/ 55636 w 156352"/>
                <a:gd name="connsiteY23" fmla="*/ 204474 h 250528"/>
                <a:gd name="connsiteX24" fmla="*/ 152834 w 156352"/>
                <a:gd name="connsiteY24" fmla="*/ 204474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52" h="250528">
                  <a:moveTo>
                    <a:pt x="152834" y="204511"/>
                  </a:moveTo>
                  <a:cubicBezTo>
                    <a:pt x="155167" y="204511"/>
                    <a:pt x="156353" y="205693"/>
                    <a:pt x="156353" y="208022"/>
                  </a:cubicBezTo>
                  <a:lnTo>
                    <a:pt x="156353" y="247017"/>
                  </a:lnTo>
                  <a:cubicBezTo>
                    <a:pt x="156353" y="249345"/>
                    <a:pt x="155167" y="250528"/>
                    <a:pt x="152834" y="250528"/>
                  </a:cubicBezTo>
                  <a:lnTo>
                    <a:pt x="3519" y="250528"/>
                  </a:lnTo>
                  <a:cubicBezTo>
                    <a:pt x="1185" y="250528"/>
                    <a:pt x="0" y="249345"/>
                    <a:pt x="0" y="247017"/>
                  </a:cubicBezTo>
                  <a:lnTo>
                    <a:pt x="0" y="3511"/>
                  </a:lnTo>
                  <a:cubicBezTo>
                    <a:pt x="0" y="1183"/>
                    <a:pt x="1185" y="0"/>
                    <a:pt x="3519" y="0"/>
                  </a:cubicBezTo>
                  <a:lnTo>
                    <a:pt x="149315" y="0"/>
                  </a:lnTo>
                  <a:cubicBezTo>
                    <a:pt x="151649" y="0"/>
                    <a:pt x="152834" y="1183"/>
                    <a:pt x="152834" y="3511"/>
                  </a:cubicBezTo>
                  <a:lnTo>
                    <a:pt x="152834" y="42506"/>
                  </a:lnTo>
                  <a:cubicBezTo>
                    <a:pt x="152834" y="44835"/>
                    <a:pt x="151649" y="46018"/>
                    <a:pt x="149315" y="46018"/>
                  </a:cubicBezTo>
                  <a:lnTo>
                    <a:pt x="55636" y="46018"/>
                  </a:lnTo>
                  <a:cubicBezTo>
                    <a:pt x="53303" y="46018"/>
                    <a:pt x="52118" y="47200"/>
                    <a:pt x="52118" y="49529"/>
                  </a:cubicBezTo>
                  <a:lnTo>
                    <a:pt x="52118" y="100832"/>
                  </a:lnTo>
                  <a:cubicBezTo>
                    <a:pt x="52118" y="103161"/>
                    <a:pt x="53303" y="104344"/>
                    <a:pt x="55636" y="104344"/>
                  </a:cubicBezTo>
                  <a:lnTo>
                    <a:pt x="122904" y="104344"/>
                  </a:lnTo>
                  <a:cubicBezTo>
                    <a:pt x="125238" y="104344"/>
                    <a:pt x="126423" y="105526"/>
                    <a:pt x="126423" y="107855"/>
                  </a:cubicBezTo>
                  <a:lnTo>
                    <a:pt x="126423" y="146850"/>
                  </a:lnTo>
                  <a:cubicBezTo>
                    <a:pt x="126423" y="149178"/>
                    <a:pt x="125238" y="150361"/>
                    <a:pt x="122904" y="150361"/>
                  </a:cubicBezTo>
                  <a:lnTo>
                    <a:pt x="55636" y="150361"/>
                  </a:lnTo>
                  <a:cubicBezTo>
                    <a:pt x="53303" y="150361"/>
                    <a:pt x="52118" y="151544"/>
                    <a:pt x="52118" y="153873"/>
                  </a:cubicBezTo>
                  <a:lnTo>
                    <a:pt x="52118" y="200962"/>
                  </a:lnTo>
                  <a:cubicBezTo>
                    <a:pt x="52118" y="203291"/>
                    <a:pt x="53303" y="204474"/>
                    <a:pt x="55636" y="204474"/>
                  </a:cubicBezTo>
                  <a:lnTo>
                    <a:pt x="152834" y="204474"/>
                  </a:lnTo>
                  <a:close/>
                </a:path>
              </a:pathLst>
            </a:custGeom>
            <a:solidFill>
              <a:srgbClr val="FEF8E8"/>
            </a:solidFill>
            <a:ln w="3692"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9DFDE94F-E413-70DC-FFDE-9F28E80943FA}"/>
                </a:ext>
              </a:extLst>
            </p:cNvPr>
            <p:cNvSpPr>
              <a:spLocks noGrp="1" noRot="1" noMove="1" noResize="1" noEditPoints="1" noAdjustHandles="1" noChangeArrowheads="1" noChangeShapeType="1"/>
            </p:cNvSpPr>
            <p:nvPr/>
          </p:nvSpPr>
          <p:spPr>
            <a:xfrm>
              <a:off x="4479596" y="5624255"/>
              <a:ext cx="196839" cy="250565"/>
            </a:xfrm>
            <a:custGeom>
              <a:avLst/>
              <a:gdLst>
                <a:gd name="connsiteX0" fmla="*/ 3519 w 196839"/>
                <a:gd name="connsiteY0" fmla="*/ 250528 h 250565"/>
                <a:gd name="connsiteX1" fmla="*/ 0 w 196839"/>
                <a:gd name="connsiteY1" fmla="*/ 247017 h 250565"/>
                <a:gd name="connsiteX2" fmla="*/ 0 w 196839"/>
                <a:gd name="connsiteY2" fmla="*/ 3511 h 250565"/>
                <a:gd name="connsiteX3" fmla="*/ 3519 w 196839"/>
                <a:gd name="connsiteY3" fmla="*/ 0 h 250565"/>
                <a:gd name="connsiteX4" fmla="*/ 106717 w 196839"/>
                <a:gd name="connsiteY4" fmla="*/ 0 h 250565"/>
                <a:gd name="connsiteX5" fmla="*/ 152315 w 196839"/>
                <a:gd name="connsiteY5" fmla="*/ 11052 h 250565"/>
                <a:gd name="connsiteX6" fmla="*/ 184875 w 196839"/>
                <a:gd name="connsiteY6" fmla="*/ 41989 h 250565"/>
                <a:gd name="connsiteX7" fmla="*/ 196839 w 196839"/>
                <a:gd name="connsiteY7" fmla="*/ 86787 h 250565"/>
                <a:gd name="connsiteX8" fmla="*/ 185394 w 196839"/>
                <a:gd name="connsiteY8" fmla="*/ 130365 h 250565"/>
                <a:gd name="connsiteX9" fmla="*/ 153167 w 196839"/>
                <a:gd name="connsiteY9" fmla="*/ 161635 h 250565"/>
                <a:gd name="connsiteX10" fmla="*/ 151575 w 196839"/>
                <a:gd name="connsiteY10" fmla="*/ 163557 h 250565"/>
                <a:gd name="connsiteX11" fmla="*/ 152093 w 196839"/>
                <a:gd name="connsiteY11" fmla="*/ 166551 h 250565"/>
                <a:gd name="connsiteX12" fmla="*/ 194691 w 196839"/>
                <a:gd name="connsiteY12" fmla="*/ 246315 h 250565"/>
                <a:gd name="connsiteX13" fmla="*/ 195395 w 196839"/>
                <a:gd name="connsiteY13" fmla="*/ 248089 h 250565"/>
                <a:gd name="connsiteX14" fmla="*/ 194506 w 196839"/>
                <a:gd name="connsiteY14" fmla="*/ 249863 h 250565"/>
                <a:gd name="connsiteX15" fmla="*/ 192209 w 196839"/>
                <a:gd name="connsiteY15" fmla="*/ 250565 h 250565"/>
                <a:gd name="connsiteX16" fmla="*/ 143610 w 196839"/>
                <a:gd name="connsiteY16" fmla="*/ 250565 h 250565"/>
                <a:gd name="connsiteX17" fmla="*/ 139388 w 196839"/>
                <a:gd name="connsiteY17" fmla="*/ 248089 h 250565"/>
                <a:gd name="connsiteX18" fmla="*/ 102420 w 196839"/>
                <a:gd name="connsiteY18" fmla="*/ 176050 h 250565"/>
                <a:gd name="connsiteX19" fmla="*/ 98197 w 196839"/>
                <a:gd name="connsiteY19" fmla="*/ 173573 h 250565"/>
                <a:gd name="connsiteX20" fmla="*/ 55600 w 196839"/>
                <a:gd name="connsiteY20" fmla="*/ 173573 h 250565"/>
                <a:gd name="connsiteX21" fmla="*/ 52081 w 196839"/>
                <a:gd name="connsiteY21" fmla="*/ 177085 h 250565"/>
                <a:gd name="connsiteX22" fmla="*/ 52081 w 196839"/>
                <a:gd name="connsiteY22" fmla="*/ 247017 h 250565"/>
                <a:gd name="connsiteX23" fmla="*/ 48562 w 196839"/>
                <a:gd name="connsiteY23" fmla="*/ 250528 h 250565"/>
                <a:gd name="connsiteX24" fmla="*/ 3482 w 196839"/>
                <a:gd name="connsiteY24" fmla="*/ 250528 h 250565"/>
                <a:gd name="connsiteX25" fmla="*/ 102828 w 196839"/>
                <a:gd name="connsiteY25" fmla="*/ 127556 h 250565"/>
                <a:gd name="connsiteX26" fmla="*/ 123423 w 196839"/>
                <a:gd name="connsiteY26" fmla="*/ 122455 h 250565"/>
                <a:gd name="connsiteX27" fmla="*/ 139091 w 196839"/>
                <a:gd name="connsiteY27" fmla="*/ 108225 h 250565"/>
                <a:gd name="connsiteX28" fmla="*/ 145092 w 196839"/>
                <a:gd name="connsiteY28" fmla="*/ 86787 h 250565"/>
                <a:gd name="connsiteX29" fmla="*/ 132239 w 196839"/>
                <a:gd name="connsiteY29" fmla="*/ 56921 h 250565"/>
                <a:gd name="connsiteX30" fmla="*/ 101087 w 196839"/>
                <a:gd name="connsiteY30" fmla="*/ 46018 h 250565"/>
                <a:gd name="connsiteX31" fmla="*/ 55674 w 196839"/>
                <a:gd name="connsiteY31" fmla="*/ 46018 h 250565"/>
                <a:gd name="connsiteX32" fmla="*/ 52155 w 196839"/>
                <a:gd name="connsiteY32" fmla="*/ 49529 h 250565"/>
                <a:gd name="connsiteX33" fmla="*/ 52155 w 196839"/>
                <a:gd name="connsiteY33" fmla="*/ 124007 h 250565"/>
                <a:gd name="connsiteX34" fmla="*/ 55674 w 196839"/>
                <a:gd name="connsiteY34" fmla="*/ 127519 h 250565"/>
                <a:gd name="connsiteX35" fmla="*/ 102865 w 196839"/>
                <a:gd name="connsiteY35" fmla="*/ 127519 h 2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6839" h="250565">
                  <a:moveTo>
                    <a:pt x="3519" y="250528"/>
                  </a:moveTo>
                  <a:cubicBezTo>
                    <a:pt x="1185" y="250528"/>
                    <a:pt x="0" y="249345"/>
                    <a:pt x="0" y="247017"/>
                  </a:cubicBezTo>
                  <a:lnTo>
                    <a:pt x="0" y="3511"/>
                  </a:lnTo>
                  <a:cubicBezTo>
                    <a:pt x="0" y="1183"/>
                    <a:pt x="1185" y="0"/>
                    <a:pt x="3519" y="0"/>
                  </a:cubicBezTo>
                  <a:lnTo>
                    <a:pt x="106717" y="0"/>
                  </a:lnTo>
                  <a:cubicBezTo>
                    <a:pt x="123386" y="0"/>
                    <a:pt x="138573" y="3696"/>
                    <a:pt x="152315" y="11052"/>
                  </a:cubicBezTo>
                  <a:cubicBezTo>
                    <a:pt x="166058" y="18444"/>
                    <a:pt x="176911" y="28756"/>
                    <a:pt x="184875" y="41989"/>
                  </a:cubicBezTo>
                  <a:cubicBezTo>
                    <a:pt x="192839" y="55221"/>
                    <a:pt x="196839" y="70154"/>
                    <a:pt x="196839" y="86787"/>
                  </a:cubicBezTo>
                  <a:cubicBezTo>
                    <a:pt x="196839" y="103420"/>
                    <a:pt x="193024" y="117724"/>
                    <a:pt x="185394" y="130365"/>
                  </a:cubicBezTo>
                  <a:cubicBezTo>
                    <a:pt x="177763" y="143006"/>
                    <a:pt x="167021" y="153429"/>
                    <a:pt x="153167" y="161635"/>
                  </a:cubicBezTo>
                  <a:cubicBezTo>
                    <a:pt x="152241" y="161856"/>
                    <a:pt x="151686" y="162522"/>
                    <a:pt x="151575" y="163557"/>
                  </a:cubicBezTo>
                  <a:cubicBezTo>
                    <a:pt x="151463" y="164592"/>
                    <a:pt x="151648" y="165627"/>
                    <a:pt x="152093" y="166551"/>
                  </a:cubicBezTo>
                  <a:lnTo>
                    <a:pt x="194691" y="246315"/>
                  </a:lnTo>
                  <a:lnTo>
                    <a:pt x="195395" y="248089"/>
                  </a:lnTo>
                  <a:cubicBezTo>
                    <a:pt x="195395" y="248791"/>
                    <a:pt x="195098" y="249382"/>
                    <a:pt x="194506" y="249863"/>
                  </a:cubicBezTo>
                  <a:cubicBezTo>
                    <a:pt x="193913" y="250343"/>
                    <a:pt x="193172" y="250565"/>
                    <a:pt x="192209" y="250565"/>
                  </a:cubicBezTo>
                  <a:lnTo>
                    <a:pt x="143610" y="250565"/>
                  </a:lnTo>
                  <a:cubicBezTo>
                    <a:pt x="141499" y="250565"/>
                    <a:pt x="140091" y="249752"/>
                    <a:pt x="139388" y="248089"/>
                  </a:cubicBezTo>
                  <a:lnTo>
                    <a:pt x="102420" y="176050"/>
                  </a:lnTo>
                  <a:cubicBezTo>
                    <a:pt x="101716" y="174424"/>
                    <a:pt x="100309" y="173573"/>
                    <a:pt x="98197" y="173573"/>
                  </a:cubicBezTo>
                  <a:lnTo>
                    <a:pt x="55600" y="173573"/>
                  </a:lnTo>
                  <a:cubicBezTo>
                    <a:pt x="53266" y="173573"/>
                    <a:pt x="52081" y="174756"/>
                    <a:pt x="52081" y="177085"/>
                  </a:cubicBezTo>
                  <a:lnTo>
                    <a:pt x="52081" y="247017"/>
                  </a:lnTo>
                  <a:cubicBezTo>
                    <a:pt x="52081" y="249345"/>
                    <a:pt x="50895" y="250528"/>
                    <a:pt x="48562" y="250528"/>
                  </a:cubicBezTo>
                  <a:lnTo>
                    <a:pt x="3482" y="250528"/>
                  </a:lnTo>
                  <a:close/>
                  <a:moveTo>
                    <a:pt x="102828" y="127556"/>
                  </a:moveTo>
                  <a:cubicBezTo>
                    <a:pt x="110088" y="127556"/>
                    <a:pt x="116978" y="125855"/>
                    <a:pt x="123423" y="122455"/>
                  </a:cubicBezTo>
                  <a:cubicBezTo>
                    <a:pt x="129868" y="119054"/>
                    <a:pt x="135091" y="114323"/>
                    <a:pt x="139091" y="108225"/>
                  </a:cubicBezTo>
                  <a:cubicBezTo>
                    <a:pt x="143092" y="102126"/>
                    <a:pt x="145092" y="94992"/>
                    <a:pt x="145092" y="86787"/>
                  </a:cubicBezTo>
                  <a:cubicBezTo>
                    <a:pt x="145092" y="74146"/>
                    <a:pt x="140795" y="64166"/>
                    <a:pt x="132239" y="56921"/>
                  </a:cubicBezTo>
                  <a:cubicBezTo>
                    <a:pt x="123682" y="49677"/>
                    <a:pt x="113273" y="46018"/>
                    <a:pt x="101087" y="46018"/>
                  </a:cubicBezTo>
                  <a:lnTo>
                    <a:pt x="55674" y="46018"/>
                  </a:lnTo>
                  <a:cubicBezTo>
                    <a:pt x="53340" y="46018"/>
                    <a:pt x="52155" y="47200"/>
                    <a:pt x="52155" y="49529"/>
                  </a:cubicBezTo>
                  <a:lnTo>
                    <a:pt x="52155" y="124007"/>
                  </a:lnTo>
                  <a:cubicBezTo>
                    <a:pt x="52155" y="126336"/>
                    <a:pt x="53340" y="127519"/>
                    <a:pt x="55674" y="127519"/>
                  </a:cubicBezTo>
                  <a:lnTo>
                    <a:pt x="102865" y="127519"/>
                  </a:lnTo>
                  <a:close/>
                </a:path>
              </a:pathLst>
            </a:custGeom>
            <a:solidFill>
              <a:srgbClr val="FEF8E8"/>
            </a:solidFill>
            <a:ln w="3692"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D7D2E7E7-B9AE-019E-21DA-A138641F3C3A}"/>
                </a:ext>
              </a:extLst>
            </p:cNvPr>
            <p:cNvSpPr>
              <a:spLocks noGrp="1" noRot="1" noMove="1" noResize="1" noEditPoints="1" noAdjustHandles="1" noChangeArrowheads="1" noChangeShapeType="1"/>
            </p:cNvSpPr>
            <p:nvPr/>
          </p:nvSpPr>
          <p:spPr>
            <a:xfrm>
              <a:off x="4744703"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3 w 202839"/>
                <a:gd name="connsiteY3" fmla="*/ 248421 h 250528"/>
                <a:gd name="connsiteX4" fmla="*/ 56377 w 202839"/>
                <a:gd name="connsiteY4" fmla="*/ 105748 h 250528"/>
                <a:gd name="connsiteX5" fmla="*/ 53896 w 202839"/>
                <a:gd name="connsiteY5" fmla="*/ 104344 h 250528"/>
                <a:gd name="connsiteX6" fmla="*/ 52118 w 202839"/>
                <a:gd name="connsiteY6" fmla="*/ 107522 h 250528"/>
                <a:gd name="connsiteX7" fmla="*/ 52118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8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3" y="248421"/>
                  </a:cubicBezTo>
                  <a:lnTo>
                    <a:pt x="56377" y="105748"/>
                  </a:lnTo>
                  <a:cubicBezTo>
                    <a:pt x="55451" y="104824"/>
                    <a:pt x="54599" y="104344"/>
                    <a:pt x="53896" y="104344"/>
                  </a:cubicBezTo>
                  <a:cubicBezTo>
                    <a:pt x="52710" y="104344"/>
                    <a:pt x="52118" y="105416"/>
                    <a:pt x="52118" y="107522"/>
                  </a:cubicBezTo>
                  <a:lnTo>
                    <a:pt x="52118" y="247017"/>
                  </a:lnTo>
                  <a:cubicBezTo>
                    <a:pt x="52118"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8" y="2107"/>
                  </a:cubicBezTo>
                  <a:lnTo>
                    <a:pt x="146463" y="144410"/>
                  </a:lnTo>
                  <a:cubicBezTo>
                    <a:pt x="147167"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solidFill>
              <a:srgbClr val="FEF8E8"/>
            </a:solidFill>
            <a:ln w="3692"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297F1850-5468-8C1D-9870-B539D2385C45}"/>
                </a:ext>
              </a:extLst>
            </p:cNvPr>
            <p:cNvSpPr>
              <a:spLocks noGrp="1" noRot="1" noMove="1" noResize="1" noEditPoints="1" noAdjustHandles="1" noChangeArrowheads="1" noChangeShapeType="1"/>
            </p:cNvSpPr>
            <p:nvPr/>
          </p:nvSpPr>
          <p:spPr>
            <a:xfrm>
              <a:off x="2649665" y="5714387"/>
              <a:ext cx="129608" cy="253611"/>
            </a:xfrm>
            <a:custGeom>
              <a:avLst/>
              <a:gdLst>
                <a:gd name="connsiteX0" fmla="*/ 51488 w 129608"/>
                <a:gd name="connsiteY0" fmla="*/ 172003 h 253611"/>
                <a:gd name="connsiteX1" fmla="*/ 114866 w 129608"/>
                <a:gd name="connsiteY1" fmla="*/ 95454 h 253611"/>
                <a:gd name="connsiteX2" fmla="*/ 129609 w 129608"/>
                <a:gd name="connsiteY2" fmla="*/ 77491 h 253611"/>
                <a:gd name="connsiteX3" fmla="*/ 129609 w 129608"/>
                <a:gd name="connsiteY3" fmla="*/ 18463 h 253611"/>
                <a:gd name="connsiteX4" fmla="*/ 108310 w 129608"/>
                <a:gd name="connsiteY4" fmla="*/ 277 h 253611"/>
                <a:gd name="connsiteX5" fmla="*/ 0 w 129608"/>
                <a:gd name="connsiteY5" fmla="*/ 127870 h 253611"/>
                <a:gd name="connsiteX6" fmla="*/ 98716 w 129608"/>
                <a:gd name="connsiteY6" fmla="*/ 253467 h 253611"/>
                <a:gd name="connsiteX7" fmla="*/ 104531 w 129608"/>
                <a:gd name="connsiteY7" fmla="*/ 248994 h 253611"/>
                <a:gd name="connsiteX8" fmla="*/ 104531 w 129608"/>
                <a:gd name="connsiteY8" fmla="*/ 248994 h 253611"/>
                <a:gd name="connsiteX9" fmla="*/ 101494 w 129608"/>
                <a:gd name="connsiteY9" fmla="*/ 244670 h 253611"/>
                <a:gd name="connsiteX10" fmla="*/ 51525 w 129608"/>
                <a:gd name="connsiteY10" fmla="*/ 172040 h 25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08" h="253611">
                  <a:moveTo>
                    <a:pt x="51488" y="172003"/>
                  </a:moveTo>
                  <a:cubicBezTo>
                    <a:pt x="51488" y="133969"/>
                    <a:pt x="78751" y="102329"/>
                    <a:pt x="114866" y="95454"/>
                  </a:cubicBezTo>
                  <a:cubicBezTo>
                    <a:pt x="122978" y="93902"/>
                    <a:pt x="129609" y="85733"/>
                    <a:pt x="129609" y="77491"/>
                  </a:cubicBezTo>
                  <a:lnTo>
                    <a:pt x="129609" y="18463"/>
                  </a:lnTo>
                  <a:cubicBezTo>
                    <a:pt x="129609" y="6635"/>
                    <a:pt x="120015" y="-1645"/>
                    <a:pt x="108310" y="277"/>
                  </a:cubicBezTo>
                  <a:cubicBezTo>
                    <a:pt x="46858" y="10405"/>
                    <a:pt x="0" y="63704"/>
                    <a:pt x="0" y="127870"/>
                  </a:cubicBezTo>
                  <a:cubicBezTo>
                    <a:pt x="0" y="188673"/>
                    <a:pt x="42042" y="239643"/>
                    <a:pt x="98716" y="253467"/>
                  </a:cubicBezTo>
                  <a:cubicBezTo>
                    <a:pt x="101679" y="254206"/>
                    <a:pt x="104531" y="252025"/>
                    <a:pt x="104531" y="248994"/>
                  </a:cubicBezTo>
                  <a:lnTo>
                    <a:pt x="104531" y="248994"/>
                  </a:lnTo>
                  <a:cubicBezTo>
                    <a:pt x="104531" y="247073"/>
                    <a:pt x="103309" y="245372"/>
                    <a:pt x="101494" y="244670"/>
                  </a:cubicBezTo>
                  <a:cubicBezTo>
                    <a:pt x="72268" y="233397"/>
                    <a:pt x="51525" y="205158"/>
                    <a:pt x="51525" y="172040"/>
                  </a:cubicBezTo>
                  <a:close/>
                </a:path>
              </a:pathLst>
            </a:custGeom>
            <a:solidFill>
              <a:srgbClr val="FEF8E8"/>
            </a:solidFill>
            <a:ln w="3692"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C7F04793-6927-0785-CE91-9DD1AC07BA5D}"/>
                </a:ext>
              </a:extLst>
            </p:cNvPr>
            <p:cNvSpPr>
              <a:spLocks noGrp="1" noRot="1" noMove="1" noResize="1" noEditPoints="1" noAdjustHandles="1" noChangeArrowheads="1" noChangeShapeType="1"/>
            </p:cNvSpPr>
            <p:nvPr/>
          </p:nvSpPr>
          <p:spPr>
            <a:xfrm>
              <a:off x="2779274" y="5459914"/>
              <a:ext cx="234362" cy="508006"/>
            </a:xfrm>
            <a:custGeom>
              <a:avLst/>
              <a:gdLst>
                <a:gd name="connsiteX0" fmla="*/ 234362 w 234362"/>
                <a:gd name="connsiteY0" fmla="*/ 255009 h 508006"/>
                <a:gd name="connsiteX1" fmla="*/ 21632 w 234362"/>
                <a:gd name="connsiteY1" fmla="*/ 341 h 508006"/>
                <a:gd name="connsiteX2" fmla="*/ 0 w 234362"/>
                <a:gd name="connsiteY2" fmla="*/ 18452 h 508006"/>
                <a:gd name="connsiteX3" fmla="*/ 0 w 234362"/>
                <a:gd name="connsiteY3" fmla="*/ 163047 h 508006"/>
                <a:gd name="connsiteX4" fmla="*/ 14076 w 234362"/>
                <a:gd name="connsiteY4" fmla="*/ 180863 h 508006"/>
                <a:gd name="connsiteX5" fmla="*/ 144055 w 234362"/>
                <a:gd name="connsiteY5" fmla="*/ 345085 h 508006"/>
                <a:gd name="connsiteX6" fmla="*/ 123830 w 234362"/>
                <a:gd name="connsiteY6" fmla="*/ 425108 h 508006"/>
                <a:gd name="connsiteX7" fmla="*/ 50599 w 234362"/>
                <a:gd name="connsiteY7" fmla="*/ 491528 h 508006"/>
                <a:gd name="connsiteX8" fmla="*/ 27966 w 234362"/>
                <a:gd name="connsiteY8" fmla="*/ 498625 h 508006"/>
                <a:gd name="connsiteX9" fmla="*/ 24262 w 234362"/>
                <a:gd name="connsiteY9" fmla="*/ 503245 h 508006"/>
                <a:gd name="connsiteX10" fmla="*/ 24262 w 234362"/>
                <a:gd name="connsiteY10" fmla="*/ 503245 h 508006"/>
                <a:gd name="connsiteX11" fmla="*/ 30004 w 234362"/>
                <a:gd name="connsiteY11" fmla="*/ 507902 h 508006"/>
                <a:gd name="connsiteX12" fmla="*/ 234362 w 234362"/>
                <a:gd name="connsiteY12" fmla="*/ 254972 h 50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362" h="508006">
                  <a:moveTo>
                    <a:pt x="234362" y="255009"/>
                  </a:moveTo>
                  <a:cubicBezTo>
                    <a:pt x="234362" y="127970"/>
                    <a:pt x="142610" y="22296"/>
                    <a:pt x="21632" y="341"/>
                  </a:cubicBezTo>
                  <a:cubicBezTo>
                    <a:pt x="9742" y="-1803"/>
                    <a:pt x="0" y="6402"/>
                    <a:pt x="0" y="18452"/>
                  </a:cubicBezTo>
                  <a:lnTo>
                    <a:pt x="0" y="163047"/>
                  </a:lnTo>
                  <a:cubicBezTo>
                    <a:pt x="0" y="170994"/>
                    <a:pt x="6334" y="179052"/>
                    <a:pt x="14076" y="180863"/>
                  </a:cubicBezTo>
                  <a:cubicBezTo>
                    <a:pt x="88604" y="198494"/>
                    <a:pt x="144055" y="265321"/>
                    <a:pt x="144055" y="345085"/>
                  </a:cubicBezTo>
                  <a:cubicBezTo>
                    <a:pt x="144055" y="374063"/>
                    <a:pt x="136721" y="401304"/>
                    <a:pt x="123830" y="425108"/>
                  </a:cubicBezTo>
                  <a:cubicBezTo>
                    <a:pt x="102679" y="461441"/>
                    <a:pt x="74157" y="480994"/>
                    <a:pt x="50599" y="491528"/>
                  </a:cubicBezTo>
                  <a:cubicBezTo>
                    <a:pt x="43302" y="494411"/>
                    <a:pt x="35745" y="496777"/>
                    <a:pt x="27966" y="498625"/>
                  </a:cubicBezTo>
                  <a:cubicBezTo>
                    <a:pt x="25818" y="499142"/>
                    <a:pt x="24262" y="501028"/>
                    <a:pt x="24262" y="503245"/>
                  </a:cubicBezTo>
                  <a:lnTo>
                    <a:pt x="24262" y="503245"/>
                  </a:lnTo>
                  <a:cubicBezTo>
                    <a:pt x="24262" y="506239"/>
                    <a:pt x="27040" y="508531"/>
                    <a:pt x="30004" y="507902"/>
                  </a:cubicBezTo>
                  <a:cubicBezTo>
                    <a:pt x="146833" y="482694"/>
                    <a:pt x="234362" y="379090"/>
                    <a:pt x="234362" y="254972"/>
                  </a:cubicBezTo>
                  <a:close/>
                </a:path>
              </a:pathLst>
            </a:custGeom>
            <a:solidFill>
              <a:srgbClr val="FEF8E8"/>
            </a:solidFill>
            <a:ln w="3692"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C124EA96-E89D-7A67-C01C-A9F984D5AEB6}"/>
                </a:ext>
              </a:extLst>
            </p:cNvPr>
            <p:cNvSpPr>
              <a:spLocks noGrp="1" noRot="1" noMove="1" noResize="1" noEditPoints="1" noAdjustHandles="1" noChangeArrowheads="1" noChangeShapeType="1"/>
            </p:cNvSpPr>
            <p:nvPr/>
          </p:nvSpPr>
          <p:spPr>
            <a:xfrm>
              <a:off x="3210809" y="6013428"/>
              <a:ext cx="61822" cy="88376"/>
            </a:xfrm>
            <a:custGeom>
              <a:avLst/>
              <a:gdLst>
                <a:gd name="connsiteX0" fmla="*/ 0 w 61822"/>
                <a:gd name="connsiteY0" fmla="*/ 0 h 88376"/>
                <a:gd name="connsiteX1" fmla="*/ 61822 w 61822"/>
                <a:gd name="connsiteY1" fmla="*/ 0 h 88376"/>
                <a:gd name="connsiteX2" fmla="*/ 61822 w 61822"/>
                <a:gd name="connsiteY2" fmla="*/ 11828 h 88376"/>
                <a:gd name="connsiteX3" fmla="*/ 38227 w 61822"/>
                <a:gd name="connsiteY3" fmla="*/ 11828 h 88376"/>
                <a:gd name="connsiteX4" fmla="*/ 38227 w 61822"/>
                <a:gd name="connsiteY4" fmla="*/ 88376 h 88376"/>
                <a:gd name="connsiteX5" fmla="*/ 23707 w 61822"/>
                <a:gd name="connsiteY5" fmla="*/ 88376 h 88376"/>
                <a:gd name="connsiteX6" fmla="*/ 23707 w 61822"/>
                <a:gd name="connsiteY6" fmla="*/ 11828 h 88376"/>
                <a:gd name="connsiteX7" fmla="*/ 0 w 61822"/>
                <a:gd name="connsiteY7" fmla="*/ 11828 h 88376"/>
                <a:gd name="connsiteX8" fmla="*/ 0 w 61822"/>
                <a:gd name="connsiteY8" fmla="*/ 0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22" h="88376">
                  <a:moveTo>
                    <a:pt x="0" y="0"/>
                  </a:moveTo>
                  <a:lnTo>
                    <a:pt x="61822" y="0"/>
                  </a:lnTo>
                  <a:lnTo>
                    <a:pt x="61822" y="11828"/>
                  </a:lnTo>
                  <a:lnTo>
                    <a:pt x="38227" y="11828"/>
                  </a:lnTo>
                  <a:lnTo>
                    <a:pt x="38227" y="88376"/>
                  </a:lnTo>
                  <a:lnTo>
                    <a:pt x="23707" y="88376"/>
                  </a:lnTo>
                  <a:lnTo>
                    <a:pt x="23707" y="11828"/>
                  </a:lnTo>
                  <a:lnTo>
                    <a:pt x="0" y="11828"/>
                  </a:lnTo>
                  <a:lnTo>
                    <a:pt x="0" y="0"/>
                  </a:lnTo>
                  <a:close/>
                </a:path>
              </a:pathLst>
            </a:custGeom>
            <a:solidFill>
              <a:srgbClr val="FEF8E8"/>
            </a:solidFill>
            <a:ln w="3692"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C91B6F36-F018-E604-C808-03D235FF8BCD}"/>
                </a:ext>
              </a:extLst>
            </p:cNvPr>
            <p:cNvSpPr>
              <a:spLocks noGrp="1" noRot="1" noMove="1" noResize="1" noEditPoints="1" noAdjustHandles="1" noChangeArrowheads="1" noChangeShapeType="1"/>
            </p:cNvSpPr>
            <p:nvPr/>
          </p:nvSpPr>
          <p:spPr>
            <a:xfrm>
              <a:off x="3283707" y="6007735"/>
              <a:ext cx="64230" cy="94142"/>
            </a:xfrm>
            <a:custGeom>
              <a:avLst/>
              <a:gdLst>
                <a:gd name="connsiteX0" fmla="*/ 0 w 64230"/>
                <a:gd name="connsiteY0" fmla="*/ 0 h 94142"/>
                <a:gd name="connsiteX1" fmla="*/ 14520 w 64230"/>
                <a:gd name="connsiteY1" fmla="*/ 0 h 94142"/>
                <a:gd name="connsiteX2" fmla="*/ 14520 w 64230"/>
                <a:gd name="connsiteY2" fmla="*/ 32194 h 94142"/>
                <a:gd name="connsiteX3" fmla="*/ 36301 w 64230"/>
                <a:gd name="connsiteY3" fmla="*/ 22916 h 94142"/>
                <a:gd name="connsiteX4" fmla="*/ 64230 w 64230"/>
                <a:gd name="connsiteY4" fmla="*/ 52819 h 94142"/>
                <a:gd name="connsiteX5" fmla="*/ 64230 w 64230"/>
                <a:gd name="connsiteY5" fmla="*/ 94142 h 94142"/>
                <a:gd name="connsiteX6" fmla="*/ 49821 w 64230"/>
                <a:gd name="connsiteY6" fmla="*/ 94142 h 94142"/>
                <a:gd name="connsiteX7" fmla="*/ 49821 w 64230"/>
                <a:gd name="connsiteY7" fmla="*/ 54962 h 94142"/>
                <a:gd name="connsiteX8" fmla="*/ 32226 w 64230"/>
                <a:gd name="connsiteY8" fmla="*/ 35520 h 94142"/>
                <a:gd name="connsiteX9" fmla="*/ 14520 w 64230"/>
                <a:gd name="connsiteY9" fmla="*/ 54962 h 94142"/>
                <a:gd name="connsiteX10" fmla="*/ 14520 w 64230"/>
                <a:gd name="connsiteY10" fmla="*/ 94142 h 94142"/>
                <a:gd name="connsiteX11" fmla="*/ 0 w 64230"/>
                <a:gd name="connsiteY11" fmla="*/ 94142 h 94142"/>
                <a:gd name="connsiteX12" fmla="*/ 0 w 64230"/>
                <a:gd name="connsiteY12" fmla="*/ 37 h 9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0" h="94142">
                  <a:moveTo>
                    <a:pt x="0" y="0"/>
                  </a:moveTo>
                  <a:lnTo>
                    <a:pt x="14520" y="0"/>
                  </a:lnTo>
                  <a:lnTo>
                    <a:pt x="14520" y="32194"/>
                  </a:lnTo>
                  <a:cubicBezTo>
                    <a:pt x="19373" y="26354"/>
                    <a:pt x="27263" y="22916"/>
                    <a:pt x="36301" y="22916"/>
                  </a:cubicBezTo>
                  <a:cubicBezTo>
                    <a:pt x="51969" y="22916"/>
                    <a:pt x="64230" y="33229"/>
                    <a:pt x="64230" y="52819"/>
                  </a:cubicBezTo>
                  <a:lnTo>
                    <a:pt x="64230" y="94142"/>
                  </a:lnTo>
                  <a:lnTo>
                    <a:pt x="49821" y="94142"/>
                  </a:lnTo>
                  <a:lnTo>
                    <a:pt x="49821" y="54962"/>
                  </a:lnTo>
                  <a:cubicBezTo>
                    <a:pt x="49821" y="42100"/>
                    <a:pt x="42820" y="35520"/>
                    <a:pt x="32226" y="35520"/>
                  </a:cubicBezTo>
                  <a:cubicBezTo>
                    <a:pt x="21632" y="35520"/>
                    <a:pt x="14520" y="42137"/>
                    <a:pt x="14520" y="54962"/>
                  </a:cubicBezTo>
                  <a:lnTo>
                    <a:pt x="14520" y="94142"/>
                  </a:lnTo>
                  <a:lnTo>
                    <a:pt x="0" y="94142"/>
                  </a:lnTo>
                  <a:lnTo>
                    <a:pt x="0" y="37"/>
                  </a:lnTo>
                  <a:close/>
                </a:path>
              </a:pathLst>
            </a:custGeom>
            <a:solidFill>
              <a:srgbClr val="FEF8E8"/>
            </a:solidFill>
            <a:ln w="3692"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2218159C-EA4A-D5F9-1CC6-BFD6539A2254}"/>
                </a:ext>
              </a:extLst>
            </p:cNvPr>
            <p:cNvSpPr>
              <a:spLocks noGrp="1" noRot="1" noMove="1" noResize="1" noEditPoints="1" noAdjustHandles="1" noChangeArrowheads="1" noChangeShapeType="1"/>
            </p:cNvSpPr>
            <p:nvPr/>
          </p:nvSpPr>
          <p:spPr>
            <a:xfrm>
              <a:off x="3360420"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solidFill>
              <a:srgbClr val="FEF8E8"/>
            </a:solidFill>
            <a:ln w="3692"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7EA7F938-91E9-E0C3-B36B-8078C7612A26}"/>
                </a:ext>
              </a:extLst>
            </p:cNvPr>
            <p:cNvSpPr>
              <a:spLocks noGrp="1" noRot="1" noMove="1" noResize="1" noEditPoints="1" noAdjustHandles="1" noChangeArrowheads="1" noChangeShapeType="1"/>
            </p:cNvSpPr>
            <p:nvPr/>
          </p:nvSpPr>
          <p:spPr>
            <a:xfrm>
              <a:off x="3474916" y="6012282"/>
              <a:ext cx="61896" cy="90445"/>
            </a:xfrm>
            <a:custGeom>
              <a:avLst/>
              <a:gdLst>
                <a:gd name="connsiteX0" fmla="*/ 31337 w 61896"/>
                <a:gd name="connsiteY0" fmla="*/ 90446 h 90445"/>
                <a:gd name="connsiteX1" fmla="*/ 0 w 61896"/>
                <a:gd name="connsiteY1" fmla="*/ 65127 h 90445"/>
                <a:gd name="connsiteX2" fmla="*/ 15558 w 61896"/>
                <a:gd name="connsiteY2" fmla="*/ 65127 h 90445"/>
                <a:gd name="connsiteX3" fmla="*/ 31374 w 61896"/>
                <a:gd name="connsiteY3" fmla="*/ 78211 h 90445"/>
                <a:gd name="connsiteX4" fmla="*/ 47302 w 61896"/>
                <a:gd name="connsiteY4" fmla="*/ 65238 h 90445"/>
                <a:gd name="connsiteX5" fmla="*/ 259 w 61896"/>
                <a:gd name="connsiteY5" fmla="*/ 25171 h 90445"/>
                <a:gd name="connsiteX6" fmla="*/ 30708 w 61896"/>
                <a:gd name="connsiteY6" fmla="*/ 0 h 90445"/>
                <a:gd name="connsiteX7" fmla="*/ 60934 w 61896"/>
                <a:gd name="connsiteY7" fmla="*/ 24025 h 90445"/>
                <a:gd name="connsiteX8" fmla="*/ 44857 w 61896"/>
                <a:gd name="connsiteY8" fmla="*/ 24025 h 90445"/>
                <a:gd name="connsiteX9" fmla="*/ 29930 w 61896"/>
                <a:gd name="connsiteY9" fmla="*/ 12308 h 90445"/>
                <a:gd name="connsiteX10" fmla="*/ 15002 w 61896"/>
                <a:gd name="connsiteY10" fmla="*/ 24654 h 90445"/>
                <a:gd name="connsiteX11" fmla="*/ 61897 w 61896"/>
                <a:gd name="connsiteY11" fmla="*/ 64462 h 90445"/>
                <a:gd name="connsiteX12" fmla="*/ 31300 w 61896"/>
                <a:gd name="connsiteY12" fmla="*/ 90409 h 9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896" h="90445">
                  <a:moveTo>
                    <a:pt x="31337" y="90446"/>
                  </a:moveTo>
                  <a:cubicBezTo>
                    <a:pt x="13631" y="90446"/>
                    <a:pt x="0" y="80762"/>
                    <a:pt x="0" y="65127"/>
                  </a:cubicBezTo>
                  <a:lnTo>
                    <a:pt x="15558" y="65127"/>
                  </a:lnTo>
                  <a:cubicBezTo>
                    <a:pt x="16187" y="72372"/>
                    <a:pt x="21299" y="78211"/>
                    <a:pt x="31374" y="78211"/>
                  </a:cubicBezTo>
                  <a:cubicBezTo>
                    <a:pt x="41450" y="78211"/>
                    <a:pt x="47302" y="72741"/>
                    <a:pt x="47302" y="65238"/>
                  </a:cubicBezTo>
                  <a:cubicBezTo>
                    <a:pt x="47302" y="43874"/>
                    <a:pt x="259" y="57735"/>
                    <a:pt x="259" y="25171"/>
                  </a:cubicBezTo>
                  <a:cubicBezTo>
                    <a:pt x="259" y="9647"/>
                    <a:pt x="12631" y="0"/>
                    <a:pt x="30708" y="0"/>
                  </a:cubicBezTo>
                  <a:cubicBezTo>
                    <a:pt x="47673" y="0"/>
                    <a:pt x="59637" y="8908"/>
                    <a:pt x="60934" y="24025"/>
                  </a:cubicBezTo>
                  <a:lnTo>
                    <a:pt x="44857" y="24025"/>
                  </a:lnTo>
                  <a:cubicBezTo>
                    <a:pt x="44339" y="18037"/>
                    <a:pt x="39116" y="12567"/>
                    <a:pt x="29930" y="12308"/>
                  </a:cubicBezTo>
                  <a:cubicBezTo>
                    <a:pt x="21521" y="12050"/>
                    <a:pt x="15002" y="16115"/>
                    <a:pt x="15002" y="24654"/>
                  </a:cubicBezTo>
                  <a:cubicBezTo>
                    <a:pt x="15002" y="44613"/>
                    <a:pt x="61897" y="32157"/>
                    <a:pt x="61897" y="64462"/>
                  </a:cubicBezTo>
                  <a:cubicBezTo>
                    <a:pt x="61897" y="77694"/>
                    <a:pt x="51080" y="90409"/>
                    <a:pt x="31300" y="90409"/>
                  </a:cubicBezTo>
                  <a:close/>
                </a:path>
              </a:pathLst>
            </a:custGeom>
            <a:solidFill>
              <a:srgbClr val="FEF8E8"/>
            </a:solidFill>
            <a:ln w="3692"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0E603597-AC67-7709-B149-2E07F9F64574}"/>
                </a:ext>
              </a:extLst>
            </p:cNvPr>
            <p:cNvSpPr>
              <a:spLocks noGrp="1" noRot="1" noMove="1" noResize="1" noEditPoints="1" noAdjustHandles="1" noChangeArrowheads="1" noChangeShapeType="1"/>
            </p:cNvSpPr>
            <p:nvPr/>
          </p:nvSpPr>
          <p:spPr>
            <a:xfrm>
              <a:off x="3552073" y="6030615"/>
              <a:ext cx="72008" cy="104565"/>
            </a:xfrm>
            <a:custGeom>
              <a:avLst/>
              <a:gdLst>
                <a:gd name="connsiteX0" fmla="*/ 39005 w 72008"/>
                <a:gd name="connsiteY0" fmla="*/ 0 h 104565"/>
                <a:gd name="connsiteX1" fmla="*/ 72009 w 72008"/>
                <a:gd name="connsiteY1" fmla="*/ 35853 h 104565"/>
                <a:gd name="connsiteX2" fmla="*/ 39005 w 72008"/>
                <a:gd name="connsiteY2" fmla="*/ 72372 h 104565"/>
                <a:gd name="connsiteX3" fmla="*/ 14520 w 72008"/>
                <a:gd name="connsiteY3" fmla="*/ 61061 h 104565"/>
                <a:gd name="connsiteX4" fmla="*/ 14520 w 72008"/>
                <a:gd name="connsiteY4" fmla="*/ 104565 h 104565"/>
                <a:gd name="connsiteX5" fmla="*/ 0 w 72008"/>
                <a:gd name="connsiteY5" fmla="*/ 104565 h 104565"/>
                <a:gd name="connsiteX6" fmla="*/ 0 w 72008"/>
                <a:gd name="connsiteY6" fmla="*/ 1183 h 104565"/>
                <a:gd name="connsiteX7" fmla="*/ 14520 w 72008"/>
                <a:gd name="connsiteY7" fmla="*/ 1183 h 104565"/>
                <a:gd name="connsiteX8" fmla="*/ 14520 w 72008"/>
                <a:gd name="connsiteY8" fmla="*/ 11495 h 104565"/>
                <a:gd name="connsiteX9" fmla="*/ 39005 w 72008"/>
                <a:gd name="connsiteY9" fmla="*/ 37 h 104565"/>
                <a:gd name="connsiteX10" fmla="*/ 35819 w 72008"/>
                <a:gd name="connsiteY10" fmla="*/ 12604 h 104565"/>
                <a:gd name="connsiteX11" fmla="*/ 14520 w 72008"/>
                <a:gd name="connsiteY11" fmla="*/ 36149 h 104565"/>
                <a:gd name="connsiteX12" fmla="*/ 35819 w 72008"/>
                <a:gd name="connsiteY12" fmla="*/ 59804 h 104565"/>
                <a:gd name="connsiteX13" fmla="*/ 57229 w 72008"/>
                <a:gd name="connsiteY13" fmla="*/ 35890 h 104565"/>
                <a:gd name="connsiteX14" fmla="*/ 35819 w 72008"/>
                <a:gd name="connsiteY14" fmla="*/ 12604 h 10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008" h="104565">
                  <a:moveTo>
                    <a:pt x="39005" y="0"/>
                  </a:moveTo>
                  <a:cubicBezTo>
                    <a:pt x="57489" y="0"/>
                    <a:pt x="72009" y="14230"/>
                    <a:pt x="72009" y="35853"/>
                  </a:cubicBezTo>
                  <a:cubicBezTo>
                    <a:pt x="72009" y="57476"/>
                    <a:pt x="57489" y="72372"/>
                    <a:pt x="39005" y="72372"/>
                  </a:cubicBezTo>
                  <a:cubicBezTo>
                    <a:pt x="27411" y="72372"/>
                    <a:pt x="19113" y="66532"/>
                    <a:pt x="14520" y="61061"/>
                  </a:cubicBezTo>
                  <a:lnTo>
                    <a:pt x="14520" y="104565"/>
                  </a:lnTo>
                  <a:lnTo>
                    <a:pt x="0" y="104565"/>
                  </a:lnTo>
                  <a:lnTo>
                    <a:pt x="0" y="1183"/>
                  </a:lnTo>
                  <a:lnTo>
                    <a:pt x="14520" y="1183"/>
                  </a:lnTo>
                  <a:lnTo>
                    <a:pt x="14520" y="11495"/>
                  </a:lnTo>
                  <a:cubicBezTo>
                    <a:pt x="18965" y="5655"/>
                    <a:pt x="27522" y="37"/>
                    <a:pt x="39005" y="37"/>
                  </a:cubicBezTo>
                  <a:close/>
                  <a:moveTo>
                    <a:pt x="35819" y="12604"/>
                  </a:moveTo>
                  <a:cubicBezTo>
                    <a:pt x="25003" y="12604"/>
                    <a:pt x="14520" y="21142"/>
                    <a:pt x="14520" y="36149"/>
                  </a:cubicBezTo>
                  <a:cubicBezTo>
                    <a:pt x="14520" y="51155"/>
                    <a:pt x="24966" y="59804"/>
                    <a:pt x="35819" y="59804"/>
                  </a:cubicBezTo>
                  <a:cubicBezTo>
                    <a:pt x="46672" y="59804"/>
                    <a:pt x="57229" y="51044"/>
                    <a:pt x="57229" y="35890"/>
                  </a:cubicBezTo>
                  <a:cubicBezTo>
                    <a:pt x="57229" y="20736"/>
                    <a:pt x="46784" y="12604"/>
                    <a:pt x="35819" y="12604"/>
                  </a:cubicBezTo>
                  <a:close/>
                </a:path>
              </a:pathLst>
            </a:custGeom>
            <a:solidFill>
              <a:srgbClr val="FEF8E8"/>
            </a:solidFill>
            <a:ln w="3692"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AC70D616-7BBE-703D-3DFD-19E02D54774B}"/>
                </a:ext>
              </a:extLst>
            </p:cNvPr>
            <p:cNvSpPr>
              <a:spLocks noGrp="1" noRot="1" noMove="1" noResize="1" noEditPoints="1" noAdjustHandles="1" noChangeArrowheads="1" noChangeShapeType="1"/>
            </p:cNvSpPr>
            <p:nvPr/>
          </p:nvSpPr>
          <p:spPr>
            <a:xfrm>
              <a:off x="363319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solidFill>
              <a:srgbClr val="FEF8E8"/>
            </a:solidFill>
            <a:ln w="3692"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FE3AEAA4-B3D3-68CD-16C0-94B272064563}"/>
                </a:ext>
              </a:extLst>
            </p:cNvPr>
            <p:cNvSpPr>
              <a:spLocks noGrp="1" noRot="1" noMove="1" noResize="1" noEditPoints="1" noAdjustHandles="1" noChangeArrowheads="1" noChangeShapeType="1"/>
            </p:cNvSpPr>
            <p:nvPr/>
          </p:nvSpPr>
          <p:spPr>
            <a:xfrm>
              <a:off x="3711463" y="6030615"/>
              <a:ext cx="66786" cy="72408"/>
            </a:xfrm>
            <a:custGeom>
              <a:avLst/>
              <a:gdLst>
                <a:gd name="connsiteX0" fmla="*/ 34412 w 66786"/>
                <a:gd name="connsiteY0" fmla="*/ 0 h 72408"/>
                <a:gd name="connsiteX1" fmla="*/ 66786 w 66786"/>
                <a:gd name="connsiteY1" fmla="*/ 23286 h 72408"/>
                <a:gd name="connsiteX2" fmla="*/ 51118 w 66786"/>
                <a:gd name="connsiteY2" fmla="*/ 23286 h 72408"/>
                <a:gd name="connsiteX3" fmla="*/ 34412 w 66786"/>
                <a:gd name="connsiteY3" fmla="*/ 12234 h 72408"/>
                <a:gd name="connsiteX4" fmla="*/ 14928 w 66786"/>
                <a:gd name="connsiteY4" fmla="*/ 36149 h 72408"/>
                <a:gd name="connsiteX5" fmla="*/ 34412 w 66786"/>
                <a:gd name="connsiteY5" fmla="*/ 60174 h 72408"/>
                <a:gd name="connsiteX6" fmla="*/ 51118 w 66786"/>
                <a:gd name="connsiteY6" fmla="*/ 49122 h 72408"/>
                <a:gd name="connsiteX7" fmla="*/ 66786 w 66786"/>
                <a:gd name="connsiteY7" fmla="*/ 49122 h 72408"/>
                <a:gd name="connsiteX8" fmla="*/ 34412 w 66786"/>
                <a:gd name="connsiteY8" fmla="*/ 72408 h 72408"/>
                <a:gd name="connsiteX9" fmla="*/ 0 w 66786"/>
                <a:gd name="connsiteY9" fmla="*/ 36149 h 72408"/>
                <a:gd name="connsiteX10" fmla="*/ 34412 w 66786"/>
                <a:gd name="connsiteY10" fmla="*/ 37 h 7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86" h="72408">
                  <a:moveTo>
                    <a:pt x="34412" y="0"/>
                  </a:moveTo>
                  <a:cubicBezTo>
                    <a:pt x="51599" y="0"/>
                    <a:pt x="62823" y="8501"/>
                    <a:pt x="66786" y="23286"/>
                  </a:cubicBezTo>
                  <a:lnTo>
                    <a:pt x="51118" y="23286"/>
                  </a:lnTo>
                  <a:cubicBezTo>
                    <a:pt x="48710" y="16559"/>
                    <a:pt x="43079" y="12234"/>
                    <a:pt x="34412" y="12234"/>
                  </a:cubicBezTo>
                  <a:cubicBezTo>
                    <a:pt x="22670" y="12234"/>
                    <a:pt x="14928" y="20884"/>
                    <a:pt x="14928" y="36149"/>
                  </a:cubicBezTo>
                  <a:cubicBezTo>
                    <a:pt x="14928" y="51414"/>
                    <a:pt x="22707" y="60174"/>
                    <a:pt x="34412" y="60174"/>
                  </a:cubicBezTo>
                  <a:cubicBezTo>
                    <a:pt x="43079" y="60174"/>
                    <a:pt x="48413" y="56367"/>
                    <a:pt x="51118" y="49122"/>
                  </a:cubicBezTo>
                  <a:lnTo>
                    <a:pt x="66786" y="49122"/>
                  </a:lnTo>
                  <a:cubicBezTo>
                    <a:pt x="62823" y="62872"/>
                    <a:pt x="51636" y="72408"/>
                    <a:pt x="34412" y="72408"/>
                  </a:cubicBezTo>
                  <a:cubicBezTo>
                    <a:pt x="14261" y="72408"/>
                    <a:pt x="0" y="58178"/>
                    <a:pt x="0" y="36149"/>
                  </a:cubicBezTo>
                  <a:cubicBezTo>
                    <a:pt x="0" y="14119"/>
                    <a:pt x="14261" y="37"/>
                    <a:pt x="34412" y="37"/>
                  </a:cubicBezTo>
                  <a:close/>
                </a:path>
              </a:pathLst>
            </a:custGeom>
            <a:solidFill>
              <a:srgbClr val="FEF8E8"/>
            </a:solidFill>
            <a:ln w="3692"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F83A45B9-7E28-7A73-739C-EF928E8B5969}"/>
                </a:ext>
              </a:extLst>
            </p:cNvPr>
            <p:cNvSpPr>
              <a:spLocks noGrp="1" noRot="1" noMove="1" noResize="1" noEditPoints="1" noAdjustHandles="1" noChangeArrowheads="1" noChangeShapeType="1"/>
            </p:cNvSpPr>
            <p:nvPr/>
          </p:nvSpPr>
          <p:spPr>
            <a:xfrm>
              <a:off x="3789066" y="6003891"/>
              <a:ext cx="18483" cy="97949"/>
            </a:xfrm>
            <a:custGeom>
              <a:avLst/>
              <a:gdLst>
                <a:gd name="connsiteX0" fmla="*/ 0 w 18483"/>
                <a:gd name="connsiteY0" fmla="*/ 9277 h 97949"/>
                <a:gd name="connsiteX1" fmla="*/ 9297 w 18483"/>
                <a:gd name="connsiteY1" fmla="*/ 0 h 97949"/>
                <a:gd name="connsiteX2" fmla="*/ 18484 w 18483"/>
                <a:gd name="connsiteY2" fmla="*/ 9277 h 97949"/>
                <a:gd name="connsiteX3" fmla="*/ 9297 w 18483"/>
                <a:gd name="connsiteY3" fmla="*/ 18555 h 97949"/>
                <a:gd name="connsiteX4" fmla="*/ 0 w 18483"/>
                <a:gd name="connsiteY4" fmla="*/ 9277 h 97949"/>
                <a:gd name="connsiteX5" fmla="*/ 1926 w 18483"/>
                <a:gd name="connsiteY5" fmla="*/ 27869 h 97949"/>
                <a:gd name="connsiteX6" fmla="*/ 16446 w 18483"/>
                <a:gd name="connsiteY6" fmla="*/ 27869 h 97949"/>
                <a:gd name="connsiteX7" fmla="*/ 16446 w 18483"/>
                <a:gd name="connsiteY7" fmla="*/ 97949 h 97949"/>
                <a:gd name="connsiteX8" fmla="*/ 1926 w 18483"/>
                <a:gd name="connsiteY8" fmla="*/ 97949 h 97949"/>
                <a:gd name="connsiteX9" fmla="*/ 1926 w 18483"/>
                <a:gd name="connsiteY9" fmla="*/ 27869 h 97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83" h="97949">
                  <a:moveTo>
                    <a:pt x="0" y="9277"/>
                  </a:moveTo>
                  <a:cubicBezTo>
                    <a:pt x="0" y="4066"/>
                    <a:pt x="4075" y="0"/>
                    <a:pt x="9297" y="0"/>
                  </a:cubicBezTo>
                  <a:cubicBezTo>
                    <a:pt x="14520" y="0"/>
                    <a:pt x="18484" y="4066"/>
                    <a:pt x="18484" y="9277"/>
                  </a:cubicBezTo>
                  <a:cubicBezTo>
                    <a:pt x="18484" y="14489"/>
                    <a:pt x="14409" y="18555"/>
                    <a:pt x="9297" y="18555"/>
                  </a:cubicBezTo>
                  <a:cubicBezTo>
                    <a:pt x="4186" y="18555"/>
                    <a:pt x="0" y="14489"/>
                    <a:pt x="0" y="9277"/>
                  </a:cubicBezTo>
                  <a:close/>
                  <a:moveTo>
                    <a:pt x="1926" y="27869"/>
                  </a:moveTo>
                  <a:lnTo>
                    <a:pt x="16446" y="27869"/>
                  </a:lnTo>
                  <a:lnTo>
                    <a:pt x="16446" y="97949"/>
                  </a:lnTo>
                  <a:lnTo>
                    <a:pt x="1926" y="97949"/>
                  </a:lnTo>
                  <a:lnTo>
                    <a:pt x="1926" y="27869"/>
                  </a:lnTo>
                  <a:close/>
                </a:path>
              </a:pathLst>
            </a:custGeom>
            <a:solidFill>
              <a:srgbClr val="FEF8E8"/>
            </a:solidFill>
            <a:ln w="3692"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2099D684-02DE-C234-1565-2138662C33A0}"/>
                </a:ext>
              </a:extLst>
            </p:cNvPr>
            <p:cNvSpPr>
              <a:spLocks noGrp="1" noRot="1" noMove="1" noResize="1" noEditPoints="1" noAdjustHandles="1" noChangeArrowheads="1" noChangeShapeType="1"/>
            </p:cNvSpPr>
            <p:nvPr/>
          </p:nvSpPr>
          <p:spPr>
            <a:xfrm>
              <a:off x="3818328"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solidFill>
              <a:srgbClr val="FEF8E8"/>
            </a:solidFill>
            <a:ln w="3692"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EF09EDBF-14F4-8A42-AA52-90CA36F08184}"/>
                </a:ext>
              </a:extLst>
            </p:cNvPr>
            <p:cNvSpPr>
              <a:spLocks noGrp="1" noRot="1" noMove="1" noResize="1" noEditPoints="1" noAdjustHandles="1" noChangeArrowheads="1" noChangeShapeType="1"/>
            </p:cNvSpPr>
            <p:nvPr/>
          </p:nvSpPr>
          <p:spPr>
            <a:xfrm>
              <a:off x="3907969"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solidFill>
              <a:srgbClr val="FEF8E8"/>
            </a:solidFill>
            <a:ln w="3692"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83361C93-B83C-5814-26B7-54942549BCC6}"/>
                </a:ext>
              </a:extLst>
            </p:cNvPr>
            <p:cNvSpPr>
              <a:spLocks noGrp="1" noRot="1" noMove="1" noResize="1" noEditPoints="1" noAdjustHandles="1" noChangeArrowheads="1" noChangeShapeType="1"/>
            </p:cNvSpPr>
            <p:nvPr/>
          </p:nvSpPr>
          <p:spPr>
            <a:xfrm>
              <a:off x="3933935"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solidFill>
              <a:srgbClr val="FEF8E8"/>
            </a:solidFill>
            <a:ln w="3692"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59832DF2-E459-430D-9B88-B7966F8E1FCC}"/>
                </a:ext>
              </a:extLst>
            </p:cNvPr>
            <p:cNvSpPr>
              <a:spLocks noGrp="1" noRot="1" noMove="1" noResize="1" noEditPoints="1" noAdjustHandles="1" noChangeArrowheads="1" noChangeShapeType="1"/>
            </p:cNvSpPr>
            <p:nvPr/>
          </p:nvSpPr>
          <p:spPr>
            <a:xfrm>
              <a:off x="3980460" y="6031761"/>
              <a:ext cx="71527" cy="103013"/>
            </a:xfrm>
            <a:custGeom>
              <a:avLst/>
              <a:gdLst>
                <a:gd name="connsiteX0" fmla="*/ 56488 w 71527"/>
                <a:gd name="connsiteY0" fmla="*/ 0 h 103013"/>
                <a:gd name="connsiteX1" fmla="*/ 71527 w 71527"/>
                <a:gd name="connsiteY1" fmla="*/ 0 h 103013"/>
                <a:gd name="connsiteX2" fmla="*/ 28448 w 71527"/>
                <a:gd name="connsiteY2" fmla="*/ 103013 h 103013"/>
                <a:gd name="connsiteX3" fmla="*/ 13409 w 71527"/>
                <a:gd name="connsiteY3" fmla="*/ 103013 h 103013"/>
                <a:gd name="connsiteX4" fmla="*/ 27670 w 71527"/>
                <a:gd name="connsiteY4" fmla="*/ 68934 h 103013"/>
                <a:gd name="connsiteX5" fmla="*/ 0 w 71527"/>
                <a:gd name="connsiteY5" fmla="*/ 0 h 103013"/>
                <a:gd name="connsiteX6" fmla="*/ 16187 w 71527"/>
                <a:gd name="connsiteY6" fmla="*/ 0 h 103013"/>
                <a:gd name="connsiteX7" fmla="*/ 35930 w 71527"/>
                <a:gd name="connsiteY7" fmla="*/ 53410 h 103013"/>
                <a:gd name="connsiteX8" fmla="*/ 56451 w 71527"/>
                <a:gd name="connsiteY8" fmla="*/ 0 h 10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 h="103013">
                  <a:moveTo>
                    <a:pt x="56488" y="0"/>
                  </a:moveTo>
                  <a:lnTo>
                    <a:pt x="71527" y="0"/>
                  </a:lnTo>
                  <a:lnTo>
                    <a:pt x="28448" y="103013"/>
                  </a:lnTo>
                  <a:lnTo>
                    <a:pt x="13409" y="103013"/>
                  </a:lnTo>
                  <a:lnTo>
                    <a:pt x="27670" y="68934"/>
                  </a:lnTo>
                  <a:lnTo>
                    <a:pt x="0" y="0"/>
                  </a:lnTo>
                  <a:lnTo>
                    <a:pt x="16187" y="0"/>
                  </a:lnTo>
                  <a:lnTo>
                    <a:pt x="35930" y="53410"/>
                  </a:lnTo>
                  <a:lnTo>
                    <a:pt x="56451" y="0"/>
                  </a:lnTo>
                  <a:close/>
                </a:path>
              </a:pathLst>
            </a:custGeom>
            <a:solidFill>
              <a:srgbClr val="FEF8E8"/>
            </a:solidFill>
            <a:ln w="3692"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6A6DF425-3708-8CFD-B957-E918F42FC892}"/>
                </a:ext>
              </a:extLst>
            </p:cNvPr>
            <p:cNvSpPr>
              <a:spLocks noGrp="1" noRot="1" noMove="1" noResize="1" noEditPoints="1" noAdjustHandles="1" noChangeArrowheads="1" noChangeShapeType="1"/>
            </p:cNvSpPr>
            <p:nvPr/>
          </p:nvSpPr>
          <p:spPr>
            <a:xfrm>
              <a:off x="4091251" y="6012282"/>
              <a:ext cx="86380" cy="90298"/>
            </a:xfrm>
            <a:custGeom>
              <a:avLst/>
              <a:gdLst>
                <a:gd name="connsiteX0" fmla="*/ 45228 w 86380"/>
                <a:gd name="connsiteY0" fmla="*/ 0 h 90298"/>
                <a:gd name="connsiteX1" fmla="*/ 86381 w 86380"/>
                <a:gd name="connsiteY1" fmla="*/ 26576 h 90298"/>
                <a:gd name="connsiteX2" fmla="*/ 68934 w 86380"/>
                <a:gd name="connsiteY2" fmla="*/ 26576 h 90298"/>
                <a:gd name="connsiteX3" fmla="*/ 45228 w 86380"/>
                <a:gd name="connsiteY3" fmla="*/ 12715 h 90298"/>
                <a:gd name="connsiteX4" fmla="*/ 14891 w 86380"/>
                <a:gd name="connsiteY4" fmla="*/ 45131 h 90298"/>
                <a:gd name="connsiteX5" fmla="*/ 45228 w 86380"/>
                <a:gd name="connsiteY5" fmla="*/ 77694 h 90298"/>
                <a:gd name="connsiteX6" fmla="*/ 68934 w 86380"/>
                <a:gd name="connsiteY6" fmla="*/ 63833 h 90298"/>
                <a:gd name="connsiteX7" fmla="*/ 86381 w 86380"/>
                <a:gd name="connsiteY7" fmla="*/ 63833 h 90298"/>
                <a:gd name="connsiteX8" fmla="*/ 45228 w 86380"/>
                <a:gd name="connsiteY8" fmla="*/ 90298 h 90298"/>
                <a:gd name="connsiteX9" fmla="*/ 0 w 86380"/>
                <a:gd name="connsiteY9" fmla="*/ 45168 h 90298"/>
                <a:gd name="connsiteX10" fmla="*/ 45228 w 86380"/>
                <a:gd name="connsiteY10" fmla="*/ 37 h 9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 h="90298">
                  <a:moveTo>
                    <a:pt x="45228" y="0"/>
                  </a:moveTo>
                  <a:cubicBezTo>
                    <a:pt x="63712" y="0"/>
                    <a:pt x="79640" y="9277"/>
                    <a:pt x="86381" y="26576"/>
                  </a:cubicBezTo>
                  <a:lnTo>
                    <a:pt x="68934" y="26576"/>
                  </a:lnTo>
                  <a:cubicBezTo>
                    <a:pt x="64230" y="17150"/>
                    <a:pt x="55822" y="12715"/>
                    <a:pt x="45228" y="12715"/>
                  </a:cubicBezTo>
                  <a:cubicBezTo>
                    <a:pt x="27633" y="12715"/>
                    <a:pt x="14891" y="25171"/>
                    <a:pt x="14891" y="45131"/>
                  </a:cubicBezTo>
                  <a:cubicBezTo>
                    <a:pt x="14891" y="65090"/>
                    <a:pt x="27633" y="77694"/>
                    <a:pt x="45228" y="77694"/>
                  </a:cubicBezTo>
                  <a:cubicBezTo>
                    <a:pt x="55822" y="77694"/>
                    <a:pt x="64230" y="73259"/>
                    <a:pt x="68934" y="63833"/>
                  </a:cubicBezTo>
                  <a:lnTo>
                    <a:pt x="86381" y="63833"/>
                  </a:lnTo>
                  <a:cubicBezTo>
                    <a:pt x="79640" y="81132"/>
                    <a:pt x="63712" y="90298"/>
                    <a:pt x="45228" y="90298"/>
                  </a:cubicBezTo>
                  <a:cubicBezTo>
                    <a:pt x="20262" y="90298"/>
                    <a:pt x="0" y="71743"/>
                    <a:pt x="0" y="45168"/>
                  </a:cubicBezTo>
                  <a:cubicBezTo>
                    <a:pt x="0" y="18592"/>
                    <a:pt x="20262" y="37"/>
                    <a:pt x="45228" y="37"/>
                  </a:cubicBezTo>
                  <a:close/>
                </a:path>
              </a:pathLst>
            </a:custGeom>
            <a:solidFill>
              <a:srgbClr val="FEF8E8"/>
            </a:solidFill>
            <a:ln w="3692" cap="flat">
              <a:noFill/>
              <a:prstDash val="solid"/>
              <a:miter/>
            </a:ln>
          </p:spPr>
          <p:txBody>
            <a:bodyPr rtlCol="0" anchor="ctr"/>
            <a:lstStyle/>
            <a:p>
              <a:endParaRPr lang="en-US"/>
            </a:p>
          </p:txBody>
        </p:sp>
        <p:sp>
          <p:nvSpPr>
            <p:cNvPr id="35" name="Freeform 34">
              <a:extLst>
                <a:ext uri="{FF2B5EF4-FFF2-40B4-BE49-F238E27FC236}">
                  <a16:creationId xmlns:a16="http://schemas.microsoft.com/office/drawing/2014/main" id="{5DBD705D-5998-81AE-9A9C-5E543A137068}"/>
                </a:ext>
              </a:extLst>
            </p:cNvPr>
            <p:cNvSpPr>
              <a:spLocks noGrp="1" noRot="1" noMove="1" noResize="1" noEditPoints="1" noAdjustHandles="1" noChangeArrowheads="1" noChangeShapeType="1"/>
            </p:cNvSpPr>
            <p:nvPr/>
          </p:nvSpPr>
          <p:spPr>
            <a:xfrm>
              <a:off x="4187300"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8" y="72372"/>
                    <a:pt x="0" y="57476"/>
                    <a:pt x="0" y="35853"/>
                  </a:cubicBezTo>
                  <a:cubicBezTo>
                    <a:pt x="0" y="14230"/>
                    <a:pt x="14668"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solidFill>
              <a:srgbClr val="FEF8E8"/>
            </a:solidFill>
            <a:ln w="3692" cap="flat">
              <a:noFill/>
              <a:prstDash val="solid"/>
              <a:miter/>
            </a:ln>
          </p:spPr>
          <p:txBody>
            <a:bodyPr rtlCol="0" anchor="ctr"/>
            <a:lstStyle/>
            <a:p>
              <a:endParaRPr lang="en-US"/>
            </a:p>
          </p:txBody>
        </p:sp>
        <p:sp>
          <p:nvSpPr>
            <p:cNvPr id="36" name="Freeform 35">
              <a:extLst>
                <a:ext uri="{FF2B5EF4-FFF2-40B4-BE49-F238E27FC236}">
                  <a16:creationId xmlns:a16="http://schemas.microsoft.com/office/drawing/2014/main" id="{904DF895-5CF3-B27B-D6C2-A54A880A9B3F}"/>
                </a:ext>
              </a:extLst>
            </p:cNvPr>
            <p:cNvSpPr>
              <a:spLocks noGrp="1" noRot="1" noMove="1" noResize="1" noEditPoints="1" noAdjustHandles="1" noChangeArrowheads="1" noChangeShapeType="1"/>
            </p:cNvSpPr>
            <p:nvPr/>
          </p:nvSpPr>
          <p:spPr>
            <a:xfrm>
              <a:off x="4274422" y="6030615"/>
              <a:ext cx="35559" cy="71225"/>
            </a:xfrm>
            <a:custGeom>
              <a:avLst/>
              <a:gdLst>
                <a:gd name="connsiteX0" fmla="*/ 14520 w 35559"/>
                <a:gd name="connsiteY0" fmla="*/ 71226 h 71225"/>
                <a:gd name="connsiteX1" fmla="*/ 0 w 35559"/>
                <a:gd name="connsiteY1" fmla="*/ 71226 h 71225"/>
                <a:gd name="connsiteX2" fmla="*/ 0 w 35559"/>
                <a:gd name="connsiteY2" fmla="*/ 1146 h 71225"/>
                <a:gd name="connsiteX3" fmla="*/ 14520 w 35559"/>
                <a:gd name="connsiteY3" fmla="*/ 1146 h 71225"/>
                <a:gd name="connsiteX4" fmla="*/ 14520 w 35559"/>
                <a:gd name="connsiteY4" fmla="*/ 11310 h 71225"/>
                <a:gd name="connsiteX5" fmla="*/ 35560 w 35559"/>
                <a:gd name="connsiteY5" fmla="*/ 0 h 71225"/>
                <a:gd name="connsiteX6" fmla="*/ 35560 w 35559"/>
                <a:gd name="connsiteY6" fmla="*/ 15007 h 71225"/>
                <a:gd name="connsiteX7" fmla="*/ 31856 w 35559"/>
                <a:gd name="connsiteY7" fmla="*/ 15007 h 71225"/>
                <a:gd name="connsiteX8" fmla="*/ 14520 w 35559"/>
                <a:gd name="connsiteY8" fmla="*/ 34338 h 71225"/>
                <a:gd name="connsiteX9" fmla="*/ 14520 w 35559"/>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59"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solidFill>
              <a:srgbClr val="FEF8E8"/>
            </a:solidFill>
            <a:ln w="3692" cap="flat">
              <a:noFill/>
              <a:prstDash val="solid"/>
              <a:miter/>
            </a:ln>
          </p:spPr>
          <p:txBody>
            <a:bodyPr rtlCol="0" anchor="ctr"/>
            <a:lstStyle/>
            <a:p>
              <a:endParaRPr lang="en-US"/>
            </a:p>
          </p:txBody>
        </p:sp>
        <p:sp>
          <p:nvSpPr>
            <p:cNvPr id="37" name="Freeform 36">
              <a:extLst>
                <a:ext uri="{FF2B5EF4-FFF2-40B4-BE49-F238E27FC236}">
                  <a16:creationId xmlns:a16="http://schemas.microsoft.com/office/drawing/2014/main" id="{B87AD6F4-790C-02D2-D42F-F2438B93DF98}"/>
                </a:ext>
              </a:extLst>
            </p:cNvPr>
            <p:cNvSpPr>
              <a:spLocks noGrp="1" noRot="1" noMove="1" noResize="1" noEditPoints="1" noAdjustHandles="1" noChangeArrowheads="1" noChangeShapeType="1"/>
            </p:cNvSpPr>
            <p:nvPr/>
          </p:nvSpPr>
          <p:spPr>
            <a:xfrm>
              <a:off x="431583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0 w 69193"/>
                <a:gd name="connsiteY8" fmla="*/ 50342 h 72371"/>
                <a:gd name="connsiteX9" fmla="*/ 34967 w 69193"/>
                <a:gd name="connsiteY9" fmla="*/ 72335 h 72371"/>
                <a:gd name="connsiteX10" fmla="*/ 15150 w 69193"/>
                <a:gd name="connsiteY10" fmla="*/ 29865 h 72371"/>
                <a:gd name="connsiteX11" fmla="*/ 54007 w 69193"/>
                <a:gd name="connsiteY11" fmla="*/ 29865 h 72371"/>
                <a:gd name="connsiteX12" fmla="*/ 34375 w 69193"/>
                <a:gd name="connsiteY12" fmla="*/ 12197 h 72371"/>
                <a:gd name="connsiteX13" fmla="*/ 15113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83" y="39143"/>
                    <a:pt x="68675" y="41582"/>
                  </a:cubicBezTo>
                  <a:lnTo>
                    <a:pt x="15002" y="41582"/>
                  </a:lnTo>
                  <a:cubicBezTo>
                    <a:pt x="16039" y="53151"/>
                    <a:pt x="24299" y="60137"/>
                    <a:pt x="35004" y="60137"/>
                  </a:cubicBezTo>
                  <a:cubicBezTo>
                    <a:pt x="43931" y="60137"/>
                    <a:pt x="48895" y="55813"/>
                    <a:pt x="51562" y="50342"/>
                  </a:cubicBezTo>
                  <a:lnTo>
                    <a:pt x="67230" y="50342"/>
                  </a:lnTo>
                  <a:cubicBezTo>
                    <a:pt x="63267" y="62540"/>
                    <a:pt x="52192" y="72335"/>
                    <a:pt x="34967" y="72335"/>
                  </a:cubicBezTo>
                  <a:close/>
                  <a:moveTo>
                    <a:pt x="15150" y="29865"/>
                  </a:moveTo>
                  <a:lnTo>
                    <a:pt x="54007" y="29865"/>
                  </a:lnTo>
                  <a:cubicBezTo>
                    <a:pt x="53747" y="19072"/>
                    <a:pt x="45228" y="12197"/>
                    <a:pt x="34375" y="12197"/>
                  </a:cubicBezTo>
                  <a:cubicBezTo>
                    <a:pt x="24559" y="12197"/>
                    <a:pt x="16669" y="18814"/>
                    <a:pt x="15113" y="29865"/>
                  </a:cubicBezTo>
                  <a:close/>
                </a:path>
              </a:pathLst>
            </a:custGeom>
            <a:solidFill>
              <a:srgbClr val="FEF8E8"/>
            </a:solidFill>
            <a:ln w="3692" cap="flat">
              <a:noFill/>
              <a:prstDash val="solid"/>
              <a:miter/>
            </a:ln>
          </p:spPr>
          <p:txBody>
            <a:bodyPr rtlCol="0" anchor="ctr"/>
            <a:lstStyle/>
            <a:p>
              <a:endParaRPr lang="en-US"/>
            </a:p>
          </p:txBody>
        </p:sp>
        <p:sp>
          <p:nvSpPr>
            <p:cNvPr id="38" name="Freeform 37">
              <a:extLst>
                <a:ext uri="{FF2B5EF4-FFF2-40B4-BE49-F238E27FC236}">
                  <a16:creationId xmlns:a16="http://schemas.microsoft.com/office/drawing/2014/main" id="{61DC959E-D786-4140-8311-0A09069A662D}"/>
                </a:ext>
              </a:extLst>
            </p:cNvPr>
            <p:cNvSpPr>
              <a:spLocks noGrp="1" noRot="1" noMove="1" noResize="1" noEditPoints="1" noAdjustHandles="1" noChangeArrowheads="1" noChangeShapeType="1"/>
            </p:cNvSpPr>
            <p:nvPr/>
          </p:nvSpPr>
          <p:spPr>
            <a:xfrm>
              <a:off x="4432442" y="6013428"/>
              <a:ext cx="61933" cy="88376"/>
            </a:xfrm>
            <a:custGeom>
              <a:avLst/>
              <a:gdLst>
                <a:gd name="connsiteX0" fmla="*/ 30596 w 61933"/>
                <a:gd name="connsiteY0" fmla="*/ 52523 h 88376"/>
                <a:gd name="connsiteX1" fmla="*/ 14520 w 61933"/>
                <a:gd name="connsiteY1" fmla="*/ 52523 h 88376"/>
                <a:gd name="connsiteX2" fmla="*/ 14520 w 61933"/>
                <a:gd name="connsiteY2" fmla="*/ 88376 h 88376"/>
                <a:gd name="connsiteX3" fmla="*/ 0 w 61933"/>
                <a:gd name="connsiteY3" fmla="*/ 88376 h 88376"/>
                <a:gd name="connsiteX4" fmla="*/ 0 w 61933"/>
                <a:gd name="connsiteY4" fmla="*/ 0 h 88376"/>
                <a:gd name="connsiteX5" fmla="*/ 30596 w 61933"/>
                <a:gd name="connsiteY5" fmla="*/ 0 h 88376"/>
                <a:gd name="connsiteX6" fmla="*/ 61933 w 61933"/>
                <a:gd name="connsiteY6" fmla="*/ 26317 h 88376"/>
                <a:gd name="connsiteX7" fmla="*/ 30596 w 61933"/>
                <a:gd name="connsiteY7" fmla="*/ 52523 h 88376"/>
                <a:gd name="connsiteX8" fmla="*/ 30596 w 61933"/>
                <a:gd name="connsiteY8" fmla="*/ 40695 h 88376"/>
                <a:gd name="connsiteX9" fmla="*/ 47043 w 61933"/>
                <a:gd name="connsiteY9" fmla="*/ 26317 h 88376"/>
                <a:gd name="connsiteX10" fmla="*/ 30596 w 61933"/>
                <a:gd name="connsiteY10" fmla="*/ 11828 h 88376"/>
                <a:gd name="connsiteX11" fmla="*/ 14520 w 61933"/>
                <a:gd name="connsiteY11" fmla="*/ 11828 h 88376"/>
                <a:gd name="connsiteX12" fmla="*/ 14520 w 61933"/>
                <a:gd name="connsiteY12" fmla="*/ 40695 h 88376"/>
                <a:gd name="connsiteX13" fmla="*/ 30596 w 61933"/>
                <a:gd name="connsiteY13" fmla="*/ 40695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933" h="88376">
                  <a:moveTo>
                    <a:pt x="30596" y="52523"/>
                  </a:moveTo>
                  <a:lnTo>
                    <a:pt x="14520" y="52523"/>
                  </a:lnTo>
                  <a:lnTo>
                    <a:pt x="14520" y="88376"/>
                  </a:lnTo>
                  <a:lnTo>
                    <a:pt x="0" y="88376"/>
                  </a:lnTo>
                  <a:lnTo>
                    <a:pt x="0" y="0"/>
                  </a:lnTo>
                  <a:lnTo>
                    <a:pt x="30596" y="0"/>
                  </a:lnTo>
                  <a:cubicBezTo>
                    <a:pt x="51636" y="0"/>
                    <a:pt x="61933" y="11939"/>
                    <a:pt x="61933" y="26317"/>
                  </a:cubicBezTo>
                  <a:cubicBezTo>
                    <a:pt x="61933" y="38921"/>
                    <a:pt x="53636" y="52523"/>
                    <a:pt x="30596" y="52523"/>
                  </a:cubicBezTo>
                  <a:close/>
                  <a:moveTo>
                    <a:pt x="30596" y="40695"/>
                  </a:moveTo>
                  <a:cubicBezTo>
                    <a:pt x="41931" y="40695"/>
                    <a:pt x="47043" y="35225"/>
                    <a:pt x="47043" y="26317"/>
                  </a:cubicBezTo>
                  <a:cubicBezTo>
                    <a:pt x="47043" y="17409"/>
                    <a:pt x="41931" y="11828"/>
                    <a:pt x="30596" y="11828"/>
                  </a:cubicBezTo>
                  <a:lnTo>
                    <a:pt x="14520" y="11828"/>
                  </a:lnTo>
                  <a:lnTo>
                    <a:pt x="14520" y="40695"/>
                  </a:lnTo>
                  <a:lnTo>
                    <a:pt x="30596" y="40695"/>
                  </a:lnTo>
                  <a:close/>
                </a:path>
              </a:pathLst>
            </a:custGeom>
            <a:solidFill>
              <a:srgbClr val="FEF8E8"/>
            </a:solidFill>
            <a:ln w="3692"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206330F3-18B9-0125-0957-3DFE3648DAEA}"/>
                </a:ext>
              </a:extLst>
            </p:cNvPr>
            <p:cNvSpPr>
              <a:spLocks noGrp="1" noRot="1" noMove="1" noResize="1" noEditPoints="1" noAdjustHandles="1" noChangeArrowheads="1" noChangeShapeType="1"/>
            </p:cNvSpPr>
            <p:nvPr/>
          </p:nvSpPr>
          <p:spPr>
            <a:xfrm>
              <a:off x="4505117"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solidFill>
              <a:srgbClr val="FEF8E8"/>
            </a:solidFill>
            <a:ln w="3692" cap="flat">
              <a:noFill/>
              <a:prstDash val="solid"/>
              <a:miter/>
            </a:ln>
          </p:spPr>
          <p:txBody>
            <a:bodyPr rtlCol="0" anchor="ctr"/>
            <a:lstStyle/>
            <a:p>
              <a:endParaRPr lang="en-US"/>
            </a:p>
          </p:txBody>
        </p:sp>
        <p:sp>
          <p:nvSpPr>
            <p:cNvPr id="40" name="Freeform 39">
              <a:extLst>
                <a:ext uri="{FF2B5EF4-FFF2-40B4-BE49-F238E27FC236}">
                  <a16:creationId xmlns:a16="http://schemas.microsoft.com/office/drawing/2014/main" id="{A877B09C-F5A9-BC56-48B3-4637DE5DDB4F}"/>
                </a:ext>
              </a:extLst>
            </p:cNvPr>
            <p:cNvSpPr>
              <a:spLocks noGrp="1" noRot="1" noMove="1" noResize="1" noEditPoints="1" noAdjustHandles="1" noChangeArrowheads="1" noChangeShapeType="1"/>
            </p:cNvSpPr>
            <p:nvPr/>
          </p:nvSpPr>
          <p:spPr>
            <a:xfrm>
              <a:off x="4532861"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190 w 72157"/>
                <a:gd name="connsiteY10" fmla="*/ 12604 h 72371"/>
                <a:gd name="connsiteX11" fmla="*/ 14891 w 72157"/>
                <a:gd name="connsiteY11" fmla="*/ 35890 h 72371"/>
                <a:gd name="connsiteX12" fmla="*/ 36190 w 72157"/>
                <a:gd name="connsiteY12" fmla="*/ 59804 h 72371"/>
                <a:gd name="connsiteX13" fmla="*/ 57489 w 72157"/>
                <a:gd name="connsiteY13" fmla="*/ 36149 h 72371"/>
                <a:gd name="connsiteX14" fmla="*/ 36190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190" y="12604"/>
                  </a:moveTo>
                  <a:cubicBezTo>
                    <a:pt x="25374" y="12604"/>
                    <a:pt x="14891" y="20736"/>
                    <a:pt x="14891" y="35890"/>
                  </a:cubicBezTo>
                  <a:cubicBezTo>
                    <a:pt x="14891" y="51044"/>
                    <a:pt x="25337" y="59804"/>
                    <a:pt x="36190" y="59804"/>
                  </a:cubicBezTo>
                  <a:cubicBezTo>
                    <a:pt x="47043" y="59804"/>
                    <a:pt x="57489" y="51266"/>
                    <a:pt x="57489" y="36149"/>
                  </a:cubicBezTo>
                  <a:cubicBezTo>
                    <a:pt x="57489" y="21031"/>
                    <a:pt x="47154" y="12604"/>
                    <a:pt x="36190" y="12604"/>
                  </a:cubicBezTo>
                  <a:close/>
                </a:path>
              </a:pathLst>
            </a:custGeom>
            <a:solidFill>
              <a:srgbClr val="FEF8E8"/>
            </a:solidFill>
            <a:ln w="3692" cap="flat">
              <a:noFill/>
              <a:prstDash val="solid"/>
              <a:miter/>
            </a:ln>
          </p:spPr>
          <p:txBody>
            <a:bodyPr rtlCol="0" anchor="ctr"/>
            <a:lstStyle/>
            <a:p>
              <a:endParaRPr lang="en-US"/>
            </a:p>
          </p:txBody>
        </p:sp>
        <p:sp>
          <p:nvSpPr>
            <p:cNvPr id="41" name="Freeform 40">
              <a:extLst>
                <a:ext uri="{FF2B5EF4-FFF2-40B4-BE49-F238E27FC236}">
                  <a16:creationId xmlns:a16="http://schemas.microsoft.com/office/drawing/2014/main" id="{4208EE42-D21F-B019-3ACC-11F4531E230D}"/>
                </a:ext>
              </a:extLst>
            </p:cNvPr>
            <p:cNvSpPr>
              <a:spLocks noGrp="1" noRot="1" noMove="1" noResize="1" noEditPoints="1" noAdjustHandles="1" noChangeArrowheads="1" noChangeShapeType="1"/>
            </p:cNvSpPr>
            <p:nvPr/>
          </p:nvSpPr>
          <p:spPr>
            <a:xfrm>
              <a:off x="4616427"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solidFill>
              <a:srgbClr val="FEF8E8"/>
            </a:solidFill>
            <a:ln w="3692"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1B09DC4E-8C70-60E6-4192-CB07C8ED1AFA}"/>
                </a:ext>
              </a:extLst>
            </p:cNvPr>
            <p:cNvSpPr>
              <a:spLocks noGrp="1" noRot="1" noMove="1" noResize="1" noEditPoints="1" noAdjustHandles="1" noChangeArrowheads="1" noChangeShapeType="1"/>
            </p:cNvSpPr>
            <p:nvPr/>
          </p:nvSpPr>
          <p:spPr>
            <a:xfrm>
              <a:off x="4663804" y="6003670"/>
              <a:ext cx="35967" cy="98170"/>
            </a:xfrm>
            <a:custGeom>
              <a:avLst/>
              <a:gdLst>
                <a:gd name="connsiteX0" fmla="*/ 8297 w 35967"/>
                <a:gd name="connsiteY0" fmla="*/ 39919 h 98170"/>
                <a:gd name="connsiteX1" fmla="*/ 0 w 35967"/>
                <a:gd name="connsiteY1" fmla="*/ 39919 h 98170"/>
                <a:gd name="connsiteX2" fmla="*/ 0 w 35967"/>
                <a:gd name="connsiteY2" fmla="*/ 28091 h 98170"/>
                <a:gd name="connsiteX3" fmla="*/ 8297 w 35967"/>
                <a:gd name="connsiteY3" fmla="*/ 28091 h 98170"/>
                <a:gd name="connsiteX4" fmla="*/ 8297 w 35967"/>
                <a:gd name="connsiteY4" fmla="*/ 23138 h 98170"/>
                <a:gd name="connsiteX5" fmla="*/ 34930 w 35967"/>
                <a:gd name="connsiteY5" fmla="*/ 0 h 98170"/>
                <a:gd name="connsiteX6" fmla="*/ 34930 w 35967"/>
                <a:gd name="connsiteY6" fmla="*/ 12087 h 98170"/>
                <a:gd name="connsiteX7" fmla="*/ 22966 w 35967"/>
                <a:gd name="connsiteY7" fmla="*/ 23138 h 98170"/>
                <a:gd name="connsiteX8" fmla="*/ 22966 w 35967"/>
                <a:gd name="connsiteY8" fmla="*/ 28091 h 98170"/>
                <a:gd name="connsiteX9" fmla="*/ 35967 w 35967"/>
                <a:gd name="connsiteY9" fmla="*/ 28091 h 98170"/>
                <a:gd name="connsiteX10" fmla="*/ 35967 w 35967"/>
                <a:gd name="connsiteY10" fmla="*/ 39919 h 98170"/>
                <a:gd name="connsiteX11" fmla="*/ 22966 w 35967"/>
                <a:gd name="connsiteY11" fmla="*/ 39919 h 98170"/>
                <a:gd name="connsiteX12" fmla="*/ 22966 w 35967"/>
                <a:gd name="connsiteY12" fmla="*/ 98171 h 98170"/>
                <a:gd name="connsiteX13" fmla="*/ 8297 w 35967"/>
                <a:gd name="connsiteY13" fmla="*/ 98171 h 98170"/>
                <a:gd name="connsiteX14" fmla="*/ 8297 w 35967"/>
                <a:gd name="connsiteY14" fmla="*/ 39919 h 9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67" h="98170">
                  <a:moveTo>
                    <a:pt x="8297" y="39919"/>
                  </a:moveTo>
                  <a:lnTo>
                    <a:pt x="0" y="39919"/>
                  </a:lnTo>
                  <a:lnTo>
                    <a:pt x="0" y="28091"/>
                  </a:lnTo>
                  <a:lnTo>
                    <a:pt x="8297" y="28091"/>
                  </a:lnTo>
                  <a:lnTo>
                    <a:pt x="8297" y="23138"/>
                  </a:lnTo>
                  <a:cubicBezTo>
                    <a:pt x="8297" y="6986"/>
                    <a:pt x="16595" y="0"/>
                    <a:pt x="34930" y="0"/>
                  </a:cubicBezTo>
                  <a:lnTo>
                    <a:pt x="34930" y="12087"/>
                  </a:lnTo>
                  <a:cubicBezTo>
                    <a:pt x="26003" y="12087"/>
                    <a:pt x="22966" y="15154"/>
                    <a:pt x="22966" y="23138"/>
                  </a:cubicBezTo>
                  <a:lnTo>
                    <a:pt x="22966" y="28091"/>
                  </a:lnTo>
                  <a:lnTo>
                    <a:pt x="35967" y="28091"/>
                  </a:lnTo>
                  <a:lnTo>
                    <a:pt x="35967" y="39919"/>
                  </a:lnTo>
                  <a:lnTo>
                    <a:pt x="22966" y="39919"/>
                  </a:lnTo>
                  <a:lnTo>
                    <a:pt x="22966" y="98171"/>
                  </a:lnTo>
                  <a:lnTo>
                    <a:pt x="8297" y="98171"/>
                  </a:lnTo>
                  <a:lnTo>
                    <a:pt x="8297" y="39919"/>
                  </a:lnTo>
                  <a:close/>
                </a:path>
              </a:pathLst>
            </a:custGeom>
            <a:solidFill>
              <a:srgbClr val="FEF8E8"/>
            </a:solidFill>
            <a:ln w="3692" cap="flat">
              <a:noFill/>
              <a:prstDash val="solid"/>
              <a:miter/>
            </a:ln>
          </p:spPr>
          <p:txBody>
            <a:bodyPr rtlCol="0" anchor="ctr"/>
            <a:lstStyle/>
            <a:p>
              <a:endParaRPr lang="en-US"/>
            </a:p>
          </p:txBody>
        </p:sp>
        <p:sp>
          <p:nvSpPr>
            <p:cNvPr id="43" name="Freeform 42">
              <a:extLst>
                <a:ext uri="{FF2B5EF4-FFF2-40B4-BE49-F238E27FC236}">
                  <a16:creationId xmlns:a16="http://schemas.microsoft.com/office/drawing/2014/main" id="{8CC9722F-D042-4A26-5DC2-8C964A4EF793}"/>
                </a:ext>
              </a:extLst>
            </p:cNvPr>
            <p:cNvSpPr>
              <a:spLocks noGrp="1" noRot="1" noMove="1" noResize="1" noEditPoints="1" noAdjustHandles="1" noChangeArrowheads="1" noChangeShapeType="1"/>
            </p:cNvSpPr>
            <p:nvPr/>
          </p:nvSpPr>
          <p:spPr>
            <a:xfrm>
              <a:off x="4704364" y="6030615"/>
              <a:ext cx="71638" cy="72371"/>
            </a:xfrm>
            <a:custGeom>
              <a:avLst/>
              <a:gdLst>
                <a:gd name="connsiteX0" fmla="*/ 35190 w 71638"/>
                <a:gd name="connsiteY0" fmla="*/ 72372 h 72371"/>
                <a:gd name="connsiteX1" fmla="*/ 0 w 71638"/>
                <a:gd name="connsiteY1" fmla="*/ 36112 h 72371"/>
                <a:gd name="connsiteX2" fmla="*/ 35819 w 71638"/>
                <a:gd name="connsiteY2" fmla="*/ 0 h 72371"/>
                <a:gd name="connsiteX3" fmla="*/ 71639 w 71638"/>
                <a:gd name="connsiteY3" fmla="*/ 36112 h 72371"/>
                <a:gd name="connsiteX4" fmla="*/ 35190 w 71638"/>
                <a:gd name="connsiteY4" fmla="*/ 72372 h 72371"/>
                <a:gd name="connsiteX5" fmla="*/ 35190 w 71638"/>
                <a:gd name="connsiteY5" fmla="*/ 59767 h 72371"/>
                <a:gd name="connsiteX6" fmla="*/ 56711 w 71638"/>
                <a:gd name="connsiteY6" fmla="*/ 36112 h 72371"/>
                <a:gd name="connsiteX7" fmla="*/ 35560 w 71638"/>
                <a:gd name="connsiteY7" fmla="*/ 12567 h 72371"/>
                <a:gd name="connsiteX8" fmla="*/ 14780 w 71638"/>
                <a:gd name="connsiteY8" fmla="*/ 36112 h 72371"/>
                <a:gd name="connsiteX9" fmla="*/ 35190 w 71638"/>
                <a:gd name="connsiteY9" fmla="*/ 59767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638" h="72371">
                  <a:moveTo>
                    <a:pt x="35190" y="72372"/>
                  </a:moveTo>
                  <a:cubicBezTo>
                    <a:pt x="15187" y="72372"/>
                    <a:pt x="0" y="58141"/>
                    <a:pt x="0" y="36112"/>
                  </a:cubicBezTo>
                  <a:cubicBezTo>
                    <a:pt x="0" y="14083"/>
                    <a:pt x="15817" y="0"/>
                    <a:pt x="35819" y="0"/>
                  </a:cubicBezTo>
                  <a:cubicBezTo>
                    <a:pt x="55822" y="0"/>
                    <a:pt x="71639" y="14119"/>
                    <a:pt x="71639" y="36112"/>
                  </a:cubicBezTo>
                  <a:cubicBezTo>
                    <a:pt x="71639" y="58104"/>
                    <a:pt x="55340" y="72372"/>
                    <a:pt x="35190" y="72372"/>
                  </a:cubicBezTo>
                  <a:close/>
                  <a:moveTo>
                    <a:pt x="35190" y="59767"/>
                  </a:moveTo>
                  <a:cubicBezTo>
                    <a:pt x="46006" y="59767"/>
                    <a:pt x="56711" y="52006"/>
                    <a:pt x="56711" y="36112"/>
                  </a:cubicBezTo>
                  <a:cubicBezTo>
                    <a:pt x="56711" y="20218"/>
                    <a:pt x="46376" y="12567"/>
                    <a:pt x="35560" y="12567"/>
                  </a:cubicBezTo>
                  <a:cubicBezTo>
                    <a:pt x="24744" y="12567"/>
                    <a:pt x="14780" y="20181"/>
                    <a:pt x="14780" y="36112"/>
                  </a:cubicBezTo>
                  <a:cubicBezTo>
                    <a:pt x="14780" y="52042"/>
                    <a:pt x="24225" y="59767"/>
                    <a:pt x="35190" y="59767"/>
                  </a:cubicBezTo>
                  <a:close/>
                </a:path>
              </a:pathLst>
            </a:custGeom>
            <a:solidFill>
              <a:srgbClr val="FEF8E8"/>
            </a:solidFill>
            <a:ln w="3692" cap="flat">
              <a:noFill/>
              <a:prstDash val="solid"/>
              <a:miter/>
            </a:ln>
          </p:spPr>
          <p:txBody>
            <a:bodyPr rtlCol="0" anchor="ctr"/>
            <a:lstStyle/>
            <a:p>
              <a:endParaRPr lang="en-US"/>
            </a:p>
          </p:txBody>
        </p:sp>
        <p:sp>
          <p:nvSpPr>
            <p:cNvPr id="44" name="Freeform 43">
              <a:extLst>
                <a:ext uri="{FF2B5EF4-FFF2-40B4-BE49-F238E27FC236}">
                  <a16:creationId xmlns:a16="http://schemas.microsoft.com/office/drawing/2014/main" id="{DE174753-914E-9E24-0DDA-0144D2696FA7}"/>
                </a:ext>
              </a:extLst>
            </p:cNvPr>
            <p:cNvSpPr>
              <a:spLocks noGrp="1" noRot="1" noMove="1" noResize="1" noEditPoints="1" noAdjustHandles="1" noChangeArrowheads="1" noChangeShapeType="1"/>
            </p:cNvSpPr>
            <p:nvPr/>
          </p:nvSpPr>
          <p:spPr>
            <a:xfrm>
              <a:off x="4786560" y="6030615"/>
              <a:ext cx="35560" cy="71225"/>
            </a:xfrm>
            <a:custGeom>
              <a:avLst/>
              <a:gdLst>
                <a:gd name="connsiteX0" fmla="*/ 14520 w 35560"/>
                <a:gd name="connsiteY0" fmla="*/ 71226 h 71225"/>
                <a:gd name="connsiteX1" fmla="*/ 0 w 35560"/>
                <a:gd name="connsiteY1" fmla="*/ 71226 h 71225"/>
                <a:gd name="connsiteX2" fmla="*/ 0 w 35560"/>
                <a:gd name="connsiteY2" fmla="*/ 1146 h 71225"/>
                <a:gd name="connsiteX3" fmla="*/ 14520 w 35560"/>
                <a:gd name="connsiteY3" fmla="*/ 1146 h 71225"/>
                <a:gd name="connsiteX4" fmla="*/ 14520 w 35560"/>
                <a:gd name="connsiteY4" fmla="*/ 11310 h 71225"/>
                <a:gd name="connsiteX5" fmla="*/ 35560 w 35560"/>
                <a:gd name="connsiteY5" fmla="*/ 0 h 71225"/>
                <a:gd name="connsiteX6" fmla="*/ 35560 w 35560"/>
                <a:gd name="connsiteY6" fmla="*/ 15007 h 71225"/>
                <a:gd name="connsiteX7" fmla="*/ 31856 w 35560"/>
                <a:gd name="connsiteY7" fmla="*/ 15007 h 71225"/>
                <a:gd name="connsiteX8" fmla="*/ 14520 w 35560"/>
                <a:gd name="connsiteY8" fmla="*/ 34338 h 71225"/>
                <a:gd name="connsiteX9" fmla="*/ 14520 w 35560"/>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solidFill>
              <a:srgbClr val="FEF8E8"/>
            </a:solidFill>
            <a:ln w="3692" cap="flat">
              <a:noFill/>
              <a:prstDash val="solid"/>
              <a:miter/>
            </a:ln>
          </p:spPr>
          <p:txBody>
            <a:bodyPr rtlCol="0" anchor="ctr"/>
            <a:lstStyle/>
            <a:p>
              <a:endParaRPr lang="en-US"/>
            </a:p>
          </p:txBody>
        </p:sp>
        <p:sp>
          <p:nvSpPr>
            <p:cNvPr id="45" name="Freeform 44">
              <a:extLst>
                <a:ext uri="{FF2B5EF4-FFF2-40B4-BE49-F238E27FC236}">
                  <a16:creationId xmlns:a16="http://schemas.microsoft.com/office/drawing/2014/main" id="{D81D2940-CF06-A455-8252-D0F234D851B9}"/>
                </a:ext>
              </a:extLst>
            </p:cNvPr>
            <p:cNvSpPr>
              <a:spLocks noGrp="1" noRot="1" noMove="1" noResize="1" noEditPoints="1" noAdjustHandles="1" noChangeArrowheads="1" noChangeShapeType="1"/>
            </p:cNvSpPr>
            <p:nvPr/>
          </p:nvSpPr>
          <p:spPr>
            <a:xfrm>
              <a:off x="4832602" y="6030615"/>
              <a:ext cx="113939" cy="71225"/>
            </a:xfrm>
            <a:custGeom>
              <a:avLst/>
              <a:gdLst>
                <a:gd name="connsiteX0" fmla="*/ 99531 w 113939"/>
                <a:gd name="connsiteY0" fmla="*/ 32046 h 71225"/>
                <a:gd name="connsiteX1" fmla="*/ 81936 w 113939"/>
                <a:gd name="connsiteY1" fmla="*/ 12604 h 71225"/>
                <a:gd name="connsiteX2" fmla="*/ 64230 w 113939"/>
                <a:gd name="connsiteY2" fmla="*/ 32046 h 71225"/>
                <a:gd name="connsiteX3" fmla="*/ 64230 w 113939"/>
                <a:gd name="connsiteY3" fmla="*/ 71226 h 71225"/>
                <a:gd name="connsiteX4" fmla="*/ 49821 w 113939"/>
                <a:gd name="connsiteY4" fmla="*/ 71226 h 71225"/>
                <a:gd name="connsiteX5" fmla="*/ 49821 w 113939"/>
                <a:gd name="connsiteY5" fmla="*/ 32046 h 71225"/>
                <a:gd name="connsiteX6" fmla="*/ 32226 w 113939"/>
                <a:gd name="connsiteY6" fmla="*/ 12604 h 71225"/>
                <a:gd name="connsiteX7" fmla="*/ 14520 w 113939"/>
                <a:gd name="connsiteY7" fmla="*/ 32046 h 71225"/>
                <a:gd name="connsiteX8" fmla="*/ 14520 w 113939"/>
                <a:gd name="connsiteY8" fmla="*/ 71226 h 71225"/>
                <a:gd name="connsiteX9" fmla="*/ 0 w 113939"/>
                <a:gd name="connsiteY9" fmla="*/ 71226 h 71225"/>
                <a:gd name="connsiteX10" fmla="*/ 0 w 113939"/>
                <a:gd name="connsiteY10" fmla="*/ 1146 h 71225"/>
                <a:gd name="connsiteX11" fmla="*/ 14520 w 113939"/>
                <a:gd name="connsiteY11" fmla="*/ 1146 h 71225"/>
                <a:gd name="connsiteX12" fmla="*/ 14520 w 113939"/>
                <a:gd name="connsiteY12" fmla="*/ 9167 h 71225"/>
                <a:gd name="connsiteX13" fmla="*/ 35301 w 113939"/>
                <a:gd name="connsiteY13" fmla="*/ 0 h 71225"/>
                <a:gd name="connsiteX14" fmla="*/ 60526 w 113939"/>
                <a:gd name="connsiteY14" fmla="*/ 13861 h 71225"/>
                <a:gd name="connsiteX15" fmla="*/ 85010 w 113939"/>
                <a:gd name="connsiteY15" fmla="*/ 0 h 71225"/>
                <a:gd name="connsiteX16" fmla="*/ 113940 w 113939"/>
                <a:gd name="connsiteY16" fmla="*/ 29902 h 71225"/>
                <a:gd name="connsiteX17" fmla="*/ 113940 w 113939"/>
                <a:gd name="connsiteY17" fmla="*/ 71226 h 71225"/>
                <a:gd name="connsiteX18" fmla="*/ 99531 w 113939"/>
                <a:gd name="connsiteY18" fmla="*/ 71226 h 71225"/>
                <a:gd name="connsiteX19" fmla="*/ 99531 w 113939"/>
                <a:gd name="connsiteY19" fmla="*/ 3204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939" h="71225">
                  <a:moveTo>
                    <a:pt x="99531" y="32046"/>
                  </a:moveTo>
                  <a:cubicBezTo>
                    <a:pt x="99531" y="19183"/>
                    <a:pt x="92530" y="12604"/>
                    <a:pt x="81936" y="12604"/>
                  </a:cubicBezTo>
                  <a:cubicBezTo>
                    <a:pt x="71342" y="12604"/>
                    <a:pt x="64230" y="19220"/>
                    <a:pt x="64230" y="32046"/>
                  </a:cubicBezTo>
                  <a:lnTo>
                    <a:pt x="64230" y="71226"/>
                  </a:lnTo>
                  <a:lnTo>
                    <a:pt x="49821" y="71226"/>
                  </a:lnTo>
                  <a:lnTo>
                    <a:pt x="49821" y="32046"/>
                  </a:lnTo>
                  <a:cubicBezTo>
                    <a:pt x="49821" y="19183"/>
                    <a:pt x="42820" y="12604"/>
                    <a:pt x="32226" y="12604"/>
                  </a:cubicBezTo>
                  <a:cubicBezTo>
                    <a:pt x="21632" y="12604"/>
                    <a:pt x="14520" y="19220"/>
                    <a:pt x="14520" y="32046"/>
                  </a:cubicBezTo>
                  <a:lnTo>
                    <a:pt x="14520" y="71226"/>
                  </a:lnTo>
                  <a:lnTo>
                    <a:pt x="0" y="71226"/>
                  </a:lnTo>
                  <a:lnTo>
                    <a:pt x="0" y="1146"/>
                  </a:lnTo>
                  <a:lnTo>
                    <a:pt x="14520" y="1146"/>
                  </a:lnTo>
                  <a:lnTo>
                    <a:pt x="14520" y="9167"/>
                  </a:lnTo>
                  <a:cubicBezTo>
                    <a:pt x="19224" y="3437"/>
                    <a:pt x="26892" y="0"/>
                    <a:pt x="35301" y="0"/>
                  </a:cubicBezTo>
                  <a:cubicBezTo>
                    <a:pt x="46376" y="0"/>
                    <a:pt x="55673" y="4694"/>
                    <a:pt x="60526" y="13861"/>
                  </a:cubicBezTo>
                  <a:cubicBezTo>
                    <a:pt x="64860" y="5359"/>
                    <a:pt x="74787" y="0"/>
                    <a:pt x="85010" y="0"/>
                  </a:cubicBezTo>
                  <a:cubicBezTo>
                    <a:pt x="101457" y="0"/>
                    <a:pt x="113940" y="10312"/>
                    <a:pt x="113940" y="29902"/>
                  </a:cubicBezTo>
                  <a:lnTo>
                    <a:pt x="113940" y="71226"/>
                  </a:lnTo>
                  <a:lnTo>
                    <a:pt x="99531" y="71226"/>
                  </a:lnTo>
                  <a:lnTo>
                    <a:pt x="99531" y="32046"/>
                  </a:lnTo>
                  <a:close/>
                </a:path>
              </a:pathLst>
            </a:custGeom>
            <a:solidFill>
              <a:srgbClr val="FEF8E8"/>
            </a:solidFill>
            <a:ln w="3692" cap="flat">
              <a:noFill/>
              <a:prstDash val="solid"/>
              <a:miter/>
            </a:ln>
          </p:spPr>
          <p:txBody>
            <a:bodyPr rtlCol="0" anchor="ctr"/>
            <a:lstStyle/>
            <a:p>
              <a:endParaRPr lang="en-US"/>
            </a:p>
          </p:txBody>
        </p:sp>
      </p:grpSp>
    </p:spTree>
    <p:extLst>
      <p:ext uri="{BB962C8B-B14F-4D97-AF65-F5344CB8AC3E}">
        <p14:creationId xmlns:p14="http://schemas.microsoft.com/office/powerpoint/2010/main" val="11439330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attern (Cor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3D0C866-ECD1-D858-D02F-3306887D77D7}"/>
              </a:ext>
            </a:extLst>
          </p:cNvPr>
          <p:cNvSpPr>
            <a:spLocks noGrp="1"/>
          </p:cNvSpPr>
          <p:nvPr>
            <p:ph type="ctrTitle"/>
          </p:nvPr>
        </p:nvSpPr>
        <p:spPr>
          <a:xfrm>
            <a:off x="838200" y="1040248"/>
            <a:ext cx="10515598" cy="1950521"/>
          </a:xfrm>
        </p:spPr>
        <p:txBody>
          <a:bodyPr anchor="b">
            <a:noAutofit/>
          </a:bodyPr>
          <a:lstStyle>
            <a:lvl1pPr algn="ctr">
              <a:lnSpc>
                <a:spcPts val="4400"/>
              </a:lnSpc>
              <a:defRPr sz="4000" b="0" i="0">
                <a:solidFill>
                  <a:schemeClr val="tx1"/>
                </a:solidFill>
              </a:defRPr>
            </a:lvl1pPr>
          </a:lstStyle>
          <a:p>
            <a:r>
              <a:rPr lang="en-US"/>
              <a:t>Click to edit Master title style</a:t>
            </a:r>
          </a:p>
        </p:txBody>
      </p:sp>
      <p:sp>
        <p:nvSpPr>
          <p:cNvPr id="6" name="Subtitle 2">
            <a:extLst>
              <a:ext uri="{FF2B5EF4-FFF2-40B4-BE49-F238E27FC236}">
                <a16:creationId xmlns:a16="http://schemas.microsoft.com/office/drawing/2014/main" id="{0DC31FED-B025-5C89-2C6E-BC2AB1BA87BA}"/>
              </a:ext>
            </a:extLst>
          </p:cNvPr>
          <p:cNvSpPr>
            <a:spLocks noGrp="1"/>
          </p:cNvSpPr>
          <p:nvPr>
            <p:ph type="subTitle" idx="1"/>
          </p:nvPr>
        </p:nvSpPr>
        <p:spPr>
          <a:xfrm>
            <a:off x="838199" y="3219370"/>
            <a:ext cx="10515597" cy="720024"/>
          </a:xfrm>
        </p:spPr>
        <p:txBody>
          <a:bodyPr>
            <a:noAutofit/>
          </a:bodyPr>
          <a:lstStyle>
            <a:lvl1pPr marL="0" indent="0" algn="ctr">
              <a:lnSpc>
                <a:spcPts val="2400"/>
              </a:lnSpc>
              <a:buNone/>
              <a:defRPr sz="2000" b="0" i="0">
                <a:solidFill>
                  <a:srgbClr val="301E0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Text Placeholder 16">
            <a:extLst>
              <a:ext uri="{FF2B5EF4-FFF2-40B4-BE49-F238E27FC236}">
                <a16:creationId xmlns:a16="http://schemas.microsoft.com/office/drawing/2014/main" id="{211DE5E9-8B8E-2EC6-CCCE-4180BC7C45C2}"/>
              </a:ext>
            </a:extLst>
          </p:cNvPr>
          <p:cNvSpPr>
            <a:spLocks noGrp="1"/>
          </p:cNvSpPr>
          <p:nvPr>
            <p:ph type="body" sz="quarter" idx="10"/>
          </p:nvPr>
        </p:nvSpPr>
        <p:spPr>
          <a:xfrm>
            <a:off x="838200" y="4152820"/>
            <a:ext cx="10515600" cy="196529"/>
          </a:xfrm>
        </p:spPr>
        <p:txBody>
          <a:bodyPr>
            <a:spAutoFit/>
          </a:bodyPr>
          <a:lstStyle>
            <a:lvl1pPr marL="0" indent="0" algn="ctr">
              <a:buFontTx/>
              <a:buNone/>
              <a:defRPr b="0" i="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grpSp>
        <p:nvGrpSpPr>
          <p:cNvPr id="8" name="Group 7">
            <a:extLst>
              <a:ext uri="{FF2B5EF4-FFF2-40B4-BE49-F238E27FC236}">
                <a16:creationId xmlns:a16="http://schemas.microsoft.com/office/drawing/2014/main" id="{CCCFA0DD-1974-AFC7-3BE9-21B9210A5C1A}"/>
              </a:ext>
            </a:extLst>
          </p:cNvPr>
          <p:cNvGrpSpPr>
            <a:grpSpLocks noGrp="1" noUngrp="1" noRot="1" noMove="1" noResize="1"/>
          </p:cNvGrpSpPr>
          <p:nvPr userDrawn="1"/>
        </p:nvGrpSpPr>
        <p:grpSpPr>
          <a:xfrm>
            <a:off x="5034663" y="5626761"/>
            <a:ext cx="2122674" cy="623780"/>
            <a:chOff x="2649665" y="5459914"/>
            <a:chExt cx="2297877" cy="675266"/>
          </a:xfrm>
        </p:grpSpPr>
        <p:sp>
          <p:nvSpPr>
            <p:cNvPr id="9" name="Freeform 8">
              <a:extLst>
                <a:ext uri="{FF2B5EF4-FFF2-40B4-BE49-F238E27FC236}">
                  <a16:creationId xmlns:a16="http://schemas.microsoft.com/office/drawing/2014/main" id="{6C42B26B-9498-6573-5183-BB00BD344B8F}"/>
                </a:ext>
              </a:extLst>
            </p:cNvPr>
            <p:cNvSpPr>
              <a:spLocks noGrp="1" noRot="1" noMove="1" noResize="1" noEditPoints="1" noAdjustHandles="1" noChangeArrowheads="1" noChangeShapeType="1"/>
            </p:cNvSpPr>
            <p:nvPr/>
          </p:nvSpPr>
          <p:spPr>
            <a:xfrm>
              <a:off x="3209512" y="5624255"/>
              <a:ext cx="144721" cy="250528"/>
            </a:xfrm>
            <a:custGeom>
              <a:avLst/>
              <a:gdLst>
                <a:gd name="connsiteX0" fmla="*/ 141203 w 144721"/>
                <a:gd name="connsiteY0" fmla="*/ 204511 h 250528"/>
                <a:gd name="connsiteX1" fmla="*/ 144722 w 144721"/>
                <a:gd name="connsiteY1" fmla="*/ 208022 h 250528"/>
                <a:gd name="connsiteX2" fmla="*/ 144722 w 144721"/>
                <a:gd name="connsiteY2" fmla="*/ 247017 h 250528"/>
                <a:gd name="connsiteX3" fmla="*/ 141203 w 144721"/>
                <a:gd name="connsiteY3" fmla="*/ 250528 h 250528"/>
                <a:gd name="connsiteX4" fmla="*/ 3519 w 144721"/>
                <a:gd name="connsiteY4" fmla="*/ 250528 h 250528"/>
                <a:gd name="connsiteX5" fmla="*/ 0 w 144721"/>
                <a:gd name="connsiteY5" fmla="*/ 247017 h 250528"/>
                <a:gd name="connsiteX6" fmla="*/ 0 w 144721"/>
                <a:gd name="connsiteY6" fmla="*/ 3511 h 250528"/>
                <a:gd name="connsiteX7" fmla="*/ 3519 w 144721"/>
                <a:gd name="connsiteY7" fmla="*/ 0 h 250528"/>
                <a:gd name="connsiteX8" fmla="*/ 48599 w 144721"/>
                <a:gd name="connsiteY8" fmla="*/ 0 h 250528"/>
                <a:gd name="connsiteX9" fmla="*/ 52118 w 144721"/>
                <a:gd name="connsiteY9" fmla="*/ 3511 h 250528"/>
                <a:gd name="connsiteX10" fmla="*/ 52118 w 144721"/>
                <a:gd name="connsiteY10" fmla="*/ 200999 h 250528"/>
                <a:gd name="connsiteX11" fmla="*/ 55636 w 144721"/>
                <a:gd name="connsiteY11" fmla="*/ 204511 h 250528"/>
                <a:gd name="connsiteX12" fmla="*/ 141203 w 144721"/>
                <a:gd name="connsiteY12" fmla="*/ 204511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21" h="250528">
                  <a:moveTo>
                    <a:pt x="141203" y="204511"/>
                  </a:moveTo>
                  <a:cubicBezTo>
                    <a:pt x="143536" y="204511"/>
                    <a:pt x="144722" y="205693"/>
                    <a:pt x="144722" y="208022"/>
                  </a:cubicBezTo>
                  <a:lnTo>
                    <a:pt x="144722" y="247017"/>
                  </a:lnTo>
                  <a:cubicBezTo>
                    <a:pt x="144722" y="249345"/>
                    <a:pt x="143536" y="250528"/>
                    <a:pt x="141203" y="250528"/>
                  </a:cubicBezTo>
                  <a:lnTo>
                    <a:pt x="3519" y="250528"/>
                  </a:lnTo>
                  <a:cubicBezTo>
                    <a:pt x="1185" y="250528"/>
                    <a:pt x="0" y="249345"/>
                    <a:pt x="0" y="247017"/>
                  </a:cubicBezTo>
                  <a:lnTo>
                    <a:pt x="0" y="3511"/>
                  </a:lnTo>
                  <a:cubicBezTo>
                    <a:pt x="0" y="1183"/>
                    <a:pt x="1185" y="0"/>
                    <a:pt x="3519" y="0"/>
                  </a:cubicBezTo>
                  <a:lnTo>
                    <a:pt x="48599" y="0"/>
                  </a:lnTo>
                  <a:cubicBezTo>
                    <a:pt x="50932" y="0"/>
                    <a:pt x="52118" y="1183"/>
                    <a:pt x="52118" y="3511"/>
                  </a:cubicBezTo>
                  <a:lnTo>
                    <a:pt x="52118" y="200999"/>
                  </a:lnTo>
                  <a:cubicBezTo>
                    <a:pt x="52118" y="203328"/>
                    <a:pt x="53303" y="204511"/>
                    <a:pt x="55636" y="204511"/>
                  </a:cubicBezTo>
                  <a:lnTo>
                    <a:pt x="141203" y="204511"/>
                  </a:lnTo>
                  <a:close/>
                </a:path>
              </a:pathLst>
            </a:custGeom>
            <a:solidFill>
              <a:srgbClr val="FEF8E8"/>
            </a:solidFill>
            <a:ln w="3692"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F6E5C935-9050-43B3-5DA0-B771844E886D}"/>
                </a:ext>
              </a:extLst>
            </p:cNvPr>
            <p:cNvSpPr>
              <a:spLocks noGrp="1" noRot="1" noMove="1" noResize="1" noEditPoints="1" noAdjustHandles="1" noChangeArrowheads="1" noChangeShapeType="1"/>
            </p:cNvSpPr>
            <p:nvPr/>
          </p:nvSpPr>
          <p:spPr>
            <a:xfrm>
              <a:off x="3418177" y="5624255"/>
              <a:ext cx="255689" cy="250602"/>
            </a:xfrm>
            <a:custGeom>
              <a:avLst/>
              <a:gdLst>
                <a:gd name="connsiteX0" fmla="*/ 113412 w 255689"/>
                <a:gd name="connsiteY0" fmla="*/ 2476 h 250602"/>
                <a:gd name="connsiteX1" fmla="*/ 117635 w 255689"/>
                <a:gd name="connsiteY1" fmla="*/ 0 h 250602"/>
                <a:gd name="connsiteX2" fmla="*/ 138415 w 255689"/>
                <a:gd name="connsiteY2" fmla="*/ 0 h 250602"/>
                <a:gd name="connsiteX3" fmla="*/ 142638 w 255689"/>
                <a:gd name="connsiteY3" fmla="*/ 2476 h 250602"/>
                <a:gd name="connsiteX4" fmla="*/ 255319 w 255689"/>
                <a:gd name="connsiteY4" fmla="*/ 246352 h 250602"/>
                <a:gd name="connsiteX5" fmla="*/ 255689 w 255689"/>
                <a:gd name="connsiteY5" fmla="*/ 248126 h 250602"/>
                <a:gd name="connsiteX6" fmla="*/ 252874 w 255689"/>
                <a:gd name="connsiteY6" fmla="*/ 250602 h 250602"/>
                <a:gd name="connsiteX7" fmla="*/ 202868 w 255689"/>
                <a:gd name="connsiteY7" fmla="*/ 250602 h 250602"/>
                <a:gd name="connsiteX8" fmla="*/ 198645 w 255689"/>
                <a:gd name="connsiteY8" fmla="*/ 248126 h 250602"/>
                <a:gd name="connsiteX9" fmla="*/ 181050 w 255689"/>
                <a:gd name="connsiteY9" fmla="*/ 210166 h 250602"/>
                <a:gd name="connsiteX10" fmla="*/ 177161 w 255689"/>
                <a:gd name="connsiteY10" fmla="*/ 207689 h 250602"/>
                <a:gd name="connsiteX11" fmla="*/ 78556 w 255689"/>
                <a:gd name="connsiteY11" fmla="*/ 207689 h 250602"/>
                <a:gd name="connsiteX12" fmla="*/ 74333 w 255689"/>
                <a:gd name="connsiteY12" fmla="*/ 210166 h 250602"/>
                <a:gd name="connsiteX13" fmla="*/ 56739 w 255689"/>
                <a:gd name="connsiteY13" fmla="*/ 248126 h 250602"/>
                <a:gd name="connsiteX14" fmla="*/ 52849 w 255689"/>
                <a:gd name="connsiteY14" fmla="*/ 250602 h 250602"/>
                <a:gd name="connsiteX15" fmla="*/ 2843 w 255689"/>
                <a:gd name="connsiteY15" fmla="*/ 250602 h 250602"/>
                <a:gd name="connsiteX16" fmla="*/ 361 w 255689"/>
                <a:gd name="connsiteY16" fmla="*/ 249382 h 250602"/>
                <a:gd name="connsiteX17" fmla="*/ 361 w 255689"/>
                <a:gd name="connsiteY17" fmla="*/ 246388 h 250602"/>
                <a:gd name="connsiteX18" fmla="*/ 113412 w 255689"/>
                <a:gd name="connsiteY18" fmla="*/ 2513 h 250602"/>
                <a:gd name="connsiteX19" fmla="*/ 96188 w 255689"/>
                <a:gd name="connsiteY19" fmla="*/ 157421 h 250602"/>
                <a:gd name="connsiteX20" fmla="*/ 95817 w 255689"/>
                <a:gd name="connsiteY20" fmla="*/ 159195 h 250602"/>
                <a:gd name="connsiteX21" fmla="*/ 98633 w 255689"/>
                <a:gd name="connsiteY21" fmla="*/ 161672 h 250602"/>
                <a:gd name="connsiteX22" fmla="*/ 157084 w 255689"/>
                <a:gd name="connsiteY22" fmla="*/ 161672 h 250602"/>
                <a:gd name="connsiteX23" fmla="*/ 159566 w 255689"/>
                <a:gd name="connsiteY23" fmla="*/ 160452 h 250602"/>
                <a:gd name="connsiteX24" fmla="*/ 159566 w 255689"/>
                <a:gd name="connsiteY24" fmla="*/ 157458 h 250602"/>
                <a:gd name="connsiteX25" fmla="*/ 130340 w 255689"/>
                <a:gd name="connsiteY25" fmla="*/ 89633 h 250602"/>
                <a:gd name="connsiteX26" fmla="*/ 127859 w 255689"/>
                <a:gd name="connsiteY26" fmla="*/ 87859 h 250602"/>
                <a:gd name="connsiteX27" fmla="*/ 125377 w 255689"/>
                <a:gd name="connsiteY27" fmla="*/ 89633 h 250602"/>
                <a:gd name="connsiteX28" fmla="*/ 96151 w 255689"/>
                <a:gd name="connsiteY28" fmla="*/ 157458 h 25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5689" h="250602">
                  <a:moveTo>
                    <a:pt x="113412" y="2476"/>
                  </a:moveTo>
                  <a:cubicBezTo>
                    <a:pt x="114116" y="850"/>
                    <a:pt x="115524" y="0"/>
                    <a:pt x="117635" y="0"/>
                  </a:cubicBezTo>
                  <a:lnTo>
                    <a:pt x="138415" y="0"/>
                  </a:lnTo>
                  <a:cubicBezTo>
                    <a:pt x="140527" y="0"/>
                    <a:pt x="141934" y="813"/>
                    <a:pt x="142638" y="2476"/>
                  </a:cubicBezTo>
                  <a:lnTo>
                    <a:pt x="255319" y="246352"/>
                  </a:lnTo>
                  <a:cubicBezTo>
                    <a:pt x="255541" y="246832"/>
                    <a:pt x="255689" y="247423"/>
                    <a:pt x="255689" y="248126"/>
                  </a:cubicBezTo>
                  <a:cubicBezTo>
                    <a:pt x="255689" y="249752"/>
                    <a:pt x="254763" y="250602"/>
                    <a:pt x="252874" y="250602"/>
                  </a:cubicBezTo>
                  <a:lnTo>
                    <a:pt x="202868" y="250602"/>
                  </a:lnTo>
                  <a:cubicBezTo>
                    <a:pt x="200756" y="250602"/>
                    <a:pt x="199349" y="249789"/>
                    <a:pt x="198645" y="248126"/>
                  </a:cubicBezTo>
                  <a:lnTo>
                    <a:pt x="181050" y="210166"/>
                  </a:lnTo>
                  <a:cubicBezTo>
                    <a:pt x="180346" y="208539"/>
                    <a:pt x="179050" y="207689"/>
                    <a:pt x="177161" y="207689"/>
                  </a:cubicBezTo>
                  <a:lnTo>
                    <a:pt x="78556" y="207689"/>
                  </a:lnTo>
                  <a:cubicBezTo>
                    <a:pt x="76445" y="207689"/>
                    <a:pt x="75037" y="208502"/>
                    <a:pt x="74333" y="210166"/>
                  </a:cubicBezTo>
                  <a:lnTo>
                    <a:pt x="56739" y="248126"/>
                  </a:lnTo>
                  <a:cubicBezTo>
                    <a:pt x="56035" y="249752"/>
                    <a:pt x="54738" y="250602"/>
                    <a:pt x="52849" y="250602"/>
                  </a:cubicBezTo>
                  <a:lnTo>
                    <a:pt x="2843" y="250602"/>
                  </a:lnTo>
                  <a:cubicBezTo>
                    <a:pt x="1658" y="250602"/>
                    <a:pt x="843" y="250196"/>
                    <a:pt x="361" y="249382"/>
                  </a:cubicBezTo>
                  <a:cubicBezTo>
                    <a:pt x="-120" y="248569"/>
                    <a:pt x="-120" y="247571"/>
                    <a:pt x="361" y="246388"/>
                  </a:cubicBezTo>
                  <a:lnTo>
                    <a:pt x="113412" y="2513"/>
                  </a:lnTo>
                  <a:close/>
                  <a:moveTo>
                    <a:pt x="96188" y="157421"/>
                  </a:moveTo>
                  <a:cubicBezTo>
                    <a:pt x="95966" y="157902"/>
                    <a:pt x="95817" y="158493"/>
                    <a:pt x="95817" y="159195"/>
                  </a:cubicBezTo>
                  <a:cubicBezTo>
                    <a:pt x="95817" y="160822"/>
                    <a:pt x="96743" y="161672"/>
                    <a:pt x="98633" y="161672"/>
                  </a:cubicBezTo>
                  <a:lnTo>
                    <a:pt x="157084" y="161672"/>
                  </a:lnTo>
                  <a:cubicBezTo>
                    <a:pt x="158270" y="161672"/>
                    <a:pt x="159085" y="161265"/>
                    <a:pt x="159566" y="160452"/>
                  </a:cubicBezTo>
                  <a:cubicBezTo>
                    <a:pt x="160048" y="159639"/>
                    <a:pt x="160048" y="158641"/>
                    <a:pt x="159566" y="157458"/>
                  </a:cubicBezTo>
                  <a:lnTo>
                    <a:pt x="130340" y="89633"/>
                  </a:lnTo>
                  <a:cubicBezTo>
                    <a:pt x="130118" y="88450"/>
                    <a:pt x="129266" y="87859"/>
                    <a:pt x="127859" y="87859"/>
                  </a:cubicBezTo>
                  <a:cubicBezTo>
                    <a:pt x="126932" y="87859"/>
                    <a:pt x="126080" y="88450"/>
                    <a:pt x="125377" y="89633"/>
                  </a:cubicBezTo>
                  <a:lnTo>
                    <a:pt x="96151" y="157458"/>
                  </a:lnTo>
                  <a:close/>
                </a:path>
              </a:pathLst>
            </a:custGeom>
            <a:solidFill>
              <a:srgbClr val="FEF8E8"/>
            </a:solidFill>
            <a:ln w="3692"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30ECC726-002C-DDCF-0AD5-0D2C71E36160}"/>
                </a:ext>
              </a:extLst>
            </p:cNvPr>
            <p:cNvSpPr>
              <a:spLocks noGrp="1" noRot="1" noMove="1" noResize="1" noEditPoints="1" noAdjustHandles="1" noChangeArrowheads="1" noChangeShapeType="1"/>
            </p:cNvSpPr>
            <p:nvPr/>
          </p:nvSpPr>
          <p:spPr>
            <a:xfrm>
              <a:off x="3736096"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2 w 202839"/>
                <a:gd name="connsiteY3" fmla="*/ 248421 h 250528"/>
                <a:gd name="connsiteX4" fmla="*/ 56377 w 202839"/>
                <a:gd name="connsiteY4" fmla="*/ 105748 h 250528"/>
                <a:gd name="connsiteX5" fmla="*/ 53896 w 202839"/>
                <a:gd name="connsiteY5" fmla="*/ 104344 h 250528"/>
                <a:gd name="connsiteX6" fmla="*/ 52117 w 202839"/>
                <a:gd name="connsiteY6" fmla="*/ 107522 h 250528"/>
                <a:gd name="connsiteX7" fmla="*/ 52117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7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2" y="248421"/>
                  </a:cubicBezTo>
                  <a:lnTo>
                    <a:pt x="56377" y="105748"/>
                  </a:lnTo>
                  <a:cubicBezTo>
                    <a:pt x="55451" y="104824"/>
                    <a:pt x="54599" y="104344"/>
                    <a:pt x="53896" y="104344"/>
                  </a:cubicBezTo>
                  <a:cubicBezTo>
                    <a:pt x="52710" y="104344"/>
                    <a:pt x="52117" y="105416"/>
                    <a:pt x="52117" y="107522"/>
                  </a:cubicBezTo>
                  <a:lnTo>
                    <a:pt x="52117" y="247017"/>
                  </a:lnTo>
                  <a:cubicBezTo>
                    <a:pt x="52117"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7" y="2107"/>
                  </a:cubicBezTo>
                  <a:lnTo>
                    <a:pt x="146463" y="144410"/>
                  </a:lnTo>
                  <a:cubicBezTo>
                    <a:pt x="147166"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solidFill>
              <a:srgbClr val="FEF8E8"/>
            </a:solidFill>
            <a:ln w="3692"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29049C6E-DBDE-4761-C378-FC672C88A592}"/>
                </a:ext>
              </a:extLst>
            </p:cNvPr>
            <p:cNvSpPr>
              <a:spLocks noGrp="1" noRot="1" noMove="1" noResize="1" noEditPoints="1" noAdjustHandles="1" noChangeArrowheads="1" noChangeShapeType="1"/>
            </p:cNvSpPr>
            <p:nvPr/>
          </p:nvSpPr>
          <p:spPr>
            <a:xfrm>
              <a:off x="4009389" y="5624255"/>
              <a:ext cx="176058" cy="250528"/>
            </a:xfrm>
            <a:custGeom>
              <a:avLst/>
              <a:gdLst>
                <a:gd name="connsiteX0" fmla="*/ 172540 w 176058"/>
                <a:gd name="connsiteY0" fmla="*/ 0 h 250528"/>
                <a:gd name="connsiteX1" fmla="*/ 176059 w 176058"/>
                <a:gd name="connsiteY1" fmla="*/ 3511 h 250528"/>
                <a:gd name="connsiteX2" fmla="*/ 176059 w 176058"/>
                <a:gd name="connsiteY2" fmla="*/ 42506 h 250528"/>
                <a:gd name="connsiteX3" fmla="*/ 172540 w 176058"/>
                <a:gd name="connsiteY3" fmla="*/ 46018 h 250528"/>
                <a:gd name="connsiteX4" fmla="*/ 117607 w 176058"/>
                <a:gd name="connsiteY4" fmla="*/ 46018 h 250528"/>
                <a:gd name="connsiteX5" fmla="*/ 114088 w 176058"/>
                <a:gd name="connsiteY5" fmla="*/ 49529 h 250528"/>
                <a:gd name="connsiteX6" fmla="*/ 114088 w 176058"/>
                <a:gd name="connsiteY6" fmla="*/ 247017 h 250528"/>
                <a:gd name="connsiteX7" fmla="*/ 110569 w 176058"/>
                <a:gd name="connsiteY7" fmla="*/ 250528 h 250528"/>
                <a:gd name="connsiteX8" fmla="*/ 65860 w 176058"/>
                <a:gd name="connsiteY8" fmla="*/ 250528 h 250528"/>
                <a:gd name="connsiteX9" fmla="*/ 62341 w 176058"/>
                <a:gd name="connsiteY9" fmla="*/ 247017 h 250528"/>
                <a:gd name="connsiteX10" fmla="*/ 62341 w 176058"/>
                <a:gd name="connsiteY10" fmla="*/ 49529 h 250528"/>
                <a:gd name="connsiteX11" fmla="*/ 58822 w 176058"/>
                <a:gd name="connsiteY11" fmla="*/ 46018 h 250528"/>
                <a:gd name="connsiteX12" fmla="*/ 3519 w 176058"/>
                <a:gd name="connsiteY12" fmla="*/ 46018 h 250528"/>
                <a:gd name="connsiteX13" fmla="*/ 0 w 176058"/>
                <a:gd name="connsiteY13" fmla="*/ 42506 h 250528"/>
                <a:gd name="connsiteX14" fmla="*/ 0 w 176058"/>
                <a:gd name="connsiteY14" fmla="*/ 3511 h 250528"/>
                <a:gd name="connsiteX15" fmla="*/ 3519 w 176058"/>
                <a:gd name="connsiteY15" fmla="*/ 0 h 250528"/>
                <a:gd name="connsiteX16" fmla="*/ 172540 w 176058"/>
                <a:gd name="connsiteY16" fmla="*/ 0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058" h="250528">
                  <a:moveTo>
                    <a:pt x="172540" y="0"/>
                  </a:moveTo>
                  <a:cubicBezTo>
                    <a:pt x="174873" y="0"/>
                    <a:pt x="176059" y="1183"/>
                    <a:pt x="176059" y="3511"/>
                  </a:cubicBezTo>
                  <a:lnTo>
                    <a:pt x="176059" y="42506"/>
                  </a:lnTo>
                  <a:cubicBezTo>
                    <a:pt x="176059" y="44835"/>
                    <a:pt x="174873" y="46018"/>
                    <a:pt x="172540" y="46018"/>
                  </a:cubicBezTo>
                  <a:lnTo>
                    <a:pt x="117607" y="46018"/>
                  </a:lnTo>
                  <a:cubicBezTo>
                    <a:pt x="115274" y="46018"/>
                    <a:pt x="114088" y="47200"/>
                    <a:pt x="114088" y="49529"/>
                  </a:cubicBezTo>
                  <a:lnTo>
                    <a:pt x="114088" y="247017"/>
                  </a:lnTo>
                  <a:cubicBezTo>
                    <a:pt x="114088" y="249345"/>
                    <a:pt x="112903" y="250528"/>
                    <a:pt x="110569" y="250528"/>
                  </a:cubicBezTo>
                  <a:lnTo>
                    <a:pt x="65860" y="250528"/>
                  </a:lnTo>
                  <a:cubicBezTo>
                    <a:pt x="63526" y="250528"/>
                    <a:pt x="62341" y="249345"/>
                    <a:pt x="62341" y="247017"/>
                  </a:cubicBezTo>
                  <a:lnTo>
                    <a:pt x="62341" y="49529"/>
                  </a:lnTo>
                  <a:cubicBezTo>
                    <a:pt x="62341" y="47200"/>
                    <a:pt x="61156" y="46018"/>
                    <a:pt x="58822" y="46018"/>
                  </a:cubicBezTo>
                  <a:lnTo>
                    <a:pt x="3519" y="46018"/>
                  </a:lnTo>
                  <a:cubicBezTo>
                    <a:pt x="1185" y="46018"/>
                    <a:pt x="0" y="44835"/>
                    <a:pt x="0" y="42506"/>
                  </a:cubicBezTo>
                  <a:lnTo>
                    <a:pt x="0" y="3511"/>
                  </a:lnTo>
                  <a:cubicBezTo>
                    <a:pt x="0" y="1183"/>
                    <a:pt x="1185" y="0"/>
                    <a:pt x="3519" y="0"/>
                  </a:cubicBezTo>
                  <a:lnTo>
                    <a:pt x="172540" y="0"/>
                  </a:lnTo>
                  <a:close/>
                </a:path>
              </a:pathLst>
            </a:custGeom>
            <a:solidFill>
              <a:srgbClr val="FEF8E8"/>
            </a:solidFill>
            <a:ln w="3692"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B26E34DF-5317-9312-C028-3A069B282BF8}"/>
                </a:ext>
              </a:extLst>
            </p:cNvPr>
            <p:cNvSpPr>
              <a:spLocks noGrp="1" noRot="1" noMove="1" noResize="1" noEditPoints="1" noAdjustHandles="1" noChangeArrowheads="1" noChangeShapeType="1"/>
            </p:cNvSpPr>
            <p:nvPr/>
          </p:nvSpPr>
          <p:spPr>
            <a:xfrm>
              <a:off x="4251012" y="5624255"/>
              <a:ext cx="156352" cy="250528"/>
            </a:xfrm>
            <a:custGeom>
              <a:avLst/>
              <a:gdLst>
                <a:gd name="connsiteX0" fmla="*/ 152834 w 156352"/>
                <a:gd name="connsiteY0" fmla="*/ 204511 h 250528"/>
                <a:gd name="connsiteX1" fmla="*/ 156353 w 156352"/>
                <a:gd name="connsiteY1" fmla="*/ 208022 h 250528"/>
                <a:gd name="connsiteX2" fmla="*/ 156353 w 156352"/>
                <a:gd name="connsiteY2" fmla="*/ 247017 h 250528"/>
                <a:gd name="connsiteX3" fmla="*/ 152834 w 156352"/>
                <a:gd name="connsiteY3" fmla="*/ 250528 h 250528"/>
                <a:gd name="connsiteX4" fmla="*/ 3519 w 156352"/>
                <a:gd name="connsiteY4" fmla="*/ 250528 h 250528"/>
                <a:gd name="connsiteX5" fmla="*/ 0 w 156352"/>
                <a:gd name="connsiteY5" fmla="*/ 247017 h 250528"/>
                <a:gd name="connsiteX6" fmla="*/ 0 w 156352"/>
                <a:gd name="connsiteY6" fmla="*/ 3511 h 250528"/>
                <a:gd name="connsiteX7" fmla="*/ 3519 w 156352"/>
                <a:gd name="connsiteY7" fmla="*/ 0 h 250528"/>
                <a:gd name="connsiteX8" fmla="*/ 149315 w 156352"/>
                <a:gd name="connsiteY8" fmla="*/ 0 h 250528"/>
                <a:gd name="connsiteX9" fmla="*/ 152834 w 156352"/>
                <a:gd name="connsiteY9" fmla="*/ 3511 h 250528"/>
                <a:gd name="connsiteX10" fmla="*/ 152834 w 156352"/>
                <a:gd name="connsiteY10" fmla="*/ 42506 h 250528"/>
                <a:gd name="connsiteX11" fmla="*/ 149315 w 156352"/>
                <a:gd name="connsiteY11" fmla="*/ 46018 h 250528"/>
                <a:gd name="connsiteX12" fmla="*/ 55636 w 156352"/>
                <a:gd name="connsiteY12" fmla="*/ 46018 h 250528"/>
                <a:gd name="connsiteX13" fmla="*/ 52118 w 156352"/>
                <a:gd name="connsiteY13" fmla="*/ 49529 h 250528"/>
                <a:gd name="connsiteX14" fmla="*/ 52118 w 156352"/>
                <a:gd name="connsiteY14" fmla="*/ 100832 h 250528"/>
                <a:gd name="connsiteX15" fmla="*/ 55636 w 156352"/>
                <a:gd name="connsiteY15" fmla="*/ 104344 h 250528"/>
                <a:gd name="connsiteX16" fmla="*/ 122904 w 156352"/>
                <a:gd name="connsiteY16" fmla="*/ 104344 h 250528"/>
                <a:gd name="connsiteX17" fmla="*/ 126423 w 156352"/>
                <a:gd name="connsiteY17" fmla="*/ 107855 h 250528"/>
                <a:gd name="connsiteX18" fmla="*/ 126423 w 156352"/>
                <a:gd name="connsiteY18" fmla="*/ 146850 h 250528"/>
                <a:gd name="connsiteX19" fmla="*/ 122904 w 156352"/>
                <a:gd name="connsiteY19" fmla="*/ 150361 h 250528"/>
                <a:gd name="connsiteX20" fmla="*/ 55636 w 156352"/>
                <a:gd name="connsiteY20" fmla="*/ 150361 h 250528"/>
                <a:gd name="connsiteX21" fmla="*/ 52118 w 156352"/>
                <a:gd name="connsiteY21" fmla="*/ 153873 h 250528"/>
                <a:gd name="connsiteX22" fmla="*/ 52118 w 156352"/>
                <a:gd name="connsiteY22" fmla="*/ 200962 h 250528"/>
                <a:gd name="connsiteX23" fmla="*/ 55636 w 156352"/>
                <a:gd name="connsiteY23" fmla="*/ 204474 h 250528"/>
                <a:gd name="connsiteX24" fmla="*/ 152834 w 156352"/>
                <a:gd name="connsiteY24" fmla="*/ 204474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52" h="250528">
                  <a:moveTo>
                    <a:pt x="152834" y="204511"/>
                  </a:moveTo>
                  <a:cubicBezTo>
                    <a:pt x="155167" y="204511"/>
                    <a:pt x="156353" y="205693"/>
                    <a:pt x="156353" y="208022"/>
                  </a:cubicBezTo>
                  <a:lnTo>
                    <a:pt x="156353" y="247017"/>
                  </a:lnTo>
                  <a:cubicBezTo>
                    <a:pt x="156353" y="249345"/>
                    <a:pt x="155167" y="250528"/>
                    <a:pt x="152834" y="250528"/>
                  </a:cubicBezTo>
                  <a:lnTo>
                    <a:pt x="3519" y="250528"/>
                  </a:lnTo>
                  <a:cubicBezTo>
                    <a:pt x="1185" y="250528"/>
                    <a:pt x="0" y="249345"/>
                    <a:pt x="0" y="247017"/>
                  </a:cubicBezTo>
                  <a:lnTo>
                    <a:pt x="0" y="3511"/>
                  </a:lnTo>
                  <a:cubicBezTo>
                    <a:pt x="0" y="1183"/>
                    <a:pt x="1185" y="0"/>
                    <a:pt x="3519" y="0"/>
                  </a:cubicBezTo>
                  <a:lnTo>
                    <a:pt x="149315" y="0"/>
                  </a:lnTo>
                  <a:cubicBezTo>
                    <a:pt x="151649" y="0"/>
                    <a:pt x="152834" y="1183"/>
                    <a:pt x="152834" y="3511"/>
                  </a:cubicBezTo>
                  <a:lnTo>
                    <a:pt x="152834" y="42506"/>
                  </a:lnTo>
                  <a:cubicBezTo>
                    <a:pt x="152834" y="44835"/>
                    <a:pt x="151649" y="46018"/>
                    <a:pt x="149315" y="46018"/>
                  </a:cubicBezTo>
                  <a:lnTo>
                    <a:pt x="55636" y="46018"/>
                  </a:lnTo>
                  <a:cubicBezTo>
                    <a:pt x="53303" y="46018"/>
                    <a:pt x="52118" y="47200"/>
                    <a:pt x="52118" y="49529"/>
                  </a:cubicBezTo>
                  <a:lnTo>
                    <a:pt x="52118" y="100832"/>
                  </a:lnTo>
                  <a:cubicBezTo>
                    <a:pt x="52118" y="103161"/>
                    <a:pt x="53303" y="104344"/>
                    <a:pt x="55636" y="104344"/>
                  </a:cubicBezTo>
                  <a:lnTo>
                    <a:pt x="122904" y="104344"/>
                  </a:lnTo>
                  <a:cubicBezTo>
                    <a:pt x="125238" y="104344"/>
                    <a:pt x="126423" y="105526"/>
                    <a:pt x="126423" y="107855"/>
                  </a:cubicBezTo>
                  <a:lnTo>
                    <a:pt x="126423" y="146850"/>
                  </a:lnTo>
                  <a:cubicBezTo>
                    <a:pt x="126423" y="149178"/>
                    <a:pt x="125238" y="150361"/>
                    <a:pt x="122904" y="150361"/>
                  </a:cubicBezTo>
                  <a:lnTo>
                    <a:pt x="55636" y="150361"/>
                  </a:lnTo>
                  <a:cubicBezTo>
                    <a:pt x="53303" y="150361"/>
                    <a:pt x="52118" y="151544"/>
                    <a:pt x="52118" y="153873"/>
                  </a:cubicBezTo>
                  <a:lnTo>
                    <a:pt x="52118" y="200962"/>
                  </a:lnTo>
                  <a:cubicBezTo>
                    <a:pt x="52118" y="203291"/>
                    <a:pt x="53303" y="204474"/>
                    <a:pt x="55636" y="204474"/>
                  </a:cubicBezTo>
                  <a:lnTo>
                    <a:pt x="152834" y="204474"/>
                  </a:lnTo>
                  <a:close/>
                </a:path>
              </a:pathLst>
            </a:custGeom>
            <a:solidFill>
              <a:srgbClr val="FEF8E8"/>
            </a:solidFill>
            <a:ln w="3692"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4B47F8F8-46A2-761B-9672-9D8638FB3234}"/>
                </a:ext>
              </a:extLst>
            </p:cNvPr>
            <p:cNvSpPr>
              <a:spLocks noGrp="1" noRot="1" noMove="1" noResize="1" noEditPoints="1" noAdjustHandles="1" noChangeArrowheads="1" noChangeShapeType="1"/>
            </p:cNvSpPr>
            <p:nvPr/>
          </p:nvSpPr>
          <p:spPr>
            <a:xfrm>
              <a:off x="4479596" y="5624255"/>
              <a:ext cx="196839" cy="250565"/>
            </a:xfrm>
            <a:custGeom>
              <a:avLst/>
              <a:gdLst>
                <a:gd name="connsiteX0" fmla="*/ 3519 w 196839"/>
                <a:gd name="connsiteY0" fmla="*/ 250528 h 250565"/>
                <a:gd name="connsiteX1" fmla="*/ 0 w 196839"/>
                <a:gd name="connsiteY1" fmla="*/ 247017 h 250565"/>
                <a:gd name="connsiteX2" fmla="*/ 0 w 196839"/>
                <a:gd name="connsiteY2" fmla="*/ 3511 h 250565"/>
                <a:gd name="connsiteX3" fmla="*/ 3519 w 196839"/>
                <a:gd name="connsiteY3" fmla="*/ 0 h 250565"/>
                <a:gd name="connsiteX4" fmla="*/ 106717 w 196839"/>
                <a:gd name="connsiteY4" fmla="*/ 0 h 250565"/>
                <a:gd name="connsiteX5" fmla="*/ 152315 w 196839"/>
                <a:gd name="connsiteY5" fmla="*/ 11052 h 250565"/>
                <a:gd name="connsiteX6" fmla="*/ 184875 w 196839"/>
                <a:gd name="connsiteY6" fmla="*/ 41989 h 250565"/>
                <a:gd name="connsiteX7" fmla="*/ 196839 w 196839"/>
                <a:gd name="connsiteY7" fmla="*/ 86787 h 250565"/>
                <a:gd name="connsiteX8" fmla="*/ 185394 w 196839"/>
                <a:gd name="connsiteY8" fmla="*/ 130365 h 250565"/>
                <a:gd name="connsiteX9" fmla="*/ 153167 w 196839"/>
                <a:gd name="connsiteY9" fmla="*/ 161635 h 250565"/>
                <a:gd name="connsiteX10" fmla="*/ 151575 w 196839"/>
                <a:gd name="connsiteY10" fmla="*/ 163557 h 250565"/>
                <a:gd name="connsiteX11" fmla="*/ 152093 w 196839"/>
                <a:gd name="connsiteY11" fmla="*/ 166551 h 250565"/>
                <a:gd name="connsiteX12" fmla="*/ 194691 w 196839"/>
                <a:gd name="connsiteY12" fmla="*/ 246315 h 250565"/>
                <a:gd name="connsiteX13" fmla="*/ 195395 w 196839"/>
                <a:gd name="connsiteY13" fmla="*/ 248089 h 250565"/>
                <a:gd name="connsiteX14" fmla="*/ 194506 w 196839"/>
                <a:gd name="connsiteY14" fmla="*/ 249863 h 250565"/>
                <a:gd name="connsiteX15" fmla="*/ 192209 w 196839"/>
                <a:gd name="connsiteY15" fmla="*/ 250565 h 250565"/>
                <a:gd name="connsiteX16" fmla="*/ 143610 w 196839"/>
                <a:gd name="connsiteY16" fmla="*/ 250565 h 250565"/>
                <a:gd name="connsiteX17" fmla="*/ 139388 w 196839"/>
                <a:gd name="connsiteY17" fmla="*/ 248089 h 250565"/>
                <a:gd name="connsiteX18" fmla="*/ 102420 w 196839"/>
                <a:gd name="connsiteY18" fmla="*/ 176050 h 250565"/>
                <a:gd name="connsiteX19" fmla="*/ 98197 w 196839"/>
                <a:gd name="connsiteY19" fmla="*/ 173573 h 250565"/>
                <a:gd name="connsiteX20" fmla="*/ 55600 w 196839"/>
                <a:gd name="connsiteY20" fmla="*/ 173573 h 250565"/>
                <a:gd name="connsiteX21" fmla="*/ 52081 w 196839"/>
                <a:gd name="connsiteY21" fmla="*/ 177085 h 250565"/>
                <a:gd name="connsiteX22" fmla="*/ 52081 w 196839"/>
                <a:gd name="connsiteY22" fmla="*/ 247017 h 250565"/>
                <a:gd name="connsiteX23" fmla="*/ 48562 w 196839"/>
                <a:gd name="connsiteY23" fmla="*/ 250528 h 250565"/>
                <a:gd name="connsiteX24" fmla="*/ 3482 w 196839"/>
                <a:gd name="connsiteY24" fmla="*/ 250528 h 250565"/>
                <a:gd name="connsiteX25" fmla="*/ 102828 w 196839"/>
                <a:gd name="connsiteY25" fmla="*/ 127556 h 250565"/>
                <a:gd name="connsiteX26" fmla="*/ 123423 w 196839"/>
                <a:gd name="connsiteY26" fmla="*/ 122455 h 250565"/>
                <a:gd name="connsiteX27" fmla="*/ 139091 w 196839"/>
                <a:gd name="connsiteY27" fmla="*/ 108225 h 250565"/>
                <a:gd name="connsiteX28" fmla="*/ 145092 w 196839"/>
                <a:gd name="connsiteY28" fmla="*/ 86787 h 250565"/>
                <a:gd name="connsiteX29" fmla="*/ 132239 w 196839"/>
                <a:gd name="connsiteY29" fmla="*/ 56921 h 250565"/>
                <a:gd name="connsiteX30" fmla="*/ 101087 w 196839"/>
                <a:gd name="connsiteY30" fmla="*/ 46018 h 250565"/>
                <a:gd name="connsiteX31" fmla="*/ 55674 w 196839"/>
                <a:gd name="connsiteY31" fmla="*/ 46018 h 250565"/>
                <a:gd name="connsiteX32" fmla="*/ 52155 w 196839"/>
                <a:gd name="connsiteY32" fmla="*/ 49529 h 250565"/>
                <a:gd name="connsiteX33" fmla="*/ 52155 w 196839"/>
                <a:gd name="connsiteY33" fmla="*/ 124007 h 250565"/>
                <a:gd name="connsiteX34" fmla="*/ 55674 w 196839"/>
                <a:gd name="connsiteY34" fmla="*/ 127519 h 250565"/>
                <a:gd name="connsiteX35" fmla="*/ 102865 w 196839"/>
                <a:gd name="connsiteY35" fmla="*/ 127519 h 2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6839" h="250565">
                  <a:moveTo>
                    <a:pt x="3519" y="250528"/>
                  </a:moveTo>
                  <a:cubicBezTo>
                    <a:pt x="1185" y="250528"/>
                    <a:pt x="0" y="249345"/>
                    <a:pt x="0" y="247017"/>
                  </a:cubicBezTo>
                  <a:lnTo>
                    <a:pt x="0" y="3511"/>
                  </a:lnTo>
                  <a:cubicBezTo>
                    <a:pt x="0" y="1183"/>
                    <a:pt x="1185" y="0"/>
                    <a:pt x="3519" y="0"/>
                  </a:cubicBezTo>
                  <a:lnTo>
                    <a:pt x="106717" y="0"/>
                  </a:lnTo>
                  <a:cubicBezTo>
                    <a:pt x="123386" y="0"/>
                    <a:pt x="138573" y="3696"/>
                    <a:pt x="152315" y="11052"/>
                  </a:cubicBezTo>
                  <a:cubicBezTo>
                    <a:pt x="166058" y="18444"/>
                    <a:pt x="176911" y="28756"/>
                    <a:pt x="184875" y="41989"/>
                  </a:cubicBezTo>
                  <a:cubicBezTo>
                    <a:pt x="192839" y="55221"/>
                    <a:pt x="196839" y="70154"/>
                    <a:pt x="196839" y="86787"/>
                  </a:cubicBezTo>
                  <a:cubicBezTo>
                    <a:pt x="196839" y="103420"/>
                    <a:pt x="193024" y="117724"/>
                    <a:pt x="185394" y="130365"/>
                  </a:cubicBezTo>
                  <a:cubicBezTo>
                    <a:pt x="177763" y="143006"/>
                    <a:pt x="167021" y="153429"/>
                    <a:pt x="153167" y="161635"/>
                  </a:cubicBezTo>
                  <a:cubicBezTo>
                    <a:pt x="152241" y="161856"/>
                    <a:pt x="151686" y="162522"/>
                    <a:pt x="151575" y="163557"/>
                  </a:cubicBezTo>
                  <a:cubicBezTo>
                    <a:pt x="151463" y="164592"/>
                    <a:pt x="151648" y="165627"/>
                    <a:pt x="152093" y="166551"/>
                  </a:cubicBezTo>
                  <a:lnTo>
                    <a:pt x="194691" y="246315"/>
                  </a:lnTo>
                  <a:lnTo>
                    <a:pt x="195395" y="248089"/>
                  </a:lnTo>
                  <a:cubicBezTo>
                    <a:pt x="195395" y="248791"/>
                    <a:pt x="195098" y="249382"/>
                    <a:pt x="194506" y="249863"/>
                  </a:cubicBezTo>
                  <a:cubicBezTo>
                    <a:pt x="193913" y="250343"/>
                    <a:pt x="193172" y="250565"/>
                    <a:pt x="192209" y="250565"/>
                  </a:cubicBezTo>
                  <a:lnTo>
                    <a:pt x="143610" y="250565"/>
                  </a:lnTo>
                  <a:cubicBezTo>
                    <a:pt x="141499" y="250565"/>
                    <a:pt x="140091" y="249752"/>
                    <a:pt x="139388" y="248089"/>
                  </a:cubicBezTo>
                  <a:lnTo>
                    <a:pt x="102420" y="176050"/>
                  </a:lnTo>
                  <a:cubicBezTo>
                    <a:pt x="101716" y="174424"/>
                    <a:pt x="100309" y="173573"/>
                    <a:pt x="98197" y="173573"/>
                  </a:cubicBezTo>
                  <a:lnTo>
                    <a:pt x="55600" y="173573"/>
                  </a:lnTo>
                  <a:cubicBezTo>
                    <a:pt x="53266" y="173573"/>
                    <a:pt x="52081" y="174756"/>
                    <a:pt x="52081" y="177085"/>
                  </a:cubicBezTo>
                  <a:lnTo>
                    <a:pt x="52081" y="247017"/>
                  </a:lnTo>
                  <a:cubicBezTo>
                    <a:pt x="52081" y="249345"/>
                    <a:pt x="50895" y="250528"/>
                    <a:pt x="48562" y="250528"/>
                  </a:cubicBezTo>
                  <a:lnTo>
                    <a:pt x="3482" y="250528"/>
                  </a:lnTo>
                  <a:close/>
                  <a:moveTo>
                    <a:pt x="102828" y="127556"/>
                  </a:moveTo>
                  <a:cubicBezTo>
                    <a:pt x="110088" y="127556"/>
                    <a:pt x="116978" y="125855"/>
                    <a:pt x="123423" y="122455"/>
                  </a:cubicBezTo>
                  <a:cubicBezTo>
                    <a:pt x="129868" y="119054"/>
                    <a:pt x="135091" y="114323"/>
                    <a:pt x="139091" y="108225"/>
                  </a:cubicBezTo>
                  <a:cubicBezTo>
                    <a:pt x="143092" y="102126"/>
                    <a:pt x="145092" y="94992"/>
                    <a:pt x="145092" y="86787"/>
                  </a:cubicBezTo>
                  <a:cubicBezTo>
                    <a:pt x="145092" y="74146"/>
                    <a:pt x="140795" y="64166"/>
                    <a:pt x="132239" y="56921"/>
                  </a:cubicBezTo>
                  <a:cubicBezTo>
                    <a:pt x="123682" y="49677"/>
                    <a:pt x="113273" y="46018"/>
                    <a:pt x="101087" y="46018"/>
                  </a:cubicBezTo>
                  <a:lnTo>
                    <a:pt x="55674" y="46018"/>
                  </a:lnTo>
                  <a:cubicBezTo>
                    <a:pt x="53340" y="46018"/>
                    <a:pt x="52155" y="47200"/>
                    <a:pt x="52155" y="49529"/>
                  </a:cubicBezTo>
                  <a:lnTo>
                    <a:pt x="52155" y="124007"/>
                  </a:lnTo>
                  <a:cubicBezTo>
                    <a:pt x="52155" y="126336"/>
                    <a:pt x="53340" y="127519"/>
                    <a:pt x="55674" y="127519"/>
                  </a:cubicBezTo>
                  <a:lnTo>
                    <a:pt x="102865" y="127519"/>
                  </a:lnTo>
                  <a:close/>
                </a:path>
              </a:pathLst>
            </a:custGeom>
            <a:solidFill>
              <a:srgbClr val="FEF8E8"/>
            </a:solidFill>
            <a:ln w="3692"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3526F3F5-1EB5-0996-A3BC-7E180771CF7F}"/>
                </a:ext>
              </a:extLst>
            </p:cNvPr>
            <p:cNvSpPr>
              <a:spLocks noGrp="1" noRot="1" noMove="1" noResize="1" noEditPoints="1" noAdjustHandles="1" noChangeArrowheads="1" noChangeShapeType="1"/>
            </p:cNvSpPr>
            <p:nvPr/>
          </p:nvSpPr>
          <p:spPr>
            <a:xfrm>
              <a:off x="4744703"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3 w 202839"/>
                <a:gd name="connsiteY3" fmla="*/ 248421 h 250528"/>
                <a:gd name="connsiteX4" fmla="*/ 56377 w 202839"/>
                <a:gd name="connsiteY4" fmla="*/ 105748 h 250528"/>
                <a:gd name="connsiteX5" fmla="*/ 53896 w 202839"/>
                <a:gd name="connsiteY5" fmla="*/ 104344 h 250528"/>
                <a:gd name="connsiteX6" fmla="*/ 52118 w 202839"/>
                <a:gd name="connsiteY6" fmla="*/ 107522 h 250528"/>
                <a:gd name="connsiteX7" fmla="*/ 52118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8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3" y="248421"/>
                  </a:cubicBezTo>
                  <a:lnTo>
                    <a:pt x="56377" y="105748"/>
                  </a:lnTo>
                  <a:cubicBezTo>
                    <a:pt x="55451" y="104824"/>
                    <a:pt x="54599" y="104344"/>
                    <a:pt x="53896" y="104344"/>
                  </a:cubicBezTo>
                  <a:cubicBezTo>
                    <a:pt x="52710" y="104344"/>
                    <a:pt x="52118" y="105416"/>
                    <a:pt x="52118" y="107522"/>
                  </a:cubicBezTo>
                  <a:lnTo>
                    <a:pt x="52118" y="247017"/>
                  </a:lnTo>
                  <a:cubicBezTo>
                    <a:pt x="52118"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8" y="2107"/>
                  </a:cubicBezTo>
                  <a:lnTo>
                    <a:pt x="146463" y="144410"/>
                  </a:lnTo>
                  <a:cubicBezTo>
                    <a:pt x="147167"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solidFill>
              <a:srgbClr val="FEF8E8"/>
            </a:solidFill>
            <a:ln w="3692"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ECF7E1C6-58DE-13A0-484B-292157116C0A}"/>
                </a:ext>
              </a:extLst>
            </p:cNvPr>
            <p:cNvSpPr>
              <a:spLocks noGrp="1" noRot="1" noMove="1" noResize="1" noEditPoints="1" noAdjustHandles="1" noChangeArrowheads="1" noChangeShapeType="1"/>
            </p:cNvSpPr>
            <p:nvPr/>
          </p:nvSpPr>
          <p:spPr>
            <a:xfrm>
              <a:off x="2649665" y="5714387"/>
              <a:ext cx="129608" cy="253611"/>
            </a:xfrm>
            <a:custGeom>
              <a:avLst/>
              <a:gdLst>
                <a:gd name="connsiteX0" fmla="*/ 51488 w 129608"/>
                <a:gd name="connsiteY0" fmla="*/ 172003 h 253611"/>
                <a:gd name="connsiteX1" fmla="*/ 114866 w 129608"/>
                <a:gd name="connsiteY1" fmla="*/ 95454 h 253611"/>
                <a:gd name="connsiteX2" fmla="*/ 129609 w 129608"/>
                <a:gd name="connsiteY2" fmla="*/ 77491 h 253611"/>
                <a:gd name="connsiteX3" fmla="*/ 129609 w 129608"/>
                <a:gd name="connsiteY3" fmla="*/ 18463 h 253611"/>
                <a:gd name="connsiteX4" fmla="*/ 108310 w 129608"/>
                <a:gd name="connsiteY4" fmla="*/ 277 h 253611"/>
                <a:gd name="connsiteX5" fmla="*/ 0 w 129608"/>
                <a:gd name="connsiteY5" fmla="*/ 127870 h 253611"/>
                <a:gd name="connsiteX6" fmla="*/ 98716 w 129608"/>
                <a:gd name="connsiteY6" fmla="*/ 253467 h 253611"/>
                <a:gd name="connsiteX7" fmla="*/ 104531 w 129608"/>
                <a:gd name="connsiteY7" fmla="*/ 248994 h 253611"/>
                <a:gd name="connsiteX8" fmla="*/ 104531 w 129608"/>
                <a:gd name="connsiteY8" fmla="*/ 248994 h 253611"/>
                <a:gd name="connsiteX9" fmla="*/ 101494 w 129608"/>
                <a:gd name="connsiteY9" fmla="*/ 244670 h 253611"/>
                <a:gd name="connsiteX10" fmla="*/ 51525 w 129608"/>
                <a:gd name="connsiteY10" fmla="*/ 172040 h 25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08" h="253611">
                  <a:moveTo>
                    <a:pt x="51488" y="172003"/>
                  </a:moveTo>
                  <a:cubicBezTo>
                    <a:pt x="51488" y="133969"/>
                    <a:pt x="78751" y="102329"/>
                    <a:pt x="114866" y="95454"/>
                  </a:cubicBezTo>
                  <a:cubicBezTo>
                    <a:pt x="122978" y="93902"/>
                    <a:pt x="129609" y="85733"/>
                    <a:pt x="129609" y="77491"/>
                  </a:cubicBezTo>
                  <a:lnTo>
                    <a:pt x="129609" y="18463"/>
                  </a:lnTo>
                  <a:cubicBezTo>
                    <a:pt x="129609" y="6635"/>
                    <a:pt x="120015" y="-1645"/>
                    <a:pt x="108310" y="277"/>
                  </a:cubicBezTo>
                  <a:cubicBezTo>
                    <a:pt x="46858" y="10405"/>
                    <a:pt x="0" y="63704"/>
                    <a:pt x="0" y="127870"/>
                  </a:cubicBezTo>
                  <a:cubicBezTo>
                    <a:pt x="0" y="188673"/>
                    <a:pt x="42042" y="239643"/>
                    <a:pt x="98716" y="253467"/>
                  </a:cubicBezTo>
                  <a:cubicBezTo>
                    <a:pt x="101679" y="254206"/>
                    <a:pt x="104531" y="252025"/>
                    <a:pt x="104531" y="248994"/>
                  </a:cubicBezTo>
                  <a:lnTo>
                    <a:pt x="104531" y="248994"/>
                  </a:lnTo>
                  <a:cubicBezTo>
                    <a:pt x="104531" y="247073"/>
                    <a:pt x="103309" y="245372"/>
                    <a:pt x="101494" y="244670"/>
                  </a:cubicBezTo>
                  <a:cubicBezTo>
                    <a:pt x="72268" y="233397"/>
                    <a:pt x="51525" y="205158"/>
                    <a:pt x="51525" y="172040"/>
                  </a:cubicBezTo>
                  <a:close/>
                </a:path>
              </a:pathLst>
            </a:custGeom>
            <a:solidFill>
              <a:srgbClr val="FEF8E8"/>
            </a:solidFill>
            <a:ln w="3692"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928196A3-64D4-D5EC-46FF-ABE5C67EE501}"/>
                </a:ext>
              </a:extLst>
            </p:cNvPr>
            <p:cNvSpPr>
              <a:spLocks noGrp="1" noRot="1" noMove="1" noResize="1" noEditPoints="1" noAdjustHandles="1" noChangeArrowheads="1" noChangeShapeType="1"/>
            </p:cNvSpPr>
            <p:nvPr/>
          </p:nvSpPr>
          <p:spPr>
            <a:xfrm>
              <a:off x="2779274" y="5459914"/>
              <a:ext cx="234362" cy="508006"/>
            </a:xfrm>
            <a:custGeom>
              <a:avLst/>
              <a:gdLst>
                <a:gd name="connsiteX0" fmla="*/ 234362 w 234362"/>
                <a:gd name="connsiteY0" fmla="*/ 255009 h 508006"/>
                <a:gd name="connsiteX1" fmla="*/ 21632 w 234362"/>
                <a:gd name="connsiteY1" fmla="*/ 341 h 508006"/>
                <a:gd name="connsiteX2" fmla="*/ 0 w 234362"/>
                <a:gd name="connsiteY2" fmla="*/ 18452 h 508006"/>
                <a:gd name="connsiteX3" fmla="*/ 0 w 234362"/>
                <a:gd name="connsiteY3" fmla="*/ 163047 h 508006"/>
                <a:gd name="connsiteX4" fmla="*/ 14076 w 234362"/>
                <a:gd name="connsiteY4" fmla="*/ 180863 h 508006"/>
                <a:gd name="connsiteX5" fmla="*/ 144055 w 234362"/>
                <a:gd name="connsiteY5" fmla="*/ 345085 h 508006"/>
                <a:gd name="connsiteX6" fmla="*/ 123830 w 234362"/>
                <a:gd name="connsiteY6" fmla="*/ 425108 h 508006"/>
                <a:gd name="connsiteX7" fmla="*/ 50599 w 234362"/>
                <a:gd name="connsiteY7" fmla="*/ 491528 h 508006"/>
                <a:gd name="connsiteX8" fmla="*/ 27966 w 234362"/>
                <a:gd name="connsiteY8" fmla="*/ 498625 h 508006"/>
                <a:gd name="connsiteX9" fmla="*/ 24262 w 234362"/>
                <a:gd name="connsiteY9" fmla="*/ 503245 h 508006"/>
                <a:gd name="connsiteX10" fmla="*/ 24262 w 234362"/>
                <a:gd name="connsiteY10" fmla="*/ 503245 h 508006"/>
                <a:gd name="connsiteX11" fmla="*/ 30004 w 234362"/>
                <a:gd name="connsiteY11" fmla="*/ 507902 h 508006"/>
                <a:gd name="connsiteX12" fmla="*/ 234362 w 234362"/>
                <a:gd name="connsiteY12" fmla="*/ 254972 h 50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362" h="508006">
                  <a:moveTo>
                    <a:pt x="234362" y="255009"/>
                  </a:moveTo>
                  <a:cubicBezTo>
                    <a:pt x="234362" y="127970"/>
                    <a:pt x="142610" y="22296"/>
                    <a:pt x="21632" y="341"/>
                  </a:cubicBezTo>
                  <a:cubicBezTo>
                    <a:pt x="9742" y="-1803"/>
                    <a:pt x="0" y="6402"/>
                    <a:pt x="0" y="18452"/>
                  </a:cubicBezTo>
                  <a:lnTo>
                    <a:pt x="0" y="163047"/>
                  </a:lnTo>
                  <a:cubicBezTo>
                    <a:pt x="0" y="170994"/>
                    <a:pt x="6334" y="179052"/>
                    <a:pt x="14076" y="180863"/>
                  </a:cubicBezTo>
                  <a:cubicBezTo>
                    <a:pt x="88604" y="198494"/>
                    <a:pt x="144055" y="265321"/>
                    <a:pt x="144055" y="345085"/>
                  </a:cubicBezTo>
                  <a:cubicBezTo>
                    <a:pt x="144055" y="374063"/>
                    <a:pt x="136721" y="401304"/>
                    <a:pt x="123830" y="425108"/>
                  </a:cubicBezTo>
                  <a:cubicBezTo>
                    <a:pt x="102679" y="461441"/>
                    <a:pt x="74157" y="480994"/>
                    <a:pt x="50599" y="491528"/>
                  </a:cubicBezTo>
                  <a:cubicBezTo>
                    <a:pt x="43302" y="494411"/>
                    <a:pt x="35745" y="496777"/>
                    <a:pt x="27966" y="498625"/>
                  </a:cubicBezTo>
                  <a:cubicBezTo>
                    <a:pt x="25818" y="499142"/>
                    <a:pt x="24262" y="501028"/>
                    <a:pt x="24262" y="503245"/>
                  </a:cubicBezTo>
                  <a:lnTo>
                    <a:pt x="24262" y="503245"/>
                  </a:lnTo>
                  <a:cubicBezTo>
                    <a:pt x="24262" y="506239"/>
                    <a:pt x="27040" y="508531"/>
                    <a:pt x="30004" y="507902"/>
                  </a:cubicBezTo>
                  <a:cubicBezTo>
                    <a:pt x="146833" y="482694"/>
                    <a:pt x="234362" y="379090"/>
                    <a:pt x="234362" y="254972"/>
                  </a:cubicBezTo>
                  <a:close/>
                </a:path>
              </a:pathLst>
            </a:custGeom>
            <a:solidFill>
              <a:srgbClr val="FEF8E8"/>
            </a:solidFill>
            <a:ln w="3692"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329B702E-CD3E-4237-B9C0-0896AE8A59DB}"/>
                </a:ext>
              </a:extLst>
            </p:cNvPr>
            <p:cNvSpPr>
              <a:spLocks noGrp="1" noRot="1" noMove="1" noResize="1" noEditPoints="1" noAdjustHandles="1" noChangeArrowheads="1" noChangeShapeType="1"/>
            </p:cNvSpPr>
            <p:nvPr/>
          </p:nvSpPr>
          <p:spPr>
            <a:xfrm>
              <a:off x="3210809" y="6013428"/>
              <a:ext cx="61822" cy="88376"/>
            </a:xfrm>
            <a:custGeom>
              <a:avLst/>
              <a:gdLst>
                <a:gd name="connsiteX0" fmla="*/ 0 w 61822"/>
                <a:gd name="connsiteY0" fmla="*/ 0 h 88376"/>
                <a:gd name="connsiteX1" fmla="*/ 61822 w 61822"/>
                <a:gd name="connsiteY1" fmla="*/ 0 h 88376"/>
                <a:gd name="connsiteX2" fmla="*/ 61822 w 61822"/>
                <a:gd name="connsiteY2" fmla="*/ 11828 h 88376"/>
                <a:gd name="connsiteX3" fmla="*/ 38227 w 61822"/>
                <a:gd name="connsiteY3" fmla="*/ 11828 h 88376"/>
                <a:gd name="connsiteX4" fmla="*/ 38227 w 61822"/>
                <a:gd name="connsiteY4" fmla="*/ 88376 h 88376"/>
                <a:gd name="connsiteX5" fmla="*/ 23707 w 61822"/>
                <a:gd name="connsiteY5" fmla="*/ 88376 h 88376"/>
                <a:gd name="connsiteX6" fmla="*/ 23707 w 61822"/>
                <a:gd name="connsiteY6" fmla="*/ 11828 h 88376"/>
                <a:gd name="connsiteX7" fmla="*/ 0 w 61822"/>
                <a:gd name="connsiteY7" fmla="*/ 11828 h 88376"/>
                <a:gd name="connsiteX8" fmla="*/ 0 w 61822"/>
                <a:gd name="connsiteY8" fmla="*/ 0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22" h="88376">
                  <a:moveTo>
                    <a:pt x="0" y="0"/>
                  </a:moveTo>
                  <a:lnTo>
                    <a:pt x="61822" y="0"/>
                  </a:lnTo>
                  <a:lnTo>
                    <a:pt x="61822" y="11828"/>
                  </a:lnTo>
                  <a:lnTo>
                    <a:pt x="38227" y="11828"/>
                  </a:lnTo>
                  <a:lnTo>
                    <a:pt x="38227" y="88376"/>
                  </a:lnTo>
                  <a:lnTo>
                    <a:pt x="23707" y="88376"/>
                  </a:lnTo>
                  <a:lnTo>
                    <a:pt x="23707" y="11828"/>
                  </a:lnTo>
                  <a:lnTo>
                    <a:pt x="0" y="11828"/>
                  </a:lnTo>
                  <a:lnTo>
                    <a:pt x="0" y="0"/>
                  </a:lnTo>
                  <a:close/>
                </a:path>
              </a:pathLst>
            </a:custGeom>
            <a:solidFill>
              <a:srgbClr val="FEF8E8"/>
            </a:solidFill>
            <a:ln w="3692"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39001365-EA2E-AF9B-B1FE-E2B98317E8D6}"/>
                </a:ext>
              </a:extLst>
            </p:cNvPr>
            <p:cNvSpPr>
              <a:spLocks noGrp="1" noRot="1" noMove="1" noResize="1" noEditPoints="1" noAdjustHandles="1" noChangeArrowheads="1" noChangeShapeType="1"/>
            </p:cNvSpPr>
            <p:nvPr/>
          </p:nvSpPr>
          <p:spPr>
            <a:xfrm>
              <a:off x="3283707" y="6007735"/>
              <a:ext cx="64230" cy="94142"/>
            </a:xfrm>
            <a:custGeom>
              <a:avLst/>
              <a:gdLst>
                <a:gd name="connsiteX0" fmla="*/ 0 w 64230"/>
                <a:gd name="connsiteY0" fmla="*/ 0 h 94142"/>
                <a:gd name="connsiteX1" fmla="*/ 14520 w 64230"/>
                <a:gd name="connsiteY1" fmla="*/ 0 h 94142"/>
                <a:gd name="connsiteX2" fmla="*/ 14520 w 64230"/>
                <a:gd name="connsiteY2" fmla="*/ 32194 h 94142"/>
                <a:gd name="connsiteX3" fmla="*/ 36301 w 64230"/>
                <a:gd name="connsiteY3" fmla="*/ 22916 h 94142"/>
                <a:gd name="connsiteX4" fmla="*/ 64230 w 64230"/>
                <a:gd name="connsiteY4" fmla="*/ 52819 h 94142"/>
                <a:gd name="connsiteX5" fmla="*/ 64230 w 64230"/>
                <a:gd name="connsiteY5" fmla="*/ 94142 h 94142"/>
                <a:gd name="connsiteX6" fmla="*/ 49821 w 64230"/>
                <a:gd name="connsiteY6" fmla="*/ 94142 h 94142"/>
                <a:gd name="connsiteX7" fmla="*/ 49821 w 64230"/>
                <a:gd name="connsiteY7" fmla="*/ 54962 h 94142"/>
                <a:gd name="connsiteX8" fmla="*/ 32226 w 64230"/>
                <a:gd name="connsiteY8" fmla="*/ 35520 h 94142"/>
                <a:gd name="connsiteX9" fmla="*/ 14520 w 64230"/>
                <a:gd name="connsiteY9" fmla="*/ 54962 h 94142"/>
                <a:gd name="connsiteX10" fmla="*/ 14520 w 64230"/>
                <a:gd name="connsiteY10" fmla="*/ 94142 h 94142"/>
                <a:gd name="connsiteX11" fmla="*/ 0 w 64230"/>
                <a:gd name="connsiteY11" fmla="*/ 94142 h 94142"/>
                <a:gd name="connsiteX12" fmla="*/ 0 w 64230"/>
                <a:gd name="connsiteY12" fmla="*/ 37 h 9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0" h="94142">
                  <a:moveTo>
                    <a:pt x="0" y="0"/>
                  </a:moveTo>
                  <a:lnTo>
                    <a:pt x="14520" y="0"/>
                  </a:lnTo>
                  <a:lnTo>
                    <a:pt x="14520" y="32194"/>
                  </a:lnTo>
                  <a:cubicBezTo>
                    <a:pt x="19373" y="26354"/>
                    <a:pt x="27263" y="22916"/>
                    <a:pt x="36301" y="22916"/>
                  </a:cubicBezTo>
                  <a:cubicBezTo>
                    <a:pt x="51969" y="22916"/>
                    <a:pt x="64230" y="33229"/>
                    <a:pt x="64230" y="52819"/>
                  </a:cubicBezTo>
                  <a:lnTo>
                    <a:pt x="64230" y="94142"/>
                  </a:lnTo>
                  <a:lnTo>
                    <a:pt x="49821" y="94142"/>
                  </a:lnTo>
                  <a:lnTo>
                    <a:pt x="49821" y="54962"/>
                  </a:lnTo>
                  <a:cubicBezTo>
                    <a:pt x="49821" y="42100"/>
                    <a:pt x="42820" y="35520"/>
                    <a:pt x="32226" y="35520"/>
                  </a:cubicBezTo>
                  <a:cubicBezTo>
                    <a:pt x="21632" y="35520"/>
                    <a:pt x="14520" y="42137"/>
                    <a:pt x="14520" y="54962"/>
                  </a:cubicBezTo>
                  <a:lnTo>
                    <a:pt x="14520" y="94142"/>
                  </a:lnTo>
                  <a:lnTo>
                    <a:pt x="0" y="94142"/>
                  </a:lnTo>
                  <a:lnTo>
                    <a:pt x="0" y="37"/>
                  </a:lnTo>
                  <a:close/>
                </a:path>
              </a:pathLst>
            </a:custGeom>
            <a:solidFill>
              <a:srgbClr val="FEF8E8"/>
            </a:solidFill>
            <a:ln w="3692"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7BFBE4F5-C9E4-EBFC-22EA-93CC5415571E}"/>
                </a:ext>
              </a:extLst>
            </p:cNvPr>
            <p:cNvSpPr>
              <a:spLocks noGrp="1" noRot="1" noMove="1" noResize="1" noEditPoints="1" noAdjustHandles="1" noChangeArrowheads="1" noChangeShapeType="1"/>
            </p:cNvSpPr>
            <p:nvPr/>
          </p:nvSpPr>
          <p:spPr>
            <a:xfrm>
              <a:off x="3360420"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solidFill>
              <a:srgbClr val="FEF8E8"/>
            </a:solidFill>
            <a:ln w="3692"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DF61CCA1-9996-9F1F-4BD9-A5A78B0A11C2}"/>
                </a:ext>
              </a:extLst>
            </p:cNvPr>
            <p:cNvSpPr>
              <a:spLocks noGrp="1" noRot="1" noMove="1" noResize="1" noEditPoints="1" noAdjustHandles="1" noChangeArrowheads="1" noChangeShapeType="1"/>
            </p:cNvSpPr>
            <p:nvPr/>
          </p:nvSpPr>
          <p:spPr>
            <a:xfrm>
              <a:off x="3474916" y="6012282"/>
              <a:ext cx="61896" cy="90445"/>
            </a:xfrm>
            <a:custGeom>
              <a:avLst/>
              <a:gdLst>
                <a:gd name="connsiteX0" fmla="*/ 31337 w 61896"/>
                <a:gd name="connsiteY0" fmla="*/ 90446 h 90445"/>
                <a:gd name="connsiteX1" fmla="*/ 0 w 61896"/>
                <a:gd name="connsiteY1" fmla="*/ 65127 h 90445"/>
                <a:gd name="connsiteX2" fmla="*/ 15558 w 61896"/>
                <a:gd name="connsiteY2" fmla="*/ 65127 h 90445"/>
                <a:gd name="connsiteX3" fmla="*/ 31374 w 61896"/>
                <a:gd name="connsiteY3" fmla="*/ 78211 h 90445"/>
                <a:gd name="connsiteX4" fmla="*/ 47302 w 61896"/>
                <a:gd name="connsiteY4" fmla="*/ 65238 h 90445"/>
                <a:gd name="connsiteX5" fmla="*/ 259 w 61896"/>
                <a:gd name="connsiteY5" fmla="*/ 25171 h 90445"/>
                <a:gd name="connsiteX6" fmla="*/ 30708 w 61896"/>
                <a:gd name="connsiteY6" fmla="*/ 0 h 90445"/>
                <a:gd name="connsiteX7" fmla="*/ 60934 w 61896"/>
                <a:gd name="connsiteY7" fmla="*/ 24025 h 90445"/>
                <a:gd name="connsiteX8" fmla="*/ 44857 w 61896"/>
                <a:gd name="connsiteY8" fmla="*/ 24025 h 90445"/>
                <a:gd name="connsiteX9" fmla="*/ 29930 w 61896"/>
                <a:gd name="connsiteY9" fmla="*/ 12308 h 90445"/>
                <a:gd name="connsiteX10" fmla="*/ 15002 w 61896"/>
                <a:gd name="connsiteY10" fmla="*/ 24654 h 90445"/>
                <a:gd name="connsiteX11" fmla="*/ 61897 w 61896"/>
                <a:gd name="connsiteY11" fmla="*/ 64462 h 90445"/>
                <a:gd name="connsiteX12" fmla="*/ 31300 w 61896"/>
                <a:gd name="connsiteY12" fmla="*/ 90409 h 9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896" h="90445">
                  <a:moveTo>
                    <a:pt x="31337" y="90446"/>
                  </a:moveTo>
                  <a:cubicBezTo>
                    <a:pt x="13631" y="90446"/>
                    <a:pt x="0" y="80762"/>
                    <a:pt x="0" y="65127"/>
                  </a:cubicBezTo>
                  <a:lnTo>
                    <a:pt x="15558" y="65127"/>
                  </a:lnTo>
                  <a:cubicBezTo>
                    <a:pt x="16187" y="72372"/>
                    <a:pt x="21299" y="78211"/>
                    <a:pt x="31374" y="78211"/>
                  </a:cubicBezTo>
                  <a:cubicBezTo>
                    <a:pt x="41450" y="78211"/>
                    <a:pt x="47302" y="72741"/>
                    <a:pt x="47302" y="65238"/>
                  </a:cubicBezTo>
                  <a:cubicBezTo>
                    <a:pt x="47302" y="43874"/>
                    <a:pt x="259" y="57735"/>
                    <a:pt x="259" y="25171"/>
                  </a:cubicBezTo>
                  <a:cubicBezTo>
                    <a:pt x="259" y="9647"/>
                    <a:pt x="12631" y="0"/>
                    <a:pt x="30708" y="0"/>
                  </a:cubicBezTo>
                  <a:cubicBezTo>
                    <a:pt x="47673" y="0"/>
                    <a:pt x="59637" y="8908"/>
                    <a:pt x="60934" y="24025"/>
                  </a:cubicBezTo>
                  <a:lnTo>
                    <a:pt x="44857" y="24025"/>
                  </a:lnTo>
                  <a:cubicBezTo>
                    <a:pt x="44339" y="18037"/>
                    <a:pt x="39116" y="12567"/>
                    <a:pt x="29930" y="12308"/>
                  </a:cubicBezTo>
                  <a:cubicBezTo>
                    <a:pt x="21521" y="12050"/>
                    <a:pt x="15002" y="16115"/>
                    <a:pt x="15002" y="24654"/>
                  </a:cubicBezTo>
                  <a:cubicBezTo>
                    <a:pt x="15002" y="44613"/>
                    <a:pt x="61897" y="32157"/>
                    <a:pt x="61897" y="64462"/>
                  </a:cubicBezTo>
                  <a:cubicBezTo>
                    <a:pt x="61897" y="77694"/>
                    <a:pt x="51080" y="90409"/>
                    <a:pt x="31300" y="90409"/>
                  </a:cubicBezTo>
                  <a:close/>
                </a:path>
              </a:pathLst>
            </a:custGeom>
            <a:solidFill>
              <a:srgbClr val="FEF8E8"/>
            </a:solidFill>
            <a:ln w="3692"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74CA70E3-6972-B740-2246-B70A901F805A}"/>
                </a:ext>
              </a:extLst>
            </p:cNvPr>
            <p:cNvSpPr>
              <a:spLocks noGrp="1" noRot="1" noMove="1" noResize="1" noEditPoints="1" noAdjustHandles="1" noChangeArrowheads="1" noChangeShapeType="1"/>
            </p:cNvSpPr>
            <p:nvPr/>
          </p:nvSpPr>
          <p:spPr>
            <a:xfrm>
              <a:off x="3552073" y="6030615"/>
              <a:ext cx="72008" cy="104565"/>
            </a:xfrm>
            <a:custGeom>
              <a:avLst/>
              <a:gdLst>
                <a:gd name="connsiteX0" fmla="*/ 39005 w 72008"/>
                <a:gd name="connsiteY0" fmla="*/ 0 h 104565"/>
                <a:gd name="connsiteX1" fmla="*/ 72009 w 72008"/>
                <a:gd name="connsiteY1" fmla="*/ 35853 h 104565"/>
                <a:gd name="connsiteX2" fmla="*/ 39005 w 72008"/>
                <a:gd name="connsiteY2" fmla="*/ 72372 h 104565"/>
                <a:gd name="connsiteX3" fmla="*/ 14520 w 72008"/>
                <a:gd name="connsiteY3" fmla="*/ 61061 h 104565"/>
                <a:gd name="connsiteX4" fmla="*/ 14520 w 72008"/>
                <a:gd name="connsiteY4" fmla="*/ 104565 h 104565"/>
                <a:gd name="connsiteX5" fmla="*/ 0 w 72008"/>
                <a:gd name="connsiteY5" fmla="*/ 104565 h 104565"/>
                <a:gd name="connsiteX6" fmla="*/ 0 w 72008"/>
                <a:gd name="connsiteY6" fmla="*/ 1183 h 104565"/>
                <a:gd name="connsiteX7" fmla="*/ 14520 w 72008"/>
                <a:gd name="connsiteY7" fmla="*/ 1183 h 104565"/>
                <a:gd name="connsiteX8" fmla="*/ 14520 w 72008"/>
                <a:gd name="connsiteY8" fmla="*/ 11495 h 104565"/>
                <a:gd name="connsiteX9" fmla="*/ 39005 w 72008"/>
                <a:gd name="connsiteY9" fmla="*/ 37 h 104565"/>
                <a:gd name="connsiteX10" fmla="*/ 35819 w 72008"/>
                <a:gd name="connsiteY10" fmla="*/ 12604 h 104565"/>
                <a:gd name="connsiteX11" fmla="*/ 14520 w 72008"/>
                <a:gd name="connsiteY11" fmla="*/ 36149 h 104565"/>
                <a:gd name="connsiteX12" fmla="*/ 35819 w 72008"/>
                <a:gd name="connsiteY12" fmla="*/ 59804 h 104565"/>
                <a:gd name="connsiteX13" fmla="*/ 57229 w 72008"/>
                <a:gd name="connsiteY13" fmla="*/ 35890 h 104565"/>
                <a:gd name="connsiteX14" fmla="*/ 35819 w 72008"/>
                <a:gd name="connsiteY14" fmla="*/ 12604 h 10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008" h="104565">
                  <a:moveTo>
                    <a:pt x="39005" y="0"/>
                  </a:moveTo>
                  <a:cubicBezTo>
                    <a:pt x="57489" y="0"/>
                    <a:pt x="72009" y="14230"/>
                    <a:pt x="72009" y="35853"/>
                  </a:cubicBezTo>
                  <a:cubicBezTo>
                    <a:pt x="72009" y="57476"/>
                    <a:pt x="57489" y="72372"/>
                    <a:pt x="39005" y="72372"/>
                  </a:cubicBezTo>
                  <a:cubicBezTo>
                    <a:pt x="27411" y="72372"/>
                    <a:pt x="19113" y="66532"/>
                    <a:pt x="14520" y="61061"/>
                  </a:cubicBezTo>
                  <a:lnTo>
                    <a:pt x="14520" y="104565"/>
                  </a:lnTo>
                  <a:lnTo>
                    <a:pt x="0" y="104565"/>
                  </a:lnTo>
                  <a:lnTo>
                    <a:pt x="0" y="1183"/>
                  </a:lnTo>
                  <a:lnTo>
                    <a:pt x="14520" y="1183"/>
                  </a:lnTo>
                  <a:lnTo>
                    <a:pt x="14520" y="11495"/>
                  </a:lnTo>
                  <a:cubicBezTo>
                    <a:pt x="18965" y="5655"/>
                    <a:pt x="27522" y="37"/>
                    <a:pt x="39005" y="37"/>
                  </a:cubicBezTo>
                  <a:close/>
                  <a:moveTo>
                    <a:pt x="35819" y="12604"/>
                  </a:moveTo>
                  <a:cubicBezTo>
                    <a:pt x="25003" y="12604"/>
                    <a:pt x="14520" y="21142"/>
                    <a:pt x="14520" y="36149"/>
                  </a:cubicBezTo>
                  <a:cubicBezTo>
                    <a:pt x="14520" y="51155"/>
                    <a:pt x="24966" y="59804"/>
                    <a:pt x="35819" y="59804"/>
                  </a:cubicBezTo>
                  <a:cubicBezTo>
                    <a:pt x="46672" y="59804"/>
                    <a:pt x="57229" y="51044"/>
                    <a:pt x="57229" y="35890"/>
                  </a:cubicBezTo>
                  <a:cubicBezTo>
                    <a:pt x="57229" y="20736"/>
                    <a:pt x="46784" y="12604"/>
                    <a:pt x="35819" y="12604"/>
                  </a:cubicBezTo>
                  <a:close/>
                </a:path>
              </a:pathLst>
            </a:custGeom>
            <a:solidFill>
              <a:srgbClr val="FEF8E8"/>
            </a:solidFill>
            <a:ln w="3692"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CF1A6AA5-BEA1-3F01-4AD4-3AE20CF27AFB}"/>
                </a:ext>
              </a:extLst>
            </p:cNvPr>
            <p:cNvSpPr>
              <a:spLocks noGrp="1" noRot="1" noMove="1" noResize="1" noEditPoints="1" noAdjustHandles="1" noChangeArrowheads="1" noChangeShapeType="1"/>
            </p:cNvSpPr>
            <p:nvPr/>
          </p:nvSpPr>
          <p:spPr>
            <a:xfrm>
              <a:off x="363319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solidFill>
              <a:srgbClr val="FEF8E8"/>
            </a:solidFill>
            <a:ln w="3692"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65F5ED29-2516-1CB9-3120-3C75BE5F45A8}"/>
                </a:ext>
              </a:extLst>
            </p:cNvPr>
            <p:cNvSpPr>
              <a:spLocks noGrp="1" noRot="1" noMove="1" noResize="1" noEditPoints="1" noAdjustHandles="1" noChangeArrowheads="1" noChangeShapeType="1"/>
            </p:cNvSpPr>
            <p:nvPr/>
          </p:nvSpPr>
          <p:spPr>
            <a:xfrm>
              <a:off x="3711463" y="6030615"/>
              <a:ext cx="66786" cy="72408"/>
            </a:xfrm>
            <a:custGeom>
              <a:avLst/>
              <a:gdLst>
                <a:gd name="connsiteX0" fmla="*/ 34412 w 66786"/>
                <a:gd name="connsiteY0" fmla="*/ 0 h 72408"/>
                <a:gd name="connsiteX1" fmla="*/ 66786 w 66786"/>
                <a:gd name="connsiteY1" fmla="*/ 23286 h 72408"/>
                <a:gd name="connsiteX2" fmla="*/ 51118 w 66786"/>
                <a:gd name="connsiteY2" fmla="*/ 23286 h 72408"/>
                <a:gd name="connsiteX3" fmla="*/ 34412 w 66786"/>
                <a:gd name="connsiteY3" fmla="*/ 12234 h 72408"/>
                <a:gd name="connsiteX4" fmla="*/ 14928 w 66786"/>
                <a:gd name="connsiteY4" fmla="*/ 36149 h 72408"/>
                <a:gd name="connsiteX5" fmla="*/ 34412 w 66786"/>
                <a:gd name="connsiteY5" fmla="*/ 60174 h 72408"/>
                <a:gd name="connsiteX6" fmla="*/ 51118 w 66786"/>
                <a:gd name="connsiteY6" fmla="*/ 49122 h 72408"/>
                <a:gd name="connsiteX7" fmla="*/ 66786 w 66786"/>
                <a:gd name="connsiteY7" fmla="*/ 49122 h 72408"/>
                <a:gd name="connsiteX8" fmla="*/ 34412 w 66786"/>
                <a:gd name="connsiteY8" fmla="*/ 72408 h 72408"/>
                <a:gd name="connsiteX9" fmla="*/ 0 w 66786"/>
                <a:gd name="connsiteY9" fmla="*/ 36149 h 72408"/>
                <a:gd name="connsiteX10" fmla="*/ 34412 w 66786"/>
                <a:gd name="connsiteY10" fmla="*/ 37 h 7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86" h="72408">
                  <a:moveTo>
                    <a:pt x="34412" y="0"/>
                  </a:moveTo>
                  <a:cubicBezTo>
                    <a:pt x="51599" y="0"/>
                    <a:pt x="62823" y="8501"/>
                    <a:pt x="66786" y="23286"/>
                  </a:cubicBezTo>
                  <a:lnTo>
                    <a:pt x="51118" y="23286"/>
                  </a:lnTo>
                  <a:cubicBezTo>
                    <a:pt x="48710" y="16559"/>
                    <a:pt x="43079" y="12234"/>
                    <a:pt x="34412" y="12234"/>
                  </a:cubicBezTo>
                  <a:cubicBezTo>
                    <a:pt x="22670" y="12234"/>
                    <a:pt x="14928" y="20884"/>
                    <a:pt x="14928" y="36149"/>
                  </a:cubicBezTo>
                  <a:cubicBezTo>
                    <a:pt x="14928" y="51414"/>
                    <a:pt x="22707" y="60174"/>
                    <a:pt x="34412" y="60174"/>
                  </a:cubicBezTo>
                  <a:cubicBezTo>
                    <a:pt x="43079" y="60174"/>
                    <a:pt x="48413" y="56367"/>
                    <a:pt x="51118" y="49122"/>
                  </a:cubicBezTo>
                  <a:lnTo>
                    <a:pt x="66786" y="49122"/>
                  </a:lnTo>
                  <a:cubicBezTo>
                    <a:pt x="62823" y="62872"/>
                    <a:pt x="51636" y="72408"/>
                    <a:pt x="34412" y="72408"/>
                  </a:cubicBezTo>
                  <a:cubicBezTo>
                    <a:pt x="14261" y="72408"/>
                    <a:pt x="0" y="58178"/>
                    <a:pt x="0" y="36149"/>
                  </a:cubicBezTo>
                  <a:cubicBezTo>
                    <a:pt x="0" y="14119"/>
                    <a:pt x="14261" y="37"/>
                    <a:pt x="34412" y="37"/>
                  </a:cubicBezTo>
                  <a:close/>
                </a:path>
              </a:pathLst>
            </a:custGeom>
            <a:solidFill>
              <a:srgbClr val="FEF8E8"/>
            </a:solidFill>
            <a:ln w="3692"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57C17AEF-4B8D-8CBF-74FB-1E502006FB10}"/>
                </a:ext>
              </a:extLst>
            </p:cNvPr>
            <p:cNvSpPr>
              <a:spLocks noGrp="1" noRot="1" noMove="1" noResize="1" noEditPoints="1" noAdjustHandles="1" noChangeArrowheads="1" noChangeShapeType="1"/>
            </p:cNvSpPr>
            <p:nvPr/>
          </p:nvSpPr>
          <p:spPr>
            <a:xfrm>
              <a:off x="3789066" y="6003891"/>
              <a:ext cx="18483" cy="97949"/>
            </a:xfrm>
            <a:custGeom>
              <a:avLst/>
              <a:gdLst>
                <a:gd name="connsiteX0" fmla="*/ 0 w 18483"/>
                <a:gd name="connsiteY0" fmla="*/ 9277 h 97949"/>
                <a:gd name="connsiteX1" fmla="*/ 9297 w 18483"/>
                <a:gd name="connsiteY1" fmla="*/ 0 h 97949"/>
                <a:gd name="connsiteX2" fmla="*/ 18484 w 18483"/>
                <a:gd name="connsiteY2" fmla="*/ 9277 h 97949"/>
                <a:gd name="connsiteX3" fmla="*/ 9297 w 18483"/>
                <a:gd name="connsiteY3" fmla="*/ 18555 h 97949"/>
                <a:gd name="connsiteX4" fmla="*/ 0 w 18483"/>
                <a:gd name="connsiteY4" fmla="*/ 9277 h 97949"/>
                <a:gd name="connsiteX5" fmla="*/ 1926 w 18483"/>
                <a:gd name="connsiteY5" fmla="*/ 27869 h 97949"/>
                <a:gd name="connsiteX6" fmla="*/ 16446 w 18483"/>
                <a:gd name="connsiteY6" fmla="*/ 27869 h 97949"/>
                <a:gd name="connsiteX7" fmla="*/ 16446 w 18483"/>
                <a:gd name="connsiteY7" fmla="*/ 97949 h 97949"/>
                <a:gd name="connsiteX8" fmla="*/ 1926 w 18483"/>
                <a:gd name="connsiteY8" fmla="*/ 97949 h 97949"/>
                <a:gd name="connsiteX9" fmla="*/ 1926 w 18483"/>
                <a:gd name="connsiteY9" fmla="*/ 27869 h 97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83" h="97949">
                  <a:moveTo>
                    <a:pt x="0" y="9277"/>
                  </a:moveTo>
                  <a:cubicBezTo>
                    <a:pt x="0" y="4066"/>
                    <a:pt x="4075" y="0"/>
                    <a:pt x="9297" y="0"/>
                  </a:cubicBezTo>
                  <a:cubicBezTo>
                    <a:pt x="14520" y="0"/>
                    <a:pt x="18484" y="4066"/>
                    <a:pt x="18484" y="9277"/>
                  </a:cubicBezTo>
                  <a:cubicBezTo>
                    <a:pt x="18484" y="14489"/>
                    <a:pt x="14409" y="18555"/>
                    <a:pt x="9297" y="18555"/>
                  </a:cubicBezTo>
                  <a:cubicBezTo>
                    <a:pt x="4186" y="18555"/>
                    <a:pt x="0" y="14489"/>
                    <a:pt x="0" y="9277"/>
                  </a:cubicBezTo>
                  <a:close/>
                  <a:moveTo>
                    <a:pt x="1926" y="27869"/>
                  </a:moveTo>
                  <a:lnTo>
                    <a:pt x="16446" y="27869"/>
                  </a:lnTo>
                  <a:lnTo>
                    <a:pt x="16446" y="97949"/>
                  </a:lnTo>
                  <a:lnTo>
                    <a:pt x="1926" y="97949"/>
                  </a:lnTo>
                  <a:lnTo>
                    <a:pt x="1926" y="27869"/>
                  </a:lnTo>
                  <a:close/>
                </a:path>
              </a:pathLst>
            </a:custGeom>
            <a:solidFill>
              <a:srgbClr val="FEF8E8"/>
            </a:solidFill>
            <a:ln w="3692"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49318414-9110-3235-599A-8E2739CB99BD}"/>
                </a:ext>
              </a:extLst>
            </p:cNvPr>
            <p:cNvSpPr>
              <a:spLocks noGrp="1" noRot="1" noMove="1" noResize="1" noEditPoints="1" noAdjustHandles="1" noChangeArrowheads="1" noChangeShapeType="1"/>
            </p:cNvSpPr>
            <p:nvPr/>
          </p:nvSpPr>
          <p:spPr>
            <a:xfrm>
              <a:off x="3818328"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solidFill>
              <a:srgbClr val="FEF8E8"/>
            </a:solidFill>
            <a:ln w="3692"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10D8E2A7-820A-58B7-E101-2EE354ED49B0}"/>
                </a:ext>
              </a:extLst>
            </p:cNvPr>
            <p:cNvSpPr>
              <a:spLocks noGrp="1" noRot="1" noMove="1" noResize="1" noEditPoints="1" noAdjustHandles="1" noChangeArrowheads="1" noChangeShapeType="1"/>
            </p:cNvSpPr>
            <p:nvPr/>
          </p:nvSpPr>
          <p:spPr>
            <a:xfrm>
              <a:off x="3907969"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solidFill>
              <a:srgbClr val="FEF8E8"/>
            </a:solidFill>
            <a:ln w="3692"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A24E9E49-26D4-3D2A-2084-84C965FE2749}"/>
                </a:ext>
              </a:extLst>
            </p:cNvPr>
            <p:cNvSpPr>
              <a:spLocks noGrp="1" noRot="1" noMove="1" noResize="1" noEditPoints="1" noAdjustHandles="1" noChangeArrowheads="1" noChangeShapeType="1"/>
            </p:cNvSpPr>
            <p:nvPr/>
          </p:nvSpPr>
          <p:spPr>
            <a:xfrm>
              <a:off x="3933935"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solidFill>
              <a:srgbClr val="FEF8E8"/>
            </a:solidFill>
            <a:ln w="3692"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FF299684-0EFB-A9D3-3645-718F2E091B30}"/>
                </a:ext>
              </a:extLst>
            </p:cNvPr>
            <p:cNvSpPr>
              <a:spLocks noGrp="1" noRot="1" noMove="1" noResize="1" noEditPoints="1" noAdjustHandles="1" noChangeArrowheads="1" noChangeShapeType="1"/>
            </p:cNvSpPr>
            <p:nvPr/>
          </p:nvSpPr>
          <p:spPr>
            <a:xfrm>
              <a:off x="3980460" y="6031761"/>
              <a:ext cx="71527" cy="103013"/>
            </a:xfrm>
            <a:custGeom>
              <a:avLst/>
              <a:gdLst>
                <a:gd name="connsiteX0" fmla="*/ 56488 w 71527"/>
                <a:gd name="connsiteY0" fmla="*/ 0 h 103013"/>
                <a:gd name="connsiteX1" fmla="*/ 71527 w 71527"/>
                <a:gd name="connsiteY1" fmla="*/ 0 h 103013"/>
                <a:gd name="connsiteX2" fmla="*/ 28448 w 71527"/>
                <a:gd name="connsiteY2" fmla="*/ 103013 h 103013"/>
                <a:gd name="connsiteX3" fmla="*/ 13409 w 71527"/>
                <a:gd name="connsiteY3" fmla="*/ 103013 h 103013"/>
                <a:gd name="connsiteX4" fmla="*/ 27670 w 71527"/>
                <a:gd name="connsiteY4" fmla="*/ 68934 h 103013"/>
                <a:gd name="connsiteX5" fmla="*/ 0 w 71527"/>
                <a:gd name="connsiteY5" fmla="*/ 0 h 103013"/>
                <a:gd name="connsiteX6" fmla="*/ 16187 w 71527"/>
                <a:gd name="connsiteY6" fmla="*/ 0 h 103013"/>
                <a:gd name="connsiteX7" fmla="*/ 35930 w 71527"/>
                <a:gd name="connsiteY7" fmla="*/ 53410 h 103013"/>
                <a:gd name="connsiteX8" fmla="*/ 56451 w 71527"/>
                <a:gd name="connsiteY8" fmla="*/ 0 h 10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 h="103013">
                  <a:moveTo>
                    <a:pt x="56488" y="0"/>
                  </a:moveTo>
                  <a:lnTo>
                    <a:pt x="71527" y="0"/>
                  </a:lnTo>
                  <a:lnTo>
                    <a:pt x="28448" y="103013"/>
                  </a:lnTo>
                  <a:lnTo>
                    <a:pt x="13409" y="103013"/>
                  </a:lnTo>
                  <a:lnTo>
                    <a:pt x="27670" y="68934"/>
                  </a:lnTo>
                  <a:lnTo>
                    <a:pt x="0" y="0"/>
                  </a:lnTo>
                  <a:lnTo>
                    <a:pt x="16187" y="0"/>
                  </a:lnTo>
                  <a:lnTo>
                    <a:pt x="35930" y="53410"/>
                  </a:lnTo>
                  <a:lnTo>
                    <a:pt x="56451" y="0"/>
                  </a:lnTo>
                  <a:close/>
                </a:path>
              </a:pathLst>
            </a:custGeom>
            <a:solidFill>
              <a:srgbClr val="FEF8E8"/>
            </a:solidFill>
            <a:ln w="3692"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115AD3B5-F0D8-71D1-7C55-66157AE42492}"/>
                </a:ext>
              </a:extLst>
            </p:cNvPr>
            <p:cNvSpPr>
              <a:spLocks noGrp="1" noRot="1" noMove="1" noResize="1" noEditPoints="1" noAdjustHandles="1" noChangeArrowheads="1" noChangeShapeType="1"/>
            </p:cNvSpPr>
            <p:nvPr/>
          </p:nvSpPr>
          <p:spPr>
            <a:xfrm>
              <a:off x="4091251" y="6012282"/>
              <a:ext cx="86380" cy="90298"/>
            </a:xfrm>
            <a:custGeom>
              <a:avLst/>
              <a:gdLst>
                <a:gd name="connsiteX0" fmla="*/ 45228 w 86380"/>
                <a:gd name="connsiteY0" fmla="*/ 0 h 90298"/>
                <a:gd name="connsiteX1" fmla="*/ 86381 w 86380"/>
                <a:gd name="connsiteY1" fmla="*/ 26576 h 90298"/>
                <a:gd name="connsiteX2" fmla="*/ 68934 w 86380"/>
                <a:gd name="connsiteY2" fmla="*/ 26576 h 90298"/>
                <a:gd name="connsiteX3" fmla="*/ 45228 w 86380"/>
                <a:gd name="connsiteY3" fmla="*/ 12715 h 90298"/>
                <a:gd name="connsiteX4" fmla="*/ 14891 w 86380"/>
                <a:gd name="connsiteY4" fmla="*/ 45131 h 90298"/>
                <a:gd name="connsiteX5" fmla="*/ 45228 w 86380"/>
                <a:gd name="connsiteY5" fmla="*/ 77694 h 90298"/>
                <a:gd name="connsiteX6" fmla="*/ 68934 w 86380"/>
                <a:gd name="connsiteY6" fmla="*/ 63833 h 90298"/>
                <a:gd name="connsiteX7" fmla="*/ 86381 w 86380"/>
                <a:gd name="connsiteY7" fmla="*/ 63833 h 90298"/>
                <a:gd name="connsiteX8" fmla="*/ 45228 w 86380"/>
                <a:gd name="connsiteY8" fmla="*/ 90298 h 90298"/>
                <a:gd name="connsiteX9" fmla="*/ 0 w 86380"/>
                <a:gd name="connsiteY9" fmla="*/ 45168 h 90298"/>
                <a:gd name="connsiteX10" fmla="*/ 45228 w 86380"/>
                <a:gd name="connsiteY10" fmla="*/ 37 h 9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 h="90298">
                  <a:moveTo>
                    <a:pt x="45228" y="0"/>
                  </a:moveTo>
                  <a:cubicBezTo>
                    <a:pt x="63712" y="0"/>
                    <a:pt x="79640" y="9277"/>
                    <a:pt x="86381" y="26576"/>
                  </a:cubicBezTo>
                  <a:lnTo>
                    <a:pt x="68934" y="26576"/>
                  </a:lnTo>
                  <a:cubicBezTo>
                    <a:pt x="64230" y="17150"/>
                    <a:pt x="55822" y="12715"/>
                    <a:pt x="45228" y="12715"/>
                  </a:cubicBezTo>
                  <a:cubicBezTo>
                    <a:pt x="27633" y="12715"/>
                    <a:pt x="14891" y="25171"/>
                    <a:pt x="14891" y="45131"/>
                  </a:cubicBezTo>
                  <a:cubicBezTo>
                    <a:pt x="14891" y="65090"/>
                    <a:pt x="27633" y="77694"/>
                    <a:pt x="45228" y="77694"/>
                  </a:cubicBezTo>
                  <a:cubicBezTo>
                    <a:pt x="55822" y="77694"/>
                    <a:pt x="64230" y="73259"/>
                    <a:pt x="68934" y="63833"/>
                  </a:cubicBezTo>
                  <a:lnTo>
                    <a:pt x="86381" y="63833"/>
                  </a:lnTo>
                  <a:cubicBezTo>
                    <a:pt x="79640" y="81132"/>
                    <a:pt x="63712" y="90298"/>
                    <a:pt x="45228" y="90298"/>
                  </a:cubicBezTo>
                  <a:cubicBezTo>
                    <a:pt x="20262" y="90298"/>
                    <a:pt x="0" y="71743"/>
                    <a:pt x="0" y="45168"/>
                  </a:cubicBezTo>
                  <a:cubicBezTo>
                    <a:pt x="0" y="18592"/>
                    <a:pt x="20262" y="37"/>
                    <a:pt x="45228" y="37"/>
                  </a:cubicBezTo>
                  <a:close/>
                </a:path>
              </a:pathLst>
            </a:custGeom>
            <a:solidFill>
              <a:srgbClr val="FEF8E8"/>
            </a:solidFill>
            <a:ln w="3692"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34858BB5-DBF4-8A93-DD2E-C2CEC4E55A82}"/>
                </a:ext>
              </a:extLst>
            </p:cNvPr>
            <p:cNvSpPr>
              <a:spLocks noGrp="1" noRot="1" noMove="1" noResize="1" noEditPoints="1" noAdjustHandles="1" noChangeArrowheads="1" noChangeShapeType="1"/>
            </p:cNvSpPr>
            <p:nvPr/>
          </p:nvSpPr>
          <p:spPr>
            <a:xfrm>
              <a:off x="4187300"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8" y="72372"/>
                    <a:pt x="0" y="57476"/>
                    <a:pt x="0" y="35853"/>
                  </a:cubicBezTo>
                  <a:cubicBezTo>
                    <a:pt x="0" y="14230"/>
                    <a:pt x="14668"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solidFill>
              <a:srgbClr val="FEF8E8"/>
            </a:solidFill>
            <a:ln w="3692"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F079EA08-846B-F833-2C50-072BF9B2A26A}"/>
                </a:ext>
              </a:extLst>
            </p:cNvPr>
            <p:cNvSpPr>
              <a:spLocks noGrp="1" noRot="1" noMove="1" noResize="1" noEditPoints="1" noAdjustHandles="1" noChangeArrowheads="1" noChangeShapeType="1"/>
            </p:cNvSpPr>
            <p:nvPr/>
          </p:nvSpPr>
          <p:spPr>
            <a:xfrm>
              <a:off x="4274422" y="6030615"/>
              <a:ext cx="35559" cy="71225"/>
            </a:xfrm>
            <a:custGeom>
              <a:avLst/>
              <a:gdLst>
                <a:gd name="connsiteX0" fmla="*/ 14520 w 35559"/>
                <a:gd name="connsiteY0" fmla="*/ 71226 h 71225"/>
                <a:gd name="connsiteX1" fmla="*/ 0 w 35559"/>
                <a:gd name="connsiteY1" fmla="*/ 71226 h 71225"/>
                <a:gd name="connsiteX2" fmla="*/ 0 w 35559"/>
                <a:gd name="connsiteY2" fmla="*/ 1146 h 71225"/>
                <a:gd name="connsiteX3" fmla="*/ 14520 w 35559"/>
                <a:gd name="connsiteY3" fmla="*/ 1146 h 71225"/>
                <a:gd name="connsiteX4" fmla="*/ 14520 w 35559"/>
                <a:gd name="connsiteY4" fmla="*/ 11310 h 71225"/>
                <a:gd name="connsiteX5" fmla="*/ 35560 w 35559"/>
                <a:gd name="connsiteY5" fmla="*/ 0 h 71225"/>
                <a:gd name="connsiteX6" fmla="*/ 35560 w 35559"/>
                <a:gd name="connsiteY6" fmla="*/ 15007 h 71225"/>
                <a:gd name="connsiteX7" fmla="*/ 31856 w 35559"/>
                <a:gd name="connsiteY7" fmla="*/ 15007 h 71225"/>
                <a:gd name="connsiteX8" fmla="*/ 14520 w 35559"/>
                <a:gd name="connsiteY8" fmla="*/ 34338 h 71225"/>
                <a:gd name="connsiteX9" fmla="*/ 14520 w 35559"/>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59"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solidFill>
              <a:srgbClr val="FEF8E8"/>
            </a:solidFill>
            <a:ln w="3692"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2FFF6C47-02FF-B8F9-533F-0A3E0D839F1D}"/>
                </a:ext>
              </a:extLst>
            </p:cNvPr>
            <p:cNvSpPr>
              <a:spLocks noGrp="1" noRot="1" noMove="1" noResize="1" noEditPoints="1" noAdjustHandles="1" noChangeArrowheads="1" noChangeShapeType="1"/>
            </p:cNvSpPr>
            <p:nvPr/>
          </p:nvSpPr>
          <p:spPr>
            <a:xfrm>
              <a:off x="431583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0 w 69193"/>
                <a:gd name="connsiteY8" fmla="*/ 50342 h 72371"/>
                <a:gd name="connsiteX9" fmla="*/ 34967 w 69193"/>
                <a:gd name="connsiteY9" fmla="*/ 72335 h 72371"/>
                <a:gd name="connsiteX10" fmla="*/ 15150 w 69193"/>
                <a:gd name="connsiteY10" fmla="*/ 29865 h 72371"/>
                <a:gd name="connsiteX11" fmla="*/ 54007 w 69193"/>
                <a:gd name="connsiteY11" fmla="*/ 29865 h 72371"/>
                <a:gd name="connsiteX12" fmla="*/ 34375 w 69193"/>
                <a:gd name="connsiteY12" fmla="*/ 12197 h 72371"/>
                <a:gd name="connsiteX13" fmla="*/ 15113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83" y="39143"/>
                    <a:pt x="68675" y="41582"/>
                  </a:cubicBezTo>
                  <a:lnTo>
                    <a:pt x="15002" y="41582"/>
                  </a:lnTo>
                  <a:cubicBezTo>
                    <a:pt x="16039" y="53151"/>
                    <a:pt x="24299" y="60137"/>
                    <a:pt x="35004" y="60137"/>
                  </a:cubicBezTo>
                  <a:cubicBezTo>
                    <a:pt x="43931" y="60137"/>
                    <a:pt x="48895" y="55813"/>
                    <a:pt x="51562" y="50342"/>
                  </a:cubicBezTo>
                  <a:lnTo>
                    <a:pt x="67230" y="50342"/>
                  </a:lnTo>
                  <a:cubicBezTo>
                    <a:pt x="63267" y="62540"/>
                    <a:pt x="52192" y="72335"/>
                    <a:pt x="34967" y="72335"/>
                  </a:cubicBezTo>
                  <a:close/>
                  <a:moveTo>
                    <a:pt x="15150" y="29865"/>
                  </a:moveTo>
                  <a:lnTo>
                    <a:pt x="54007" y="29865"/>
                  </a:lnTo>
                  <a:cubicBezTo>
                    <a:pt x="53747" y="19072"/>
                    <a:pt x="45228" y="12197"/>
                    <a:pt x="34375" y="12197"/>
                  </a:cubicBezTo>
                  <a:cubicBezTo>
                    <a:pt x="24559" y="12197"/>
                    <a:pt x="16669" y="18814"/>
                    <a:pt x="15113" y="29865"/>
                  </a:cubicBezTo>
                  <a:close/>
                </a:path>
              </a:pathLst>
            </a:custGeom>
            <a:solidFill>
              <a:srgbClr val="FEF8E8"/>
            </a:solidFill>
            <a:ln w="3692" cap="flat">
              <a:noFill/>
              <a:prstDash val="solid"/>
              <a:miter/>
            </a:ln>
          </p:spPr>
          <p:txBody>
            <a:bodyPr rtlCol="0" anchor="ctr"/>
            <a:lstStyle/>
            <a:p>
              <a:endParaRPr lang="en-US"/>
            </a:p>
          </p:txBody>
        </p:sp>
        <p:sp>
          <p:nvSpPr>
            <p:cNvPr id="35" name="Freeform 34">
              <a:extLst>
                <a:ext uri="{FF2B5EF4-FFF2-40B4-BE49-F238E27FC236}">
                  <a16:creationId xmlns:a16="http://schemas.microsoft.com/office/drawing/2014/main" id="{5FF01BD4-D027-B9DA-ECF8-936A57178B89}"/>
                </a:ext>
              </a:extLst>
            </p:cNvPr>
            <p:cNvSpPr>
              <a:spLocks noGrp="1" noRot="1" noMove="1" noResize="1" noEditPoints="1" noAdjustHandles="1" noChangeArrowheads="1" noChangeShapeType="1"/>
            </p:cNvSpPr>
            <p:nvPr/>
          </p:nvSpPr>
          <p:spPr>
            <a:xfrm>
              <a:off x="4432442" y="6013428"/>
              <a:ext cx="61933" cy="88376"/>
            </a:xfrm>
            <a:custGeom>
              <a:avLst/>
              <a:gdLst>
                <a:gd name="connsiteX0" fmla="*/ 30596 w 61933"/>
                <a:gd name="connsiteY0" fmla="*/ 52523 h 88376"/>
                <a:gd name="connsiteX1" fmla="*/ 14520 w 61933"/>
                <a:gd name="connsiteY1" fmla="*/ 52523 h 88376"/>
                <a:gd name="connsiteX2" fmla="*/ 14520 w 61933"/>
                <a:gd name="connsiteY2" fmla="*/ 88376 h 88376"/>
                <a:gd name="connsiteX3" fmla="*/ 0 w 61933"/>
                <a:gd name="connsiteY3" fmla="*/ 88376 h 88376"/>
                <a:gd name="connsiteX4" fmla="*/ 0 w 61933"/>
                <a:gd name="connsiteY4" fmla="*/ 0 h 88376"/>
                <a:gd name="connsiteX5" fmla="*/ 30596 w 61933"/>
                <a:gd name="connsiteY5" fmla="*/ 0 h 88376"/>
                <a:gd name="connsiteX6" fmla="*/ 61933 w 61933"/>
                <a:gd name="connsiteY6" fmla="*/ 26317 h 88376"/>
                <a:gd name="connsiteX7" fmla="*/ 30596 w 61933"/>
                <a:gd name="connsiteY7" fmla="*/ 52523 h 88376"/>
                <a:gd name="connsiteX8" fmla="*/ 30596 w 61933"/>
                <a:gd name="connsiteY8" fmla="*/ 40695 h 88376"/>
                <a:gd name="connsiteX9" fmla="*/ 47043 w 61933"/>
                <a:gd name="connsiteY9" fmla="*/ 26317 h 88376"/>
                <a:gd name="connsiteX10" fmla="*/ 30596 w 61933"/>
                <a:gd name="connsiteY10" fmla="*/ 11828 h 88376"/>
                <a:gd name="connsiteX11" fmla="*/ 14520 w 61933"/>
                <a:gd name="connsiteY11" fmla="*/ 11828 h 88376"/>
                <a:gd name="connsiteX12" fmla="*/ 14520 w 61933"/>
                <a:gd name="connsiteY12" fmla="*/ 40695 h 88376"/>
                <a:gd name="connsiteX13" fmla="*/ 30596 w 61933"/>
                <a:gd name="connsiteY13" fmla="*/ 40695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933" h="88376">
                  <a:moveTo>
                    <a:pt x="30596" y="52523"/>
                  </a:moveTo>
                  <a:lnTo>
                    <a:pt x="14520" y="52523"/>
                  </a:lnTo>
                  <a:lnTo>
                    <a:pt x="14520" y="88376"/>
                  </a:lnTo>
                  <a:lnTo>
                    <a:pt x="0" y="88376"/>
                  </a:lnTo>
                  <a:lnTo>
                    <a:pt x="0" y="0"/>
                  </a:lnTo>
                  <a:lnTo>
                    <a:pt x="30596" y="0"/>
                  </a:lnTo>
                  <a:cubicBezTo>
                    <a:pt x="51636" y="0"/>
                    <a:pt x="61933" y="11939"/>
                    <a:pt x="61933" y="26317"/>
                  </a:cubicBezTo>
                  <a:cubicBezTo>
                    <a:pt x="61933" y="38921"/>
                    <a:pt x="53636" y="52523"/>
                    <a:pt x="30596" y="52523"/>
                  </a:cubicBezTo>
                  <a:close/>
                  <a:moveTo>
                    <a:pt x="30596" y="40695"/>
                  </a:moveTo>
                  <a:cubicBezTo>
                    <a:pt x="41931" y="40695"/>
                    <a:pt x="47043" y="35225"/>
                    <a:pt x="47043" y="26317"/>
                  </a:cubicBezTo>
                  <a:cubicBezTo>
                    <a:pt x="47043" y="17409"/>
                    <a:pt x="41931" y="11828"/>
                    <a:pt x="30596" y="11828"/>
                  </a:cubicBezTo>
                  <a:lnTo>
                    <a:pt x="14520" y="11828"/>
                  </a:lnTo>
                  <a:lnTo>
                    <a:pt x="14520" y="40695"/>
                  </a:lnTo>
                  <a:lnTo>
                    <a:pt x="30596" y="40695"/>
                  </a:lnTo>
                  <a:close/>
                </a:path>
              </a:pathLst>
            </a:custGeom>
            <a:solidFill>
              <a:srgbClr val="FEF8E8"/>
            </a:solidFill>
            <a:ln w="3692" cap="flat">
              <a:noFill/>
              <a:prstDash val="solid"/>
              <a:miter/>
            </a:ln>
          </p:spPr>
          <p:txBody>
            <a:bodyPr rtlCol="0" anchor="ctr"/>
            <a:lstStyle/>
            <a:p>
              <a:endParaRPr lang="en-US"/>
            </a:p>
          </p:txBody>
        </p:sp>
        <p:sp>
          <p:nvSpPr>
            <p:cNvPr id="36" name="Freeform 35">
              <a:extLst>
                <a:ext uri="{FF2B5EF4-FFF2-40B4-BE49-F238E27FC236}">
                  <a16:creationId xmlns:a16="http://schemas.microsoft.com/office/drawing/2014/main" id="{2EA24F0D-37CE-1B49-5124-5740269CE661}"/>
                </a:ext>
              </a:extLst>
            </p:cNvPr>
            <p:cNvSpPr>
              <a:spLocks noGrp="1" noRot="1" noMove="1" noResize="1" noEditPoints="1" noAdjustHandles="1" noChangeArrowheads="1" noChangeShapeType="1"/>
            </p:cNvSpPr>
            <p:nvPr/>
          </p:nvSpPr>
          <p:spPr>
            <a:xfrm>
              <a:off x="4505117"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solidFill>
              <a:srgbClr val="FEF8E8"/>
            </a:solidFill>
            <a:ln w="3692" cap="flat">
              <a:noFill/>
              <a:prstDash val="solid"/>
              <a:miter/>
            </a:ln>
          </p:spPr>
          <p:txBody>
            <a:bodyPr rtlCol="0" anchor="ctr"/>
            <a:lstStyle/>
            <a:p>
              <a:endParaRPr lang="en-US"/>
            </a:p>
          </p:txBody>
        </p:sp>
        <p:sp>
          <p:nvSpPr>
            <p:cNvPr id="37" name="Freeform 36">
              <a:extLst>
                <a:ext uri="{FF2B5EF4-FFF2-40B4-BE49-F238E27FC236}">
                  <a16:creationId xmlns:a16="http://schemas.microsoft.com/office/drawing/2014/main" id="{5AE9E89A-0DDC-9774-9512-ADDD72440816}"/>
                </a:ext>
              </a:extLst>
            </p:cNvPr>
            <p:cNvSpPr>
              <a:spLocks noGrp="1" noRot="1" noMove="1" noResize="1" noEditPoints="1" noAdjustHandles="1" noChangeArrowheads="1" noChangeShapeType="1"/>
            </p:cNvSpPr>
            <p:nvPr/>
          </p:nvSpPr>
          <p:spPr>
            <a:xfrm>
              <a:off x="4532861"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190 w 72157"/>
                <a:gd name="connsiteY10" fmla="*/ 12604 h 72371"/>
                <a:gd name="connsiteX11" fmla="*/ 14891 w 72157"/>
                <a:gd name="connsiteY11" fmla="*/ 35890 h 72371"/>
                <a:gd name="connsiteX12" fmla="*/ 36190 w 72157"/>
                <a:gd name="connsiteY12" fmla="*/ 59804 h 72371"/>
                <a:gd name="connsiteX13" fmla="*/ 57489 w 72157"/>
                <a:gd name="connsiteY13" fmla="*/ 36149 h 72371"/>
                <a:gd name="connsiteX14" fmla="*/ 36190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190" y="12604"/>
                  </a:moveTo>
                  <a:cubicBezTo>
                    <a:pt x="25374" y="12604"/>
                    <a:pt x="14891" y="20736"/>
                    <a:pt x="14891" y="35890"/>
                  </a:cubicBezTo>
                  <a:cubicBezTo>
                    <a:pt x="14891" y="51044"/>
                    <a:pt x="25337" y="59804"/>
                    <a:pt x="36190" y="59804"/>
                  </a:cubicBezTo>
                  <a:cubicBezTo>
                    <a:pt x="47043" y="59804"/>
                    <a:pt x="57489" y="51266"/>
                    <a:pt x="57489" y="36149"/>
                  </a:cubicBezTo>
                  <a:cubicBezTo>
                    <a:pt x="57489" y="21031"/>
                    <a:pt x="47154" y="12604"/>
                    <a:pt x="36190" y="12604"/>
                  </a:cubicBezTo>
                  <a:close/>
                </a:path>
              </a:pathLst>
            </a:custGeom>
            <a:solidFill>
              <a:srgbClr val="FEF8E8"/>
            </a:solidFill>
            <a:ln w="3692" cap="flat">
              <a:noFill/>
              <a:prstDash val="solid"/>
              <a:miter/>
            </a:ln>
          </p:spPr>
          <p:txBody>
            <a:bodyPr rtlCol="0" anchor="ctr"/>
            <a:lstStyle/>
            <a:p>
              <a:endParaRPr lang="en-US"/>
            </a:p>
          </p:txBody>
        </p:sp>
        <p:sp>
          <p:nvSpPr>
            <p:cNvPr id="38" name="Freeform 37">
              <a:extLst>
                <a:ext uri="{FF2B5EF4-FFF2-40B4-BE49-F238E27FC236}">
                  <a16:creationId xmlns:a16="http://schemas.microsoft.com/office/drawing/2014/main" id="{1D41A465-E34A-3BB5-9889-DE198FA3F706}"/>
                </a:ext>
              </a:extLst>
            </p:cNvPr>
            <p:cNvSpPr>
              <a:spLocks noGrp="1" noRot="1" noMove="1" noResize="1" noEditPoints="1" noAdjustHandles="1" noChangeArrowheads="1" noChangeShapeType="1"/>
            </p:cNvSpPr>
            <p:nvPr/>
          </p:nvSpPr>
          <p:spPr>
            <a:xfrm>
              <a:off x="4616427"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solidFill>
              <a:srgbClr val="FEF8E8"/>
            </a:solidFill>
            <a:ln w="3692"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08B4CD96-2AB6-9DCE-8BAF-AB8165947EB8}"/>
                </a:ext>
              </a:extLst>
            </p:cNvPr>
            <p:cNvSpPr>
              <a:spLocks noGrp="1" noRot="1" noMove="1" noResize="1" noEditPoints="1" noAdjustHandles="1" noChangeArrowheads="1" noChangeShapeType="1"/>
            </p:cNvSpPr>
            <p:nvPr/>
          </p:nvSpPr>
          <p:spPr>
            <a:xfrm>
              <a:off x="4663804" y="6003670"/>
              <a:ext cx="35967" cy="98170"/>
            </a:xfrm>
            <a:custGeom>
              <a:avLst/>
              <a:gdLst>
                <a:gd name="connsiteX0" fmla="*/ 8297 w 35967"/>
                <a:gd name="connsiteY0" fmla="*/ 39919 h 98170"/>
                <a:gd name="connsiteX1" fmla="*/ 0 w 35967"/>
                <a:gd name="connsiteY1" fmla="*/ 39919 h 98170"/>
                <a:gd name="connsiteX2" fmla="*/ 0 w 35967"/>
                <a:gd name="connsiteY2" fmla="*/ 28091 h 98170"/>
                <a:gd name="connsiteX3" fmla="*/ 8297 w 35967"/>
                <a:gd name="connsiteY3" fmla="*/ 28091 h 98170"/>
                <a:gd name="connsiteX4" fmla="*/ 8297 w 35967"/>
                <a:gd name="connsiteY4" fmla="*/ 23138 h 98170"/>
                <a:gd name="connsiteX5" fmla="*/ 34930 w 35967"/>
                <a:gd name="connsiteY5" fmla="*/ 0 h 98170"/>
                <a:gd name="connsiteX6" fmla="*/ 34930 w 35967"/>
                <a:gd name="connsiteY6" fmla="*/ 12087 h 98170"/>
                <a:gd name="connsiteX7" fmla="*/ 22966 w 35967"/>
                <a:gd name="connsiteY7" fmla="*/ 23138 h 98170"/>
                <a:gd name="connsiteX8" fmla="*/ 22966 w 35967"/>
                <a:gd name="connsiteY8" fmla="*/ 28091 h 98170"/>
                <a:gd name="connsiteX9" fmla="*/ 35967 w 35967"/>
                <a:gd name="connsiteY9" fmla="*/ 28091 h 98170"/>
                <a:gd name="connsiteX10" fmla="*/ 35967 w 35967"/>
                <a:gd name="connsiteY10" fmla="*/ 39919 h 98170"/>
                <a:gd name="connsiteX11" fmla="*/ 22966 w 35967"/>
                <a:gd name="connsiteY11" fmla="*/ 39919 h 98170"/>
                <a:gd name="connsiteX12" fmla="*/ 22966 w 35967"/>
                <a:gd name="connsiteY12" fmla="*/ 98171 h 98170"/>
                <a:gd name="connsiteX13" fmla="*/ 8297 w 35967"/>
                <a:gd name="connsiteY13" fmla="*/ 98171 h 98170"/>
                <a:gd name="connsiteX14" fmla="*/ 8297 w 35967"/>
                <a:gd name="connsiteY14" fmla="*/ 39919 h 9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67" h="98170">
                  <a:moveTo>
                    <a:pt x="8297" y="39919"/>
                  </a:moveTo>
                  <a:lnTo>
                    <a:pt x="0" y="39919"/>
                  </a:lnTo>
                  <a:lnTo>
                    <a:pt x="0" y="28091"/>
                  </a:lnTo>
                  <a:lnTo>
                    <a:pt x="8297" y="28091"/>
                  </a:lnTo>
                  <a:lnTo>
                    <a:pt x="8297" y="23138"/>
                  </a:lnTo>
                  <a:cubicBezTo>
                    <a:pt x="8297" y="6986"/>
                    <a:pt x="16595" y="0"/>
                    <a:pt x="34930" y="0"/>
                  </a:cubicBezTo>
                  <a:lnTo>
                    <a:pt x="34930" y="12087"/>
                  </a:lnTo>
                  <a:cubicBezTo>
                    <a:pt x="26003" y="12087"/>
                    <a:pt x="22966" y="15154"/>
                    <a:pt x="22966" y="23138"/>
                  </a:cubicBezTo>
                  <a:lnTo>
                    <a:pt x="22966" y="28091"/>
                  </a:lnTo>
                  <a:lnTo>
                    <a:pt x="35967" y="28091"/>
                  </a:lnTo>
                  <a:lnTo>
                    <a:pt x="35967" y="39919"/>
                  </a:lnTo>
                  <a:lnTo>
                    <a:pt x="22966" y="39919"/>
                  </a:lnTo>
                  <a:lnTo>
                    <a:pt x="22966" y="98171"/>
                  </a:lnTo>
                  <a:lnTo>
                    <a:pt x="8297" y="98171"/>
                  </a:lnTo>
                  <a:lnTo>
                    <a:pt x="8297" y="39919"/>
                  </a:lnTo>
                  <a:close/>
                </a:path>
              </a:pathLst>
            </a:custGeom>
            <a:solidFill>
              <a:srgbClr val="FEF8E8"/>
            </a:solidFill>
            <a:ln w="3692" cap="flat">
              <a:noFill/>
              <a:prstDash val="solid"/>
              <a:miter/>
            </a:ln>
          </p:spPr>
          <p:txBody>
            <a:bodyPr rtlCol="0" anchor="ctr"/>
            <a:lstStyle/>
            <a:p>
              <a:endParaRPr lang="en-US"/>
            </a:p>
          </p:txBody>
        </p:sp>
        <p:sp>
          <p:nvSpPr>
            <p:cNvPr id="40" name="Freeform 39">
              <a:extLst>
                <a:ext uri="{FF2B5EF4-FFF2-40B4-BE49-F238E27FC236}">
                  <a16:creationId xmlns:a16="http://schemas.microsoft.com/office/drawing/2014/main" id="{F7B4DB1E-C0BD-27F3-4E2B-A61936E52EE4}"/>
                </a:ext>
              </a:extLst>
            </p:cNvPr>
            <p:cNvSpPr>
              <a:spLocks noGrp="1" noRot="1" noMove="1" noResize="1" noEditPoints="1" noAdjustHandles="1" noChangeArrowheads="1" noChangeShapeType="1"/>
            </p:cNvSpPr>
            <p:nvPr/>
          </p:nvSpPr>
          <p:spPr>
            <a:xfrm>
              <a:off x="4704364" y="6030615"/>
              <a:ext cx="71638" cy="72371"/>
            </a:xfrm>
            <a:custGeom>
              <a:avLst/>
              <a:gdLst>
                <a:gd name="connsiteX0" fmla="*/ 35190 w 71638"/>
                <a:gd name="connsiteY0" fmla="*/ 72372 h 72371"/>
                <a:gd name="connsiteX1" fmla="*/ 0 w 71638"/>
                <a:gd name="connsiteY1" fmla="*/ 36112 h 72371"/>
                <a:gd name="connsiteX2" fmla="*/ 35819 w 71638"/>
                <a:gd name="connsiteY2" fmla="*/ 0 h 72371"/>
                <a:gd name="connsiteX3" fmla="*/ 71639 w 71638"/>
                <a:gd name="connsiteY3" fmla="*/ 36112 h 72371"/>
                <a:gd name="connsiteX4" fmla="*/ 35190 w 71638"/>
                <a:gd name="connsiteY4" fmla="*/ 72372 h 72371"/>
                <a:gd name="connsiteX5" fmla="*/ 35190 w 71638"/>
                <a:gd name="connsiteY5" fmla="*/ 59767 h 72371"/>
                <a:gd name="connsiteX6" fmla="*/ 56711 w 71638"/>
                <a:gd name="connsiteY6" fmla="*/ 36112 h 72371"/>
                <a:gd name="connsiteX7" fmla="*/ 35560 w 71638"/>
                <a:gd name="connsiteY7" fmla="*/ 12567 h 72371"/>
                <a:gd name="connsiteX8" fmla="*/ 14780 w 71638"/>
                <a:gd name="connsiteY8" fmla="*/ 36112 h 72371"/>
                <a:gd name="connsiteX9" fmla="*/ 35190 w 71638"/>
                <a:gd name="connsiteY9" fmla="*/ 59767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638" h="72371">
                  <a:moveTo>
                    <a:pt x="35190" y="72372"/>
                  </a:moveTo>
                  <a:cubicBezTo>
                    <a:pt x="15187" y="72372"/>
                    <a:pt x="0" y="58141"/>
                    <a:pt x="0" y="36112"/>
                  </a:cubicBezTo>
                  <a:cubicBezTo>
                    <a:pt x="0" y="14083"/>
                    <a:pt x="15817" y="0"/>
                    <a:pt x="35819" y="0"/>
                  </a:cubicBezTo>
                  <a:cubicBezTo>
                    <a:pt x="55822" y="0"/>
                    <a:pt x="71639" y="14119"/>
                    <a:pt x="71639" y="36112"/>
                  </a:cubicBezTo>
                  <a:cubicBezTo>
                    <a:pt x="71639" y="58104"/>
                    <a:pt x="55340" y="72372"/>
                    <a:pt x="35190" y="72372"/>
                  </a:cubicBezTo>
                  <a:close/>
                  <a:moveTo>
                    <a:pt x="35190" y="59767"/>
                  </a:moveTo>
                  <a:cubicBezTo>
                    <a:pt x="46006" y="59767"/>
                    <a:pt x="56711" y="52006"/>
                    <a:pt x="56711" y="36112"/>
                  </a:cubicBezTo>
                  <a:cubicBezTo>
                    <a:pt x="56711" y="20218"/>
                    <a:pt x="46376" y="12567"/>
                    <a:pt x="35560" y="12567"/>
                  </a:cubicBezTo>
                  <a:cubicBezTo>
                    <a:pt x="24744" y="12567"/>
                    <a:pt x="14780" y="20181"/>
                    <a:pt x="14780" y="36112"/>
                  </a:cubicBezTo>
                  <a:cubicBezTo>
                    <a:pt x="14780" y="52042"/>
                    <a:pt x="24225" y="59767"/>
                    <a:pt x="35190" y="59767"/>
                  </a:cubicBezTo>
                  <a:close/>
                </a:path>
              </a:pathLst>
            </a:custGeom>
            <a:solidFill>
              <a:srgbClr val="FEF8E8"/>
            </a:solidFill>
            <a:ln w="3692" cap="flat">
              <a:noFill/>
              <a:prstDash val="solid"/>
              <a:miter/>
            </a:ln>
          </p:spPr>
          <p:txBody>
            <a:bodyPr rtlCol="0" anchor="ctr"/>
            <a:lstStyle/>
            <a:p>
              <a:endParaRPr lang="en-US"/>
            </a:p>
          </p:txBody>
        </p:sp>
        <p:sp>
          <p:nvSpPr>
            <p:cNvPr id="41" name="Freeform 40">
              <a:extLst>
                <a:ext uri="{FF2B5EF4-FFF2-40B4-BE49-F238E27FC236}">
                  <a16:creationId xmlns:a16="http://schemas.microsoft.com/office/drawing/2014/main" id="{03BB087D-B1A0-3F95-BABB-091F1C5800AF}"/>
                </a:ext>
              </a:extLst>
            </p:cNvPr>
            <p:cNvSpPr>
              <a:spLocks noGrp="1" noRot="1" noMove="1" noResize="1" noEditPoints="1" noAdjustHandles="1" noChangeArrowheads="1" noChangeShapeType="1"/>
            </p:cNvSpPr>
            <p:nvPr/>
          </p:nvSpPr>
          <p:spPr>
            <a:xfrm>
              <a:off x="4786560" y="6030615"/>
              <a:ext cx="35560" cy="71225"/>
            </a:xfrm>
            <a:custGeom>
              <a:avLst/>
              <a:gdLst>
                <a:gd name="connsiteX0" fmla="*/ 14520 w 35560"/>
                <a:gd name="connsiteY0" fmla="*/ 71226 h 71225"/>
                <a:gd name="connsiteX1" fmla="*/ 0 w 35560"/>
                <a:gd name="connsiteY1" fmla="*/ 71226 h 71225"/>
                <a:gd name="connsiteX2" fmla="*/ 0 w 35560"/>
                <a:gd name="connsiteY2" fmla="*/ 1146 h 71225"/>
                <a:gd name="connsiteX3" fmla="*/ 14520 w 35560"/>
                <a:gd name="connsiteY3" fmla="*/ 1146 h 71225"/>
                <a:gd name="connsiteX4" fmla="*/ 14520 w 35560"/>
                <a:gd name="connsiteY4" fmla="*/ 11310 h 71225"/>
                <a:gd name="connsiteX5" fmla="*/ 35560 w 35560"/>
                <a:gd name="connsiteY5" fmla="*/ 0 h 71225"/>
                <a:gd name="connsiteX6" fmla="*/ 35560 w 35560"/>
                <a:gd name="connsiteY6" fmla="*/ 15007 h 71225"/>
                <a:gd name="connsiteX7" fmla="*/ 31856 w 35560"/>
                <a:gd name="connsiteY7" fmla="*/ 15007 h 71225"/>
                <a:gd name="connsiteX8" fmla="*/ 14520 w 35560"/>
                <a:gd name="connsiteY8" fmla="*/ 34338 h 71225"/>
                <a:gd name="connsiteX9" fmla="*/ 14520 w 35560"/>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solidFill>
              <a:srgbClr val="FEF8E8"/>
            </a:solidFill>
            <a:ln w="3692"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7B4FC022-D478-2B9D-B189-52D84D7F926D}"/>
                </a:ext>
              </a:extLst>
            </p:cNvPr>
            <p:cNvSpPr>
              <a:spLocks noGrp="1" noRot="1" noMove="1" noResize="1" noEditPoints="1" noAdjustHandles="1" noChangeArrowheads="1" noChangeShapeType="1"/>
            </p:cNvSpPr>
            <p:nvPr/>
          </p:nvSpPr>
          <p:spPr>
            <a:xfrm>
              <a:off x="4832602" y="6030615"/>
              <a:ext cx="113939" cy="71225"/>
            </a:xfrm>
            <a:custGeom>
              <a:avLst/>
              <a:gdLst>
                <a:gd name="connsiteX0" fmla="*/ 99531 w 113939"/>
                <a:gd name="connsiteY0" fmla="*/ 32046 h 71225"/>
                <a:gd name="connsiteX1" fmla="*/ 81936 w 113939"/>
                <a:gd name="connsiteY1" fmla="*/ 12604 h 71225"/>
                <a:gd name="connsiteX2" fmla="*/ 64230 w 113939"/>
                <a:gd name="connsiteY2" fmla="*/ 32046 h 71225"/>
                <a:gd name="connsiteX3" fmla="*/ 64230 w 113939"/>
                <a:gd name="connsiteY3" fmla="*/ 71226 h 71225"/>
                <a:gd name="connsiteX4" fmla="*/ 49821 w 113939"/>
                <a:gd name="connsiteY4" fmla="*/ 71226 h 71225"/>
                <a:gd name="connsiteX5" fmla="*/ 49821 w 113939"/>
                <a:gd name="connsiteY5" fmla="*/ 32046 h 71225"/>
                <a:gd name="connsiteX6" fmla="*/ 32226 w 113939"/>
                <a:gd name="connsiteY6" fmla="*/ 12604 h 71225"/>
                <a:gd name="connsiteX7" fmla="*/ 14520 w 113939"/>
                <a:gd name="connsiteY7" fmla="*/ 32046 h 71225"/>
                <a:gd name="connsiteX8" fmla="*/ 14520 w 113939"/>
                <a:gd name="connsiteY8" fmla="*/ 71226 h 71225"/>
                <a:gd name="connsiteX9" fmla="*/ 0 w 113939"/>
                <a:gd name="connsiteY9" fmla="*/ 71226 h 71225"/>
                <a:gd name="connsiteX10" fmla="*/ 0 w 113939"/>
                <a:gd name="connsiteY10" fmla="*/ 1146 h 71225"/>
                <a:gd name="connsiteX11" fmla="*/ 14520 w 113939"/>
                <a:gd name="connsiteY11" fmla="*/ 1146 h 71225"/>
                <a:gd name="connsiteX12" fmla="*/ 14520 w 113939"/>
                <a:gd name="connsiteY12" fmla="*/ 9167 h 71225"/>
                <a:gd name="connsiteX13" fmla="*/ 35301 w 113939"/>
                <a:gd name="connsiteY13" fmla="*/ 0 h 71225"/>
                <a:gd name="connsiteX14" fmla="*/ 60526 w 113939"/>
                <a:gd name="connsiteY14" fmla="*/ 13861 h 71225"/>
                <a:gd name="connsiteX15" fmla="*/ 85010 w 113939"/>
                <a:gd name="connsiteY15" fmla="*/ 0 h 71225"/>
                <a:gd name="connsiteX16" fmla="*/ 113940 w 113939"/>
                <a:gd name="connsiteY16" fmla="*/ 29902 h 71225"/>
                <a:gd name="connsiteX17" fmla="*/ 113940 w 113939"/>
                <a:gd name="connsiteY17" fmla="*/ 71226 h 71225"/>
                <a:gd name="connsiteX18" fmla="*/ 99531 w 113939"/>
                <a:gd name="connsiteY18" fmla="*/ 71226 h 71225"/>
                <a:gd name="connsiteX19" fmla="*/ 99531 w 113939"/>
                <a:gd name="connsiteY19" fmla="*/ 3204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939" h="71225">
                  <a:moveTo>
                    <a:pt x="99531" y="32046"/>
                  </a:moveTo>
                  <a:cubicBezTo>
                    <a:pt x="99531" y="19183"/>
                    <a:pt x="92530" y="12604"/>
                    <a:pt x="81936" y="12604"/>
                  </a:cubicBezTo>
                  <a:cubicBezTo>
                    <a:pt x="71342" y="12604"/>
                    <a:pt x="64230" y="19220"/>
                    <a:pt x="64230" y="32046"/>
                  </a:cubicBezTo>
                  <a:lnTo>
                    <a:pt x="64230" y="71226"/>
                  </a:lnTo>
                  <a:lnTo>
                    <a:pt x="49821" y="71226"/>
                  </a:lnTo>
                  <a:lnTo>
                    <a:pt x="49821" y="32046"/>
                  </a:lnTo>
                  <a:cubicBezTo>
                    <a:pt x="49821" y="19183"/>
                    <a:pt x="42820" y="12604"/>
                    <a:pt x="32226" y="12604"/>
                  </a:cubicBezTo>
                  <a:cubicBezTo>
                    <a:pt x="21632" y="12604"/>
                    <a:pt x="14520" y="19220"/>
                    <a:pt x="14520" y="32046"/>
                  </a:cubicBezTo>
                  <a:lnTo>
                    <a:pt x="14520" y="71226"/>
                  </a:lnTo>
                  <a:lnTo>
                    <a:pt x="0" y="71226"/>
                  </a:lnTo>
                  <a:lnTo>
                    <a:pt x="0" y="1146"/>
                  </a:lnTo>
                  <a:lnTo>
                    <a:pt x="14520" y="1146"/>
                  </a:lnTo>
                  <a:lnTo>
                    <a:pt x="14520" y="9167"/>
                  </a:lnTo>
                  <a:cubicBezTo>
                    <a:pt x="19224" y="3437"/>
                    <a:pt x="26892" y="0"/>
                    <a:pt x="35301" y="0"/>
                  </a:cubicBezTo>
                  <a:cubicBezTo>
                    <a:pt x="46376" y="0"/>
                    <a:pt x="55673" y="4694"/>
                    <a:pt x="60526" y="13861"/>
                  </a:cubicBezTo>
                  <a:cubicBezTo>
                    <a:pt x="64860" y="5359"/>
                    <a:pt x="74787" y="0"/>
                    <a:pt x="85010" y="0"/>
                  </a:cubicBezTo>
                  <a:cubicBezTo>
                    <a:pt x="101457" y="0"/>
                    <a:pt x="113940" y="10312"/>
                    <a:pt x="113940" y="29902"/>
                  </a:cubicBezTo>
                  <a:lnTo>
                    <a:pt x="113940" y="71226"/>
                  </a:lnTo>
                  <a:lnTo>
                    <a:pt x="99531" y="71226"/>
                  </a:lnTo>
                  <a:lnTo>
                    <a:pt x="99531" y="32046"/>
                  </a:lnTo>
                  <a:close/>
                </a:path>
              </a:pathLst>
            </a:custGeom>
            <a:solidFill>
              <a:srgbClr val="FEF8E8"/>
            </a:solidFill>
            <a:ln w="3692" cap="flat">
              <a:noFill/>
              <a:prstDash val="solid"/>
              <a:miter/>
            </a:ln>
          </p:spPr>
          <p:txBody>
            <a:bodyPr rtlCol="0" anchor="ctr"/>
            <a:lstStyle/>
            <a:p>
              <a:endParaRPr lang="en-US"/>
            </a:p>
          </p:txBody>
        </p:sp>
      </p:grpSp>
    </p:spTree>
    <p:extLst>
      <p:ext uri="{BB962C8B-B14F-4D97-AF65-F5344CB8AC3E}">
        <p14:creationId xmlns:p14="http://schemas.microsoft.com/office/powerpoint/2010/main" val="10108160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olid (White)">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7A820F9-E9D1-E91A-FF2D-9803FCD8ECB2}"/>
              </a:ext>
            </a:extLst>
          </p:cNvPr>
          <p:cNvSpPr>
            <a:spLocks noGrp="1"/>
          </p:cNvSpPr>
          <p:nvPr>
            <p:ph type="ctrTitle"/>
          </p:nvPr>
        </p:nvSpPr>
        <p:spPr>
          <a:xfrm>
            <a:off x="838200" y="1040248"/>
            <a:ext cx="10515598" cy="1950521"/>
          </a:xfrm>
        </p:spPr>
        <p:txBody>
          <a:bodyPr anchor="b">
            <a:noAutofit/>
          </a:bodyPr>
          <a:lstStyle>
            <a:lvl1pPr algn="ctr">
              <a:lnSpc>
                <a:spcPts val="4400"/>
              </a:lnSpc>
              <a:defRPr sz="4000" b="0" i="0">
                <a:solidFill>
                  <a:schemeClr val="tx1"/>
                </a:solidFill>
              </a:defRPr>
            </a:lvl1pPr>
          </a:lstStyle>
          <a:p>
            <a:r>
              <a:rPr lang="en-US"/>
              <a:t>Click to edit Master title style</a:t>
            </a:r>
          </a:p>
        </p:txBody>
      </p:sp>
      <p:sp>
        <p:nvSpPr>
          <p:cNvPr id="6" name="Subtitle 2">
            <a:extLst>
              <a:ext uri="{FF2B5EF4-FFF2-40B4-BE49-F238E27FC236}">
                <a16:creationId xmlns:a16="http://schemas.microsoft.com/office/drawing/2014/main" id="{D72DA3B1-FE0C-BFFA-7D11-6DDA5C6344A3}"/>
              </a:ext>
            </a:extLst>
          </p:cNvPr>
          <p:cNvSpPr>
            <a:spLocks noGrp="1"/>
          </p:cNvSpPr>
          <p:nvPr>
            <p:ph type="subTitle" idx="1"/>
          </p:nvPr>
        </p:nvSpPr>
        <p:spPr>
          <a:xfrm>
            <a:off x="838199" y="3219370"/>
            <a:ext cx="10515597" cy="720024"/>
          </a:xfrm>
        </p:spPr>
        <p:txBody>
          <a:bodyPr>
            <a:noAutofit/>
          </a:bodyPr>
          <a:lstStyle>
            <a:lvl1pPr marL="0" indent="0" algn="ctr">
              <a:lnSpc>
                <a:spcPts val="2400"/>
              </a:lnSpc>
              <a:buNone/>
              <a:defRPr sz="2000" b="0" i="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Text Placeholder 16">
            <a:extLst>
              <a:ext uri="{FF2B5EF4-FFF2-40B4-BE49-F238E27FC236}">
                <a16:creationId xmlns:a16="http://schemas.microsoft.com/office/drawing/2014/main" id="{7DBFFB9F-DAA6-17F2-9BE1-F77100D92F11}"/>
              </a:ext>
            </a:extLst>
          </p:cNvPr>
          <p:cNvSpPr>
            <a:spLocks noGrp="1"/>
          </p:cNvSpPr>
          <p:nvPr>
            <p:ph type="body" sz="quarter" idx="10"/>
          </p:nvPr>
        </p:nvSpPr>
        <p:spPr>
          <a:xfrm>
            <a:off x="838200" y="4152820"/>
            <a:ext cx="10515600" cy="205184"/>
          </a:xfrm>
        </p:spPr>
        <p:txBody>
          <a:bodyPr>
            <a:spAutoFit/>
          </a:bodyPr>
          <a:lstStyle>
            <a:lvl1pPr marL="0" indent="0" algn="ctr">
              <a:buFontTx/>
              <a:buNone/>
              <a:defRPr b="0" i="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grpSp>
        <p:nvGrpSpPr>
          <p:cNvPr id="8" name="Group 7">
            <a:extLst>
              <a:ext uri="{FF2B5EF4-FFF2-40B4-BE49-F238E27FC236}">
                <a16:creationId xmlns:a16="http://schemas.microsoft.com/office/drawing/2014/main" id="{C5D0C655-A11B-C253-AFB0-4F04797514B9}"/>
              </a:ext>
            </a:extLst>
          </p:cNvPr>
          <p:cNvGrpSpPr>
            <a:grpSpLocks noGrp="1" noUngrp="1" noRot="1" noMove="1" noResize="1"/>
          </p:cNvGrpSpPr>
          <p:nvPr userDrawn="1"/>
        </p:nvGrpSpPr>
        <p:grpSpPr>
          <a:xfrm>
            <a:off x="5034663" y="5626761"/>
            <a:ext cx="2122674" cy="623780"/>
            <a:chOff x="2649665" y="5459914"/>
            <a:chExt cx="2297877" cy="675266"/>
          </a:xfrm>
          <a:solidFill>
            <a:schemeClr val="tx2"/>
          </a:solidFill>
        </p:grpSpPr>
        <p:sp>
          <p:nvSpPr>
            <p:cNvPr id="9" name="Freeform 8">
              <a:extLst>
                <a:ext uri="{FF2B5EF4-FFF2-40B4-BE49-F238E27FC236}">
                  <a16:creationId xmlns:a16="http://schemas.microsoft.com/office/drawing/2014/main" id="{BF7B778D-7E73-9D7A-661B-D1C46542967B}"/>
                </a:ext>
              </a:extLst>
            </p:cNvPr>
            <p:cNvSpPr>
              <a:spLocks noGrp="1" noRot="1" noMove="1" noResize="1" noEditPoints="1" noAdjustHandles="1" noChangeArrowheads="1" noChangeShapeType="1"/>
            </p:cNvSpPr>
            <p:nvPr/>
          </p:nvSpPr>
          <p:spPr>
            <a:xfrm>
              <a:off x="3209512" y="5624255"/>
              <a:ext cx="144721" cy="250528"/>
            </a:xfrm>
            <a:custGeom>
              <a:avLst/>
              <a:gdLst>
                <a:gd name="connsiteX0" fmla="*/ 141203 w 144721"/>
                <a:gd name="connsiteY0" fmla="*/ 204511 h 250528"/>
                <a:gd name="connsiteX1" fmla="*/ 144722 w 144721"/>
                <a:gd name="connsiteY1" fmla="*/ 208022 h 250528"/>
                <a:gd name="connsiteX2" fmla="*/ 144722 w 144721"/>
                <a:gd name="connsiteY2" fmla="*/ 247017 h 250528"/>
                <a:gd name="connsiteX3" fmla="*/ 141203 w 144721"/>
                <a:gd name="connsiteY3" fmla="*/ 250528 h 250528"/>
                <a:gd name="connsiteX4" fmla="*/ 3519 w 144721"/>
                <a:gd name="connsiteY4" fmla="*/ 250528 h 250528"/>
                <a:gd name="connsiteX5" fmla="*/ 0 w 144721"/>
                <a:gd name="connsiteY5" fmla="*/ 247017 h 250528"/>
                <a:gd name="connsiteX6" fmla="*/ 0 w 144721"/>
                <a:gd name="connsiteY6" fmla="*/ 3511 h 250528"/>
                <a:gd name="connsiteX7" fmla="*/ 3519 w 144721"/>
                <a:gd name="connsiteY7" fmla="*/ 0 h 250528"/>
                <a:gd name="connsiteX8" fmla="*/ 48599 w 144721"/>
                <a:gd name="connsiteY8" fmla="*/ 0 h 250528"/>
                <a:gd name="connsiteX9" fmla="*/ 52118 w 144721"/>
                <a:gd name="connsiteY9" fmla="*/ 3511 h 250528"/>
                <a:gd name="connsiteX10" fmla="*/ 52118 w 144721"/>
                <a:gd name="connsiteY10" fmla="*/ 200999 h 250528"/>
                <a:gd name="connsiteX11" fmla="*/ 55636 w 144721"/>
                <a:gd name="connsiteY11" fmla="*/ 204511 h 250528"/>
                <a:gd name="connsiteX12" fmla="*/ 141203 w 144721"/>
                <a:gd name="connsiteY12" fmla="*/ 204511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21" h="250528">
                  <a:moveTo>
                    <a:pt x="141203" y="204511"/>
                  </a:moveTo>
                  <a:cubicBezTo>
                    <a:pt x="143536" y="204511"/>
                    <a:pt x="144722" y="205693"/>
                    <a:pt x="144722" y="208022"/>
                  </a:cubicBezTo>
                  <a:lnTo>
                    <a:pt x="144722" y="247017"/>
                  </a:lnTo>
                  <a:cubicBezTo>
                    <a:pt x="144722" y="249345"/>
                    <a:pt x="143536" y="250528"/>
                    <a:pt x="141203" y="250528"/>
                  </a:cubicBezTo>
                  <a:lnTo>
                    <a:pt x="3519" y="250528"/>
                  </a:lnTo>
                  <a:cubicBezTo>
                    <a:pt x="1185" y="250528"/>
                    <a:pt x="0" y="249345"/>
                    <a:pt x="0" y="247017"/>
                  </a:cubicBezTo>
                  <a:lnTo>
                    <a:pt x="0" y="3511"/>
                  </a:lnTo>
                  <a:cubicBezTo>
                    <a:pt x="0" y="1183"/>
                    <a:pt x="1185" y="0"/>
                    <a:pt x="3519" y="0"/>
                  </a:cubicBezTo>
                  <a:lnTo>
                    <a:pt x="48599" y="0"/>
                  </a:lnTo>
                  <a:cubicBezTo>
                    <a:pt x="50932" y="0"/>
                    <a:pt x="52118" y="1183"/>
                    <a:pt x="52118" y="3511"/>
                  </a:cubicBezTo>
                  <a:lnTo>
                    <a:pt x="52118" y="200999"/>
                  </a:lnTo>
                  <a:cubicBezTo>
                    <a:pt x="52118" y="203328"/>
                    <a:pt x="53303" y="204511"/>
                    <a:pt x="55636" y="204511"/>
                  </a:cubicBezTo>
                  <a:lnTo>
                    <a:pt x="141203" y="204511"/>
                  </a:lnTo>
                  <a:close/>
                </a:path>
              </a:pathLst>
            </a:custGeom>
            <a:grpFill/>
            <a:ln w="3692" cap="flat">
              <a:noFill/>
              <a:prstDash val="solid"/>
              <a:miter/>
            </a:ln>
          </p:spPr>
          <p:txBody>
            <a:bodyPr rtlCol="0" anchor="ctr"/>
            <a:lstStyle/>
            <a:p>
              <a:endParaRPr lang="en-US">
                <a:solidFill>
                  <a:schemeClr val="tx1"/>
                </a:solidFill>
              </a:endParaRPr>
            </a:p>
          </p:txBody>
        </p:sp>
        <p:sp>
          <p:nvSpPr>
            <p:cNvPr id="10" name="Freeform 9">
              <a:extLst>
                <a:ext uri="{FF2B5EF4-FFF2-40B4-BE49-F238E27FC236}">
                  <a16:creationId xmlns:a16="http://schemas.microsoft.com/office/drawing/2014/main" id="{00BDF6CD-649E-3C0F-2591-4222ADB461E2}"/>
                </a:ext>
              </a:extLst>
            </p:cNvPr>
            <p:cNvSpPr>
              <a:spLocks noGrp="1" noRot="1" noMove="1" noResize="1" noEditPoints="1" noAdjustHandles="1" noChangeArrowheads="1" noChangeShapeType="1"/>
            </p:cNvSpPr>
            <p:nvPr/>
          </p:nvSpPr>
          <p:spPr>
            <a:xfrm>
              <a:off x="3418177" y="5624255"/>
              <a:ext cx="255689" cy="250602"/>
            </a:xfrm>
            <a:custGeom>
              <a:avLst/>
              <a:gdLst>
                <a:gd name="connsiteX0" fmla="*/ 113412 w 255689"/>
                <a:gd name="connsiteY0" fmla="*/ 2476 h 250602"/>
                <a:gd name="connsiteX1" fmla="*/ 117635 w 255689"/>
                <a:gd name="connsiteY1" fmla="*/ 0 h 250602"/>
                <a:gd name="connsiteX2" fmla="*/ 138415 w 255689"/>
                <a:gd name="connsiteY2" fmla="*/ 0 h 250602"/>
                <a:gd name="connsiteX3" fmla="*/ 142638 w 255689"/>
                <a:gd name="connsiteY3" fmla="*/ 2476 h 250602"/>
                <a:gd name="connsiteX4" fmla="*/ 255319 w 255689"/>
                <a:gd name="connsiteY4" fmla="*/ 246352 h 250602"/>
                <a:gd name="connsiteX5" fmla="*/ 255689 w 255689"/>
                <a:gd name="connsiteY5" fmla="*/ 248126 h 250602"/>
                <a:gd name="connsiteX6" fmla="*/ 252874 w 255689"/>
                <a:gd name="connsiteY6" fmla="*/ 250602 h 250602"/>
                <a:gd name="connsiteX7" fmla="*/ 202868 w 255689"/>
                <a:gd name="connsiteY7" fmla="*/ 250602 h 250602"/>
                <a:gd name="connsiteX8" fmla="*/ 198645 w 255689"/>
                <a:gd name="connsiteY8" fmla="*/ 248126 h 250602"/>
                <a:gd name="connsiteX9" fmla="*/ 181050 w 255689"/>
                <a:gd name="connsiteY9" fmla="*/ 210166 h 250602"/>
                <a:gd name="connsiteX10" fmla="*/ 177161 w 255689"/>
                <a:gd name="connsiteY10" fmla="*/ 207689 h 250602"/>
                <a:gd name="connsiteX11" fmla="*/ 78556 w 255689"/>
                <a:gd name="connsiteY11" fmla="*/ 207689 h 250602"/>
                <a:gd name="connsiteX12" fmla="*/ 74333 w 255689"/>
                <a:gd name="connsiteY12" fmla="*/ 210166 h 250602"/>
                <a:gd name="connsiteX13" fmla="*/ 56739 w 255689"/>
                <a:gd name="connsiteY13" fmla="*/ 248126 h 250602"/>
                <a:gd name="connsiteX14" fmla="*/ 52849 w 255689"/>
                <a:gd name="connsiteY14" fmla="*/ 250602 h 250602"/>
                <a:gd name="connsiteX15" fmla="*/ 2843 w 255689"/>
                <a:gd name="connsiteY15" fmla="*/ 250602 h 250602"/>
                <a:gd name="connsiteX16" fmla="*/ 361 w 255689"/>
                <a:gd name="connsiteY16" fmla="*/ 249382 h 250602"/>
                <a:gd name="connsiteX17" fmla="*/ 361 w 255689"/>
                <a:gd name="connsiteY17" fmla="*/ 246388 h 250602"/>
                <a:gd name="connsiteX18" fmla="*/ 113412 w 255689"/>
                <a:gd name="connsiteY18" fmla="*/ 2513 h 250602"/>
                <a:gd name="connsiteX19" fmla="*/ 96188 w 255689"/>
                <a:gd name="connsiteY19" fmla="*/ 157421 h 250602"/>
                <a:gd name="connsiteX20" fmla="*/ 95817 w 255689"/>
                <a:gd name="connsiteY20" fmla="*/ 159195 h 250602"/>
                <a:gd name="connsiteX21" fmla="*/ 98633 w 255689"/>
                <a:gd name="connsiteY21" fmla="*/ 161672 h 250602"/>
                <a:gd name="connsiteX22" fmla="*/ 157084 w 255689"/>
                <a:gd name="connsiteY22" fmla="*/ 161672 h 250602"/>
                <a:gd name="connsiteX23" fmla="*/ 159566 w 255689"/>
                <a:gd name="connsiteY23" fmla="*/ 160452 h 250602"/>
                <a:gd name="connsiteX24" fmla="*/ 159566 w 255689"/>
                <a:gd name="connsiteY24" fmla="*/ 157458 h 250602"/>
                <a:gd name="connsiteX25" fmla="*/ 130340 w 255689"/>
                <a:gd name="connsiteY25" fmla="*/ 89633 h 250602"/>
                <a:gd name="connsiteX26" fmla="*/ 127859 w 255689"/>
                <a:gd name="connsiteY26" fmla="*/ 87859 h 250602"/>
                <a:gd name="connsiteX27" fmla="*/ 125377 w 255689"/>
                <a:gd name="connsiteY27" fmla="*/ 89633 h 250602"/>
                <a:gd name="connsiteX28" fmla="*/ 96151 w 255689"/>
                <a:gd name="connsiteY28" fmla="*/ 157458 h 25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5689" h="250602">
                  <a:moveTo>
                    <a:pt x="113412" y="2476"/>
                  </a:moveTo>
                  <a:cubicBezTo>
                    <a:pt x="114116" y="850"/>
                    <a:pt x="115524" y="0"/>
                    <a:pt x="117635" y="0"/>
                  </a:cubicBezTo>
                  <a:lnTo>
                    <a:pt x="138415" y="0"/>
                  </a:lnTo>
                  <a:cubicBezTo>
                    <a:pt x="140527" y="0"/>
                    <a:pt x="141934" y="813"/>
                    <a:pt x="142638" y="2476"/>
                  </a:cubicBezTo>
                  <a:lnTo>
                    <a:pt x="255319" y="246352"/>
                  </a:lnTo>
                  <a:cubicBezTo>
                    <a:pt x="255541" y="246832"/>
                    <a:pt x="255689" y="247423"/>
                    <a:pt x="255689" y="248126"/>
                  </a:cubicBezTo>
                  <a:cubicBezTo>
                    <a:pt x="255689" y="249752"/>
                    <a:pt x="254763" y="250602"/>
                    <a:pt x="252874" y="250602"/>
                  </a:cubicBezTo>
                  <a:lnTo>
                    <a:pt x="202868" y="250602"/>
                  </a:lnTo>
                  <a:cubicBezTo>
                    <a:pt x="200756" y="250602"/>
                    <a:pt x="199349" y="249789"/>
                    <a:pt x="198645" y="248126"/>
                  </a:cubicBezTo>
                  <a:lnTo>
                    <a:pt x="181050" y="210166"/>
                  </a:lnTo>
                  <a:cubicBezTo>
                    <a:pt x="180346" y="208539"/>
                    <a:pt x="179050" y="207689"/>
                    <a:pt x="177161" y="207689"/>
                  </a:cubicBezTo>
                  <a:lnTo>
                    <a:pt x="78556" y="207689"/>
                  </a:lnTo>
                  <a:cubicBezTo>
                    <a:pt x="76445" y="207689"/>
                    <a:pt x="75037" y="208502"/>
                    <a:pt x="74333" y="210166"/>
                  </a:cubicBezTo>
                  <a:lnTo>
                    <a:pt x="56739" y="248126"/>
                  </a:lnTo>
                  <a:cubicBezTo>
                    <a:pt x="56035" y="249752"/>
                    <a:pt x="54738" y="250602"/>
                    <a:pt x="52849" y="250602"/>
                  </a:cubicBezTo>
                  <a:lnTo>
                    <a:pt x="2843" y="250602"/>
                  </a:lnTo>
                  <a:cubicBezTo>
                    <a:pt x="1658" y="250602"/>
                    <a:pt x="843" y="250196"/>
                    <a:pt x="361" y="249382"/>
                  </a:cubicBezTo>
                  <a:cubicBezTo>
                    <a:pt x="-120" y="248569"/>
                    <a:pt x="-120" y="247571"/>
                    <a:pt x="361" y="246388"/>
                  </a:cubicBezTo>
                  <a:lnTo>
                    <a:pt x="113412" y="2513"/>
                  </a:lnTo>
                  <a:close/>
                  <a:moveTo>
                    <a:pt x="96188" y="157421"/>
                  </a:moveTo>
                  <a:cubicBezTo>
                    <a:pt x="95966" y="157902"/>
                    <a:pt x="95817" y="158493"/>
                    <a:pt x="95817" y="159195"/>
                  </a:cubicBezTo>
                  <a:cubicBezTo>
                    <a:pt x="95817" y="160822"/>
                    <a:pt x="96743" y="161672"/>
                    <a:pt x="98633" y="161672"/>
                  </a:cubicBezTo>
                  <a:lnTo>
                    <a:pt x="157084" y="161672"/>
                  </a:lnTo>
                  <a:cubicBezTo>
                    <a:pt x="158270" y="161672"/>
                    <a:pt x="159085" y="161265"/>
                    <a:pt x="159566" y="160452"/>
                  </a:cubicBezTo>
                  <a:cubicBezTo>
                    <a:pt x="160048" y="159639"/>
                    <a:pt x="160048" y="158641"/>
                    <a:pt x="159566" y="157458"/>
                  </a:cubicBezTo>
                  <a:lnTo>
                    <a:pt x="130340" y="89633"/>
                  </a:lnTo>
                  <a:cubicBezTo>
                    <a:pt x="130118" y="88450"/>
                    <a:pt x="129266" y="87859"/>
                    <a:pt x="127859" y="87859"/>
                  </a:cubicBezTo>
                  <a:cubicBezTo>
                    <a:pt x="126932" y="87859"/>
                    <a:pt x="126080" y="88450"/>
                    <a:pt x="125377" y="89633"/>
                  </a:cubicBezTo>
                  <a:lnTo>
                    <a:pt x="96151" y="157458"/>
                  </a:lnTo>
                  <a:close/>
                </a:path>
              </a:pathLst>
            </a:custGeom>
            <a:grpFill/>
            <a:ln w="3692" cap="flat">
              <a:noFill/>
              <a:prstDash val="solid"/>
              <a:miter/>
            </a:ln>
          </p:spPr>
          <p:txBody>
            <a:bodyPr rtlCol="0" anchor="ctr"/>
            <a:lstStyle/>
            <a:p>
              <a:endParaRPr lang="en-US">
                <a:solidFill>
                  <a:schemeClr val="tx1"/>
                </a:solidFill>
              </a:endParaRPr>
            </a:p>
          </p:txBody>
        </p:sp>
        <p:sp>
          <p:nvSpPr>
            <p:cNvPr id="11" name="Freeform 10">
              <a:extLst>
                <a:ext uri="{FF2B5EF4-FFF2-40B4-BE49-F238E27FC236}">
                  <a16:creationId xmlns:a16="http://schemas.microsoft.com/office/drawing/2014/main" id="{6C998A20-2DF6-7F25-727D-61D8F4D6D7AD}"/>
                </a:ext>
              </a:extLst>
            </p:cNvPr>
            <p:cNvSpPr>
              <a:spLocks noGrp="1" noRot="1" noMove="1" noResize="1" noEditPoints="1" noAdjustHandles="1" noChangeArrowheads="1" noChangeShapeType="1"/>
            </p:cNvSpPr>
            <p:nvPr/>
          </p:nvSpPr>
          <p:spPr>
            <a:xfrm>
              <a:off x="3736096"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2 w 202839"/>
                <a:gd name="connsiteY3" fmla="*/ 248421 h 250528"/>
                <a:gd name="connsiteX4" fmla="*/ 56377 w 202839"/>
                <a:gd name="connsiteY4" fmla="*/ 105748 h 250528"/>
                <a:gd name="connsiteX5" fmla="*/ 53896 w 202839"/>
                <a:gd name="connsiteY5" fmla="*/ 104344 h 250528"/>
                <a:gd name="connsiteX6" fmla="*/ 52117 w 202839"/>
                <a:gd name="connsiteY6" fmla="*/ 107522 h 250528"/>
                <a:gd name="connsiteX7" fmla="*/ 52117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7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2" y="248421"/>
                  </a:cubicBezTo>
                  <a:lnTo>
                    <a:pt x="56377" y="105748"/>
                  </a:lnTo>
                  <a:cubicBezTo>
                    <a:pt x="55451" y="104824"/>
                    <a:pt x="54599" y="104344"/>
                    <a:pt x="53896" y="104344"/>
                  </a:cubicBezTo>
                  <a:cubicBezTo>
                    <a:pt x="52710" y="104344"/>
                    <a:pt x="52117" y="105416"/>
                    <a:pt x="52117" y="107522"/>
                  </a:cubicBezTo>
                  <a:lnTo>
                    <a:pt x="52117" y="247017"/>
                  </a:lnTo>
                  <a:cubicBezTo>
                    <a:pt x="52117"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7" y="2107"/>
                  </a:cubicBezTo>
                  <a:lnTo>
                    <a:pt x="146463" y="144410"/>
                  </a:lnTo>
                  <a:cubicBezTo>
                    <a:pt x="147166"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tx1"/>
                </a:solidFill>
              </a:endParaRPr>
            </a:p>
          </p:txBody>
        </p:sp>
        <p:sp>
          <p:nvSpPr>
            <p:cNvPr id="12" name="Freeform 11">
              <a:extLst>
                <a:ext uri="{FF2B5EF4-FFF2-40B4-BE49-F238E27FC236}">
                  <a16:creationId xmlns:a16="http://schemas.microsoft.com/office/drawing/2014/main" id="{AF05F644-7ED2-596D-E43D-685C20212C47}"/>
                </a:ext>
              </a:extLst>
            </p:cNvPr>
            <p:cNvSpPr>
              <a:spLocks noGrp="1" noRot="1" noMove="1" noResize="1" noEditPoints="1" noAdjustHandles="1" noChangeArrowheads="1" noChangeShapeType="1"/>
            </p:cNvSpPr>
            <p:nvPr/>
          </p:nvSpPr>
          <p:spPr>
            <a:xfrm>
              <a:off x="4009389" y="5624255"/>
              <a:ext cx="176058" cy="250528"/>
            </a:xfrm>
            <a:custGeom>
              <a:avLst/>
              <a:gdLst>
                <a:gd name="connsiteX0" fmla="*/ 172540 w 176058"/>
                <a:gd name="connsiteY0" fmla="*/ 0 h 250528"/>
                <a:gd name="connsiteX1" fmla="*/ 176059 w 176058"/>
                <a:gd name="connsiteY1" fmla="*/ 3511 h 250528"/>
                <a:gd name="connsiteX2" fmla="*/ 176059 w 176058"/>
                <a:gd name="connsiteY2" fmla="*/ 42506 h 250528"/>
                <a:gd name="connsiteX3" fmla="*/ 172540 w 176058"/>
                <a:gd name="connsiteY3" fmla="*/ 46018 h 250528"/>
                <a:gd name="connsiteX4" fmla="*/ 117607 w 176058"/>
                <a:gd name="connsiteY4" fmla="*/ 46018 h 250528"/>
                <a:gd name="connsiteX5" fmla="*/ 114088 w 176058"/>
                <a:gd name="connsiteY5" fmla="*/ 49529 h 250528"/>
                <a:gd name="connsiteX6" fmla="*/ 114088 w 176058"/>
                <a:gd name="connsiteY6" fmla="*/ 247017 h 250528"/>
                <a:gd name="connsiteX7" fmla="*/ 110569 w 176058"/>
                <a:gd name="connsiteY7" fmla="*/ 250528 h 250528"/>
                <a:gd name="connsiteX8" fmla="*/ 65860 w 176058"/>
                <a:gd name="connsiteY8" fmla="*/ 250528 h 250528"/>
                <a:gd name="connsiteX9" fmla="*/ 62341 w 176058"/>
                <a:gd name="connsiteY9" fmla="*/ 247017 h 250528"/>
                <a:gd name="connsiteX10" fmla="*/ 62341 w 176058"/>
                <a:gd name="connsiteY10" fmla="*/ 49529 h 250528"/>
                <a:gd name="connsiteX11" fmla="*/ 58822 w 176058"/>
                <a:gd name="connsiteY11" fmla="*/ 46018 h 250528"/>
                <a:gd name="connsiteX12" fmla="*/ 3519 w 176058"/>
                <a:gd name="connsiteY12" fmla="*/ 46018 h 250528"/>
                <a:gd name="connsiteX13" fmla="*/ 0 w 176058"/>
                <a:gd name="connsiteY13" fmla="*/ 42506 h 250528"/>
                <a:gd name="connsiteX14" fmla="*/ 0 w 176058"/>
                <a:gd name="connsiteY14" fmla="*/ 3511 h 250528"/>
                <a:gd name="connsiteX15" fmla="*/ 3519 w 176058"/>
                <a:gd name="connsiteY15" fmla="*/ 0 h 250528"/>
                <a:gd name="connsiteX16" fmla="*/ 172540 w 176058"/>
                <a:gd name="connsiteY16" fmla="*/ 0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058" h="250528">
                  <a:moveTo>
                    <a:pt x="172540" y="0"/>
                  </a:moveTo>
                  <a:cubicBezTo>
                    <a:pt x="174873" y="0"/>
                    <a:pt x="176059" y="1183"/>
                    <a:pt x="176059" y="3511"/>
                  </a:cubicBezTo>
                  <a:lnTo>
                    <a:pt x="176059" y="42506"/>
                  </a:lnTo>
                  <a:cubicBezTo>
                    <a:pt x="176059" y="44835"/>
                    <a:pt x="174873" y="46018"/>
                    <a:pt x="172540" y="46018"/>
                  </a:cubicBezTo>
                  <a:lnTo>
                    <a:pt x="117607" y="46018"/>
                  </a:lnTo>
                  <a:cubicBezTo>
                    <a:pt x="115274" y="46018"/>
                    <a:pt x="114088" y="47200"/>
                    <a:pt x="114088" y="49529"/>
                  </a:cubicBezTo>
                  <a:lnTo>
                    <a:pt x="114088" y="247017"/>
                  </a:lnTo>
                  <a:cubicBezTo>
                    <a:pt x="114088" y="249345"/>
                    <a:pt x="112903" y="250528"/>
                    <a:pt x="110569" y="250528"/>
                  </a:cubicBezTo>
                  <a:lnTo>
                    <a:pt x="65860" y="250528"/>
                  </a:lnTo>
                  <a:cubicBezTo>
                    <a:pt x="63526" y="250528"/>
                    <a:pt x="62341" y="249345"/>
                    <a:pt x="62341" y="247017"/>
                  </a:cubicBezTo>
                  <a:lnTo>
                    <a:pt x="62341" y="49529"/>
                  </a:lnTo>
                  <a:cubicBezTo>
                    <a:pt x="62341" y="47200"/>
                    <a:pt x="61156" y="46018"/>
                    <a:pt x="58822" y="46018"/>
                  </a:cubicBezTo>
                  <a:lnTo>
                    <a:pt x="3519" y="46018"/>
                  </a:lnTo>
                  <a:cubicBezTo>
                    <a:pt x="1185" y="46018"/>
                    <a:pt x="0" y="44835"/>
                    <a:pt x="0" y="42506"/>
                  </a:cubicBezTo>
                  <a:lnTo>
                    <a:pt x="0" y="3511"/>
                  </a:lnTo>
                  <a:cubicBezTo>
                    <a:pt x="0" y="1183"/>
                    <a:pt x="1185" y="0"/>
                    <a:pt x="3519" y="0"/>
                  </a:cubicBezTo>
                  <a:lnTo>
                    <a:pt x="172540" y="0"/>
                  </a:lnTo>
                  <a:close/>
                </a:path>
              </a:pathLst>
            </a:custGeom>
            <a:grpFill/>
            <a:ln w="3692" cap="flat">
              <a:noFill/>
              <a:prstDash val="solid"/>
              <a:miter/>
            </a:ln>
          </p:spPr>
          <p:txBody>
            <a:bodyPr rtlCol="0" anchor="ctr"/>
            <a:lstStyle/>
            <a:p>
              <a:endParaRPr lang="en-US">
                <a:solidFill>
                  <a:schemeClr val="tx1"/>
                </a:solidFill>
              </a:endParaRPr>
            </a:p>
          </p:txBody>
        </p:sp>
        <p:sp>
          <p:nvSpPr>
            <p:cNvPr id="13" name="Freeform 12">
              <a:extLst>
                <a:ext uri="{FF2B5EF4-FFF2-40B4-BE49-F238E27FC236}">
                  <a16:creationId xmlns:a16="http://schemas.microsoft.com/office/drawing/2014/main" id="{3D83650D-F790-7949-F186-50AE18F72761}"/>
                </a:ext>
              </a:extLst>
            </p:cNvPr>
            <p:cNvSpPr>
              <a:spLocks noGrp="1" noRot="1" noMove="1" noResize="1" noEditPoints="1" noAdjustHandles="1" noChangeArrowheads="1" noChangeShapeType="1"/>
            </p:cNvSpPr>
            <p:nvPr/>
          </p:nvSpPr>
          <p:spPr>
            <a:xfrm>
              <a:off x="4251012" y="5624255"/>
              <a:ext cx="156352" cy="250528"/>
            </a:xfrm>
            <a:custGeom>
              <a:avLst/>
              <a:gdLst>
                <a:gd name="connsiteX0" fmla="*/ 152834 w 156352"/>
                <a:gd name="connsiteY0" fmla="*/ 204511 h 250528"/>
                <a:gd name="connsiteX1" fmla="*/ 156353 w 156352"/>
                <a:gd name="connsiteY1" fmla="*/ 208022 h 250528"/>
                <a:gd name="connsiteX2" fmla="*/ 156353 w 156352"/>
                <a:gd name="connsiteY2" fmla="*/ 247017 h 250528"/>
                <a:gd name="connsiteX3" fmla="*/ 152834 w 156352"/>
                <a:gd name="connsiteY3" fmla="*/ 250528 h 250528"/>
                <a:gd name="connsiteX4" fmla="*/ 3519 w 156352"/>
                <a:gd name="connsiteY4" fmla="*/ 250528 h 250528"/>
                <a:gd name="connsiteX5" fmla="*/ 0 w 156352"/>
                <a:gd name="connsiteY5" fmla="*/ 247017 h 250528"/>
                <a:gd name="connsiteX6" fmla="*/ 0 w 156352"/>
                <a:gd name="connsiteY6" fmla="*/ 3511 h 250528"/>
                <a:gd name="connsiteX7" fmla="*/ 3519 w 156352"/>
                <a:gd name="connsiteY7" fmla="*/ 0 h 250528"/>
                <a:gd name="connsiteX8" fmla="*/ 149315 w 156352"/>
                <a:gd name="connsiteY8" fmla="*/ 0 h 250528"/>
                <a:gd name="connsiteX9" fmla="*/ 152834 w 156352"/>
                <a:gd name="connsiteY9" fmla="*/ 3511 h 250528"/>
                <a:gd name="connsiteX10" fmla="*/ 152834 w 156352"/>
                <a:gd name="connsiteY10" fmla="*/ 42506 h 250528"/>
                <a:gd name="connsiteX11" fmla="*/ 149315 w 156352"/>
                <a:gd name="connsiteY11" fmla="*/ 46018 h 250528"/>
                <a:gd name="connsiteX12" fmla="*/ 55636 w 156352"/>
                <a:gd name="connsiteY12" fmla="*/ 46018 h 250528"/>
                <a:gd name="connsiteX13" fmla="*/ 52118 w 156352"/>
                <a:gd name="connsiteY13" fmla="*/ 49529 h 250528"/>
                <a:gd name="connsiteX14" fmla="*/ 52118 w 156352"/>
                <a:gd name="connsiteY14" fmla="*/ 100832 h 250528"/>
                <a:gd name="connsiteX15" fmla="*/ 55636 w 156352"/>
                <a:gd name="connsiteY15" fmla="*/ 104344 h 250528"/>
                <a:gd name="connsiteX16" fmla="*/ 122904 w 156352"/>
                <a:gd name="connsiteY16" fmla="*/ 104344 h 250528"/>
                <a:gd name="connsiteX17" fmla="*/ 126423 w 156352"/>
                <a:gd name="connsiteY17" fmla="*/ 107855 h 250528"/>
                <a:gd name="connsiteX18" fmla="*/ 126423 w 156352"/>
                <a:gd name="connsiteY18" fmla="*/ 146850 h 250528"/>
                <a:gd name="connsiteX19" fmla="*/ 122904 w 156352"/>
                <a:gd name="connsiteY19" fmla="*/ 150361 h 250528"/>
                <a:gd name="connsiteX20" fmla="*/ 55636 w 156352"/>
                <a:gd name="connsiteY20" fmla="*/ 150361 h 250528"/>
                <a:gd name="connsiteX21" fmla="*/ 52118 w 156352"/>
                <a:gd name="connsiteY21" fmla="*/ 153873 h 250528"/>
                <a:gd name="connsiteX22" fmla="*/ 52118 w 156352"/>
                <a:gd name="connsiteY22" fmla="*/ 200962 h 250528"/>
                <a:gd name="connsiteX23" fmla="*/ 55636 w 156352"/>
                <a:gd name="connsiteY23" fmla="*/ 204474 h 250528"/>
                <a:gd name="connsiteX24" fmla="*/ 152834 w 156352"/>
                <a:gd name="connsiteY24" fmla="*/ 204474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52" h="250528">
                  <a:moveTo>
                    <a:pt x="152834" y="204511"/>
                  </a:moveTo>
                  <a:cubicBezTo>
                    <a:pt x="155167" y="204511"/>
                    <a:pt x="156353" y="205693"/>
                    <a:pt x="156353" y="208022"/>
                  </a:cubicBezTo>
                  <a:lnTo>
                    <a:pt x="156353" y="247017"/>
                  </a:lnTo>
                  <a:cubicBezTo>
                    <a:pt x="156353" y="249345"/>
                    <a:pt x="155167" y="250528"/>
                    <a:pt x="152834" y="250528"/>
                  </a:cubicBezTo>
                  <a:lnTo>
                    <a:pt x="3519" y="250528"/>
                  </a:lnTo>
                  <a:cubicBezTo>
                    <a:pt x="1185" y="250528"/>
                    <a:pt x="0" y="249345"/>
                    <a:pt x="0" y="247017"/>
                  </a:cubicBezTo>
                  <a:lnTo>
                    <a:pt x="0" y="3511"/>
                  </a:lnTo>
                  <a:cubicBezTo>
                    <a:pt x="0" y="1183"/>
                    <a:pt x="1185" y="0"/>
                    <a:pt x="3519" y="0"/>
                  </a:cubicBezTo>
                  <a:lnTo>
                    <a:pt x="149315" y="0"/>
                  </a:lnTo>
                  <a:cubicBezTo>
                    <a:pt x="151649" y="0"/>
                    <a:pt x="152834" y="1183"/>
                    <a:pt x="152834" y="3511"/>
                  </a:cubicBezTo>
                  <a:lnTo>
                    <a:pt x="152834" y="42506"/>
                  </a:lnTo>
                  <a:cubicBezTo>
                    <a:pt x="152834" y="44835"/>
                    <a:pt x="151649" y="46018"/>
                    <a:pt x="149315" y="46018"/>
                  </a:cubicBezTo>
                  <a:lnTo>
                    <a:pt x="55636" y="46018"/>
                  </a:lnTo>
                  <a:cubicBezTo>
                    <a:pt x="53303" y="46018"/>
                    <a:pt x="52118" y="47200"/>
                    <a:pt x="52118" y="49529"/>
                  </a:cubicBezTo>
                  <a:lnTo>
                    <a:pt x="52118" y="100832"/>
                  </a:lnTo>
                  <a:cubicBezTo>
                    <a:pt x="52118" y="103161"/>
                    <a:pt x="53303" y="104344"/>
                    <a:pt x="55636" y="104344"/>
                  </a:cubicBezTo>
                  <a:lnTo>
                    <a:pt x="122904" y="104344"/>
                  </a:lnTo>
                  <a:cubicBezTo>
                    <a:pt x="125238" y="104344"/>
                    <a:pt x="126423" y="105526"/>
                    <a:pt x="126423" y="107855"/>
                  </a:cubicBezTo>
                  <a:lnTo>
                    <a:pt x="126423" y="146850"/>
                  </a:lnTo>
                  <a:cubicBezTo>
                    <a:pt x="126423" y="149178"/>
                    <a:pt x="125238" y="150361"/>
                    <a:pt x="122904" y="150361"/>
                  </a:cubicBezTo>
                  <a:lnTo>
                    <a:pt x="55636" y="150361"/>
                  </a:lnTo>
                  <a:cubicBezTo>
                    <a:pt x="53303" y="150361"/>
                    <a:pt x="52118" y="151544"/>
                    <a:pt x="52118" y="153873"/>
                  </a:cubicBezTo>
                  <a:lnTo>
                    <a:pt x="52118" y="200962"/>
                  </a:lnTo>
                  <a:cubicBezTo>
                    <a:pt x="52118" y="203291"/>
                    <a:pt x="53303" y="204474"/>
                    <a:pt x="55636" y="204474"/>
                  </a:cubicBezTo>
                  <a:lnTo>
                    <a:pt x="152834" y="204474"/>
                  </a:lnTo>
                  <a:close/>
                </a:path>
              </a:pathLst>
            </a:custGeom>
            <a:grpFill/>
            <a:ln w="3692" cap="flat">
              <a:noFill/>
              <a:prstDash val="solid"/>
              <a:miter/>
            </a:ln>
          </p:spPr>
          <p:txBody>
            <a:bodyPr rtlCol="0" anchor="ctr"/>
            <a:lstStyle/>
            <a:p>
              <a:endParaRPr lang="en-US">
                <a:solidFill>
                  <a:schemeClr val="tx1"/>
                </a:solidFill>
              </a:endParaRPr>
            </a:p>
          </p:txBody>
        </p:sp>
        <p:sp>
          <p:nvSpPr>
            <p:cNvPr id="14" name="Freeform 13">
              <a:extLst>
                <a:ext uri="{FF2B5EF4-FFF2-40B4-BE49-F238E27FC236}">
                  <a16:creationId xmlns:a16="http://schemas.microsoft.com/office/drawing/2014/main" id="{F9AD3D59-DB07-F10F-C359-7D93E8473737}"/>
                </a:ext>
              </a:extLst>
            </p:cNvPr>
            <p:cNvSpPr>
              <a:spLocks noGrp="1" noRot="1" noMove="1" noResize="1" noEditPoints="1" noAdjustHandles="1" noChangeArrowheads="1" noChangeShapeType="1"/>
            </p:cNvSpPr>
            <p:nvPr/>
          </p:nvSpPr>
          <p:spPr>
            <a:xfrm>
              <a:off x="4479596" y="5624255"/>
              <a:ext cx="196839" cy="250565"/>
            </a:xfrm>
            <a:custGeom>
              <a:avLst/>
              <a:gdLst>
                <a:gd name="connsiteX0" fmla="*/ 3519 w 196839"/>
                <a:gd name="connsiteY0" fmla="*/ 250528 h 250565"/>
                <a:gd name="connsiteX1" fmla="*/ 0 w 196839"/>
                <a:gd name="connsiteY1" fmla="*/ 247017 h 250565"/>
                <a:gd name="connsiteX2" fmla="*/ 0 w 196839"/>
                <a:gd name="connsiteY2" fmla="*/ 3511 h 250565"/>
                <a:gd name="connsiteX3" fmla="*/ 3519 w 196839"/>
                <a:gd name="connsiteY3" fmla="*/ 0 h 250565"/>
                <a:gd name="connsiteX4" fmla="*/ 106717 w 196839"/>
                <a:gd name="connsiteY4" fmla="*/ 0 h 250565"/>
                <a:gd name="connsiteX5" fmla="*/ 152315 w 196839"/>
                <a:gd name="connsiteY5" fmla="*/ 11052 h 250565"/>
                <a:gd name="connsiteX6" fmla="*/ 184875 w 196839"/>
                <a:gd name="connsiteY6" fmla="*/ 41989 h 250565"/>
                <a:gd name="connsiteX7" fmla="*/ 196839 w 196839"/>
                <a:gd name="connsiteY7" fmla="*/ 86787 h 250565"/>
                <a:gd name="connsiteX8" fmla="*/ 185394 w 196839"/>
                <a:gd name="connsiteY8" fmla="*/ 130365 h 250565"/>
                <a:gd name="connsiteX9" fmla="*/ 153167 w 196839"/>
                <a:gd name="connsiteY9" fmla="*/ 161635 h 250565"/>
                <a:gd name="connsiteX10" fmla="*/ 151575 w 196839"/>
                <a:gd name="connsiteY10" fmla="*/ 163557 h 250565"/>
                <a:gd name="connsiteX11" fmla="*/ 152093 w 196839"/>
                <a:gd name="connsiteY11" fmla="*/ 166551 h 250565"/>
                <a:gd name="connsiteX12" fmla="*/ 194691 w 196839"/>
                <a:gd name="connsiteY12" fmla="*/ 246315 h 250565"/>
                <a:gd name="connsiteX13" fmla="*/ 195395 w 196839"/>
                <a:gd name="connsiteY13" fmla="*/ 248089 h 250565"/>
                <a:gd name="connsiteX14" fmla="*/ 194506 w 196839"/>
                <a:gd name="connsiteY14" fmla="*/ 249863 h 250565"/>
                <a:gd name="connsiteX15" fmla="*/ 192209 w 196839"/>
                <a:gd name="connsiteY15" fmla="*/ 250565 h 250565"/>
                <a:gd name="connsiteX16" fmla="*/ 143610 w 196839"/>
                <a:gd name="connsiteY16" fmla="*/ 250565 h 250565"/>
                <a:gd name="connsiteX17" fmla="*/ 139388 w 196839"/>
                <a:gd name="connsiteY17" fmla="*/ 248089 h 250565"/>
                <a:gd name="connsiteX18" fmla="*/ 102420 w 196839"/>
                <a:gd name="connsiteY18" fmla="*/ 176050 h 250565"/>
                <a:gd name="connsiteX19" fmla="*/ 98197 w 196839"/>
                <a:gd name="connsiteY19" fmla="*/ 173573 h 250565"/>
                <a:gd name="connsiteX20" fmla="*/ 55600 w 196839"/>
                <a:gd name="connsiteY20" fmla="*/ 173573 h 250565"/>
                <a:gd name="connsiteX21" fmla="*/ 52081 w 196839"/>
                <a:gd name="connsiteY21" fmla="*/ 177085 h 250565"/>
                <a:gd name="connsiteX22" fmla="*/ 52081 w 196839"/>
                <a:gd name="connsiteY22" fmla="*/ 247017 h 250565"/>
                <a:gd name="connsiteX23" fmla="*/ 48562 w 196839"/>
                <a:gd name="connsiteY23" fmla="*/ 250528 h 250565"/>
                <a:gd name="connsiteX24" fmla="*/ 3482 w 196839"/>
                <a:gd name="connsiteY24" fmla="*/ 250528 h 250565"/>
                <a:gd name="connsiteX25" fmla="*/ 102828 w 196839"/>
                <a:gd name="connsiteY25" fmla="*/ 127556 h 250565"/>
                <a:gd name="connsiteX26" fmla="*/ 123423 w 196839"/>
                <a:gd name="connsiteY26" fmla="*/ 122455 h 250565"/>
                <a:gd name="connsiteX27" fmla="*/ 139091 w 196839"/>
                <a:gd name="connsiteY27" fmla="*/ 108225 h 250565"/>
                <a:gd name="connsiteX28" fmla="*/ 145092 w 196839"/>
                <a:gd name="connsiteY28" fmla="*/ 86787 h 250565"/>
                <a:gd name="connsiteX29" fmla="*/ 132239 w 196839"/>
                <a:gd name="connsiteY29" fmla="*/ 56921 h 250565"/>
                <a:gd name="connsiteX30" fmla="*/ 101087 w 196839"/>
                <a:gd name="connsiteY30" fmla="*/ 46018 h 250565"/>
                <a:gd name="connsiteX31" fmla="*/ 55674 w 196839"/>
                <a:gd name="connsiteY31" fmla="*/ 46018 h 250565"/>
                <a:gd name="connsiteX32" fmla="*/ 52155 w 196839"/>
                <a:gd name="connsiteY32" fmla="*/ 49529 h 250565"/>
                <a:gd name="connsiteX33" fmla="*/ 52155 w 196839"/>
                <a:gd name="connsiteY33" fmla="*/ 124007 h 250565"/>
                <a:gd name="connsiteX34" fmla="*/ 55674 w 196839"/>
                <a:gd name="connsiteY34" fmla="*/ 127519 h 250565"/>
                <a:gd name="connsiteX35" fmla="*/ 102865 w 196839"/>
                <a:gd name="connsiteY35" fmla="*/ 127519 h 2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6839" h="250565">
                  <a:moveTo>
                    <a:pt x="3519" y="250528"/>
                  </a:moveTo>
                  <a:cubicBezTo>
                    <a:pt x="1185" y="250528"/>
                    <a:pt x="0" y="249345"/>
                    <a:pt x="0" y="247017"/>
                  </a:cubicBezTo>
                  <a:lnTo>
                    <a:pt x="0" y="3511"/>
                  </a:lnTo>
                  <a:cubicBezTo>
                    <a:pt x="0" y="1183"/>
                    <a:pt x="1185" y="0"/>
                    <a:pt x="3519" y="0"/>
                  </a:cubicBezTo>
                  <a:lnTo>
                    <a:pt x="106717" y="0"/>
                  </a:lnTo>
                  <a:cubicBezTo>
                    <a:pt x="123386" y="0"/>
                    <a:pt x="138573" y="3696"/>
                    <a:pt x="152315" y="11052"/>
                  </a:cubicBezTo>
                  <a:cubicBezTo>
                    <a:pt x="166058" y="18444"/>
                    <a:pt x="176911" y="28756"/>
                    <a:pt x="184875" y="41989"/>
                  </a:cubicBezTo>
                  <a:cubicBezTo>
                    <a:pt x="192839" y="55221"/>
                    <a:pt x="196839" y="70154"/>
                    <a:pt x="196839" y="86787"/>
                  </a:cubicBezTo>
                  <a:cubicBezTo>
                    <a:pt x="196839" y="103420"/>
                    <a:pt x="193024" y="117724"/>
                    <a:pt x="185394" y="130365"/>
                  </a:cubicBezTo>
                  <a:cubicBezTo>
                    <a:pt x="177763" y="143006"/>
                    <a:pt x="167021" y="153429"/>
                    <a:pt x="153167" y="161635"/>
                  </a:cubicBezTo>
                  <a:cubicBezTo>
                    <a:pt x="152241" y="161856"/>
                    <a:pt x="151686" y="162522"/>
                    <a:pt x="151575" y="163557"/>
                  </a:cubicBezTo>
                  <a:cubicBezTo>
                    <a:pt x="151463" y="164592"/>
                    <a:pt x="151648" y="165627"/>
                    <a:pt x="152093" y="166551"/>
                  </a:cubicBezTo>
                  <a:lnTo>
                    <a:pt x="194691" y="246315"/>
                  </a:lnTo>
                  <a:lnTo>
                    <a:pt x="195395" y="248089"/>
                  </a:lnTo>
                  <a:cubicBezTo>
                    <a:pt x="195395" y="248791"/>
                    <a:pt x="195098" y="249382"/>
                    <a:pt x="194506" y="249863"/>
                  </a:cubicBezTo>
                  <a:cubicBezTo>
                    <a:pt x="193913" y="250343"/>
                    <a:pt x="193172" y="250565"/>
                    <a:pt x="192209" y="250565"/>
                  </a:cubicBezTo>
                  <a:lnTo>
                    <a:pt x="143610" y="250565"/>
                  </a:lnTo>
                  <a:cubicBezTo>
                    <a:pt x="141499" y="250565"/>
                    <a:pt x="140091" y="249752"/>
                    <a:pt x="139388" y="248089"/>
                  </a:cubicBezTo>
                  <a:lnTo>
                    <a:pt x="102420" y="176050"/>
                  </a:lnTo>
                  <a:cubicBezTo>
                    <a:pt x="101716" y="174424"/>
                    <a:pt x="100309" y="173573"/>
                    <a:pt x="98197" y="173573"/>
                  </a:cubicBezTo>
                  <a:lnTo>
                    <a:pt x="55600" y="173573"/>
                  </a:lnTo>
                  <a:cubicBezTo>
                    <a:pt x="53266" y="173573"/>
                    <a:pt x="52081" y="174756"/>
                    <a:pt x="52081" y="177085"/>
                  </a:cubicBezTo>
                  <a:lnTo>
                    <a:pt x="52081" y="247017"/>
                  </a:lnTo>
                  <a:cubicBezTo>
                    <a:pt x="52081" y="249345"/>
                    <a:pt x="50895" y="250528"/>
                    <a:pt x="48562" y="250528"/>
                  </a:cubicBezTo>
                  <a:lnTo>
                    <a:pt x="3482" y="250528"/>
                  </a:lnTo>
                  <a:close/>
                  <a:moveTo>
                    <a:pt x="102828" y="127556"/>
                  </a:moveTo>
                  <a:cubicBezTo>
                    <a:pt x="110088" y="127556"/>
                    <a:pt x="116978" y="125855"/>
                    <a:pt x="123423" y="122455"/>
                  </a:cubicBezTo>
                  <a:cubicBezTo>
                    <a:pt x="129868" y="119054"/>
                    <a:pt x="135091" y="114323"/>
                    <a:pt x="139091" y="108225"/>
                  </a:cubicBezTo>
                  <a:cubicBezTo>
                    <a:pt x="143092" y="102126"/>
                    <a:pt x="145092" y="94992"/>
                    <a:pt x="145092" y="86787"/>
                  </a:cubicBezTo>
                  <a:cubicBezTo>
                    <a:pt x="145092" y="74146"/>
                    <a:pt x="140795" y="64166"/>
                    <a:pt x="132239" y="56921"/>
                  </a:cubicBezTo>
                  <a:cubicBezTo>
                    <a:pt x="123682" y="49677"/>
                    <a:pt x="113273" y="46018"/>
                    <a:pt x="101087" y="46018"/>
                  </a:cubicBezTo>
                  <a:lnTo>
                    <a:pt x="55674" y="46018"/>
                  </a:lnTo>
                  <a:cubicBezTo>
                    <a:pt x="53340" y="46018"/>
                    <a:pt x="52155" y="47200"/>
                    <a:pt x="52155" y="49529"/>
                  </a:cubicBezTo>
                  <a:lnTo>
                    <a:pt x="52155" y="124007"/>
                  </a:lnTo>
                  <a:cubicBezTo>
                    <a:pt x="52155" y="126336"/>
                    <a:pt x="53340" y="127519"/>
                    <a:pt x="55674" y="127519"/>
                  </a:cubicBezTo>
                  <a:lnTo>
                    <a:pt x="102865" y="127519"/>
                  </a:lnTo>
                  <a:close/>
                </a:path>
              </a:pathLst>
            </a:custGeom>
            <a:grpFill/>
            <a:ln w="3692" cap="flat">
              <a:noFill/>
              <a:prstDash val="solid"/>
              <a:miter/>
            </a:ln>
          </p:spPr>
          <p:txBody>
            <a:bodyPr rtlCol="0" anchor="ctr"/>
            <a:lstStyle/>
            <a:p>
              <a:endParaRPr lang="en-US">
                <a:solidFill>
                  <a:schemeClr val="tx1"/>
                </a:solidFill>
              </a:endParaRPr>
            </a:p>
          </p:txBody>
        </p:sp>
        <p:sp>
          <p:nvSpPr>
            <p:cNvPr id="15" name="Freeform 14">
              <a:extLst>
                <a:ext uri="{FF2B5EF4-FFF2-40B4-BE49-F238E27FC236}">
                  <a16:creationId xmlns:a16="http://schemas.microsoft.com/office/drawing/2014/main" id="{DF5591F0-1742-CBE0-5CB0-B1367BE133E1}"/>
                </a:ext>
              </a:extLst>
            </p:cNvPr>
            <p:cNvSpPr>
              <a:spLocks noGrp="1" noRot="1" noMove="1" noResize="1" noEditPoints="1" noAdjustHandles="1" noChangeArrowheads="1" noChangeShapeType="1"/>
            </p:cNvSpPr>
            <p:nvPr/>
          </p:nvSpPr>
          <p:spPr>
            <a:xfrm>
              <a:off x="4744703"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3 w 202839"/>
                <a:gd name="connsiteY3" fmla="*/ 248421 h 250528"/>
                <a:gd name="connsiteX4" fmla="*/ 56377 w 202839"/>
                <a:gd name="connsiteY4" fmla="*/ 105748 h 250528"/>
                <a:gd name="connsiteX5" fmla="*/ 53896 w 202839"/>
                <a:gd name="connsiteY5" fmla="*/ 104344 h 250528"/>
                <a:gd name="connsiteX6" fmla="*/ 52118 w 202839"/>
                <a:gd name="connsiteY6" fmla="*/ 107522 h 250528"/>
                <a:gd name="connsiteX7" fmla="*/ 52118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8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3" y="248421"/>
                  </a:cubicBezTo>
                  <a:lnTo>
                    <a:pt x="56377" y="105748"/>
                  </a:lnTo>
                  <a:cubicBezTo>
                    <a:pt x="55451" y="104824"/>
                    <a:pt x="54599" y="104344"/>
                    <a:pt x="53896" y="104344"/>
                  </a:cubicBezTo>
                  <a:cubicBezTo>
                    <a:pt x="52710" y="104344"/>
                    <a:pt x="52118" y="105416"/>
                    <a:pt x="52118" y="107522"/>
                  </a:cubicBezTo>
                  <a:lnTo>
                    <a:pt x="52118" y="247017"/>
                  </a:lnTo>
                  <a:cubicBezTo>
                    <a:pt x="52118"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8" y="2107"/>
                  </a:cubicBezTo>
                  <a:lnTo>
                    <a:pt x="146463" y="144410"/>
                  </a:lnTo>
                  <a:cubicBezTo>
                    <a:pt x="147167"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tx1"/>
                </a:solidFill>
              </a:endParaRPr>
            </a:p>
          </p:txBody>
        </p:sp>
        <p:sp>
          <p:nvSpPr>
            <p:cNvPr id="16" name="Freeform 15">
              <a:extLst>
                <a:ext uri="{FF2B5EF4-FFF2-40B4-BE49-F238E27FC236}">
                  <a16:creationId xmlns:a16="http://schemas.microsoft.com/office/drawing/2014/main" id="{FD800CE8-47EE-A1BB-3B70-18410042420E}"/>
                </a:ext>
              </a:extLst>
            </p:cNvPr>
            <p:cNvSpPr>
              <a:spLocks noGrp="1" noRot="1" noMove="1" noResize="1" noEditPoints="1" noAdjustHandles="1" noChangeArrowheads="1" noChangeShapeType="1"/>
            </p:cNvSpPr>
            <p:nvPr/>
          </p:nvSpPr>
          <p:spPr>
            <a:xfrm>
              <a:off x="2649665" y="5714387"/>
              <a:ext cx="129608" cy="253611"/>
            </a:xfrm>
            <a:custGeom>
              <a:avLst/>
              <a:gdLst>
                <a:gd name="connsiteX0" fmla="*/ 51488 w 129608"/>
                <a:gd name="connsiteY0" fmla="*/ 172003 h 253611"/>
                <a:gd name="connsiteX1" fmla="*/ 114866 w 129608"/>
                <a:gd name="connsiteY1" fmla="*/ 95454 h 253611"/>
                <a:gd name="connsiteX2" fmla="*/ 129609 w 129608"/>
                <a:gd name="connsiteY2" fmla="*/ 77491 h 253611"/>
                <a:gd name="connsiteX3" fmla="*/ 129609 w 129608"/>
                <a:gd name="connsiteY3" fmla="*/ 18463 h 253611"/>
                <a:gd name="connsiteX4" fmla="*/ 108310 w 129608"/>
                <a:gd name="connsiteY4" fmla="*/ 277 h 253611"/>
                <a:gd name="connsiteX5" fmla="*/ 0 w 129608"/>
                <a:gd name="connsiteY5" fmla="*/ 127870 h 253611"/>
                <a:gd name="connsiteX6" fmla="*/ 98716 w 129608"/>
                <a:gd name="connsiteY6" fmla="*/ 253467 h 253611"/>
                <a:gd name="connsiteX7" fmla="*/ 104531 w 129608"/>
                <a:gd name="connsiteY7" fmla="*/ 248994 h 253611"/>
                <a:gd name="connsiteX8" fmla="*/ 104531 w 129608"/>
                <a:gd name="connsiteY8" fmla="*/ 248994 h 253611"/>
                <a:gd name="connsiteX9" fmla="*/ 101494 w 129608"/>
                <a:gd name="connsiteY9" fmla="*/ 244670 h 253611"/>
                <a:gd name="connsiteX10" fmla="*/ 51525 w 129608"/>
                <a:gd name="connsiteY10" fmla="*/ 172040 h 25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08" h="253611">
                  <a:moveTo>
                    <a:pt x="51488" y="172003"/>
                  </a:moveTo>
                  <a:cubicBezTo>
                    <a:pt x="51488" y="133969"/>
                    <a:pt x="78751" y="102329"/>
                    <a:pt x="114866" y="95454"/>
                  </a:cubicBezTo>
                  <a:cubicBezTo>
                    <a:pt x="122978" y="93902"/>
                    <a:pt x="129609" y="85733"/>
                    <a:pt x="129609" y="77491"/>
                  </a:cubicBezTo>
                  <a:lnTo>
                    <a:pt x="129609" y="18463"/>
                  </a:lnTo>
                  <a:cubicBezTo>
                    <a:pt x="129609" y="6635"/>
                    <a:pt x="120015" y="-1645"/>
                    <a:pt x="108310" y="277"/>
                  </a:cubicBezTo>
                  <a:cubicBezTo>
                    <a:pt x="46858" y="10405"/>
                    <a:pt x="0" y="63704"/>
                    <a:pt x="0" y="127870"/>
                  </a:cubicBezTo>
                  <a:cubicBezTo>
                    <a:pt x="0" y="188673"/>
                    <a:pt x="42042" y="239643"/>
                    <a:pt x="98716" y="253467"/>
                  </a:cubicBezTo>
                  <a:cubicBezTo>
                    <a:pt x="101679" y="254206"/>
                    <a:pt x="104531" y="252025"/>
                    <a:pt x="104531" y="248994"/>
                  </a:cubicBezTo>
                  <a:lnTo>
                    <a:pt x="104531" y="248994"/>
                  </a:lnTo>
                  <a:cubicBezTo>
                    <a:pt x="104531" y="247073"/>
                    <a:pt x="103309" y="245372"/>
                    <a:pt x="101494" y="244670"/>
                  </a:cubicBezTo>
                  <a:cubicBezTo>
                    <a:pt x="72268" y="233397"/>
                    <a:pt x="51525" y="205158"/>
                    <a:pt x="51525" y="172040"/>
                  </a:cubicBezTo>
                  <a:close/>
                </a:path>
              </a:pathLst>
            </a:custGeom>
            <a:grpFill/>
            <a:ln w="3692" cap="flat">
              <a:noFill/>
              <a:prstDash val="solid"/>
              <a:miter/>
            </a:ln>
          </p:spPr>
          <p:txBody>
            <a:bodyPr rtlCol="0" anchor="ctr"/>
            <a:lstStyle/>
            <a:p>
              <a:endParaRPr lang="en-US">
                <a:solidFill>
                  <a:schemeClr val="tx1"/>
                </a:solidFill>
              </a:endParaRPr>
            </a:p>
          </p:txBody>
        </p:sp>
        <p:sp>
          <p:nvSpPr>
            <p:cNvPr id="18" name="Freeform 17">
              <a:extLst>
                <a:ext uri="{FF2B5EF4-FFF2-40B4-BE49-F238E27FC236}">
                  <a16:creationId xmlns:a16="http://schemas.microsoft.com/office/drawing/2014/main" id="{D51FBE7F-41FF-2FDB-0AFA-216B373A3823}"/>
                </a:ext>
              </a:extLst>
            </p:cNvPr>
            <p:cNvSpPr>
              <a:spLocks noGrp="1" noRot="1" noMove="1" noResize="1" noEditPoints="1" noAdjustHandles="1" noChangeArrowheads="1" noChangeShapeType="1"/>
            </p:cNvSpPr>
            <p:nvPr/>
          </p:nvSpPr>
          <p:spPr>
            <a:xfrm>
              <a:off x="2779274" y="5459914"/>
              <a:ext cx="234362" cy="508006"/>
            </a:xfrm>
            <a:custGeom>
              <a:avLst/>
              <a:gdLst>
                <a:gd name="connsiteX0" fmla="*/ 234362 w 234362"/>
                <a:gd name="connsiteY0" fmla="*/ 255009 h 508006"/>
                <a:gd name="connsiteX1" fmla="*/ 21632 w 234362"/>
                <a:gd name="connsiteY1" fmla="*/ 341 h 508006"/>
                <a:gd name="connsiteX2" fmla="*/ 0 w 234362"/>
                <a:gd name="connsiteY2" fmla="*/ 18452 h 508006"/>
                <a:gd name="connsiteX3" fmla="*/ 0 w 234362"/>
                <a:gd name="connsiteY3" fmla="*/ 163047 h 508006"/>
                <a:gd name="connsiteX4" fmla="*/ 14076 w 234362"/>
                <a:gd name="connsiteY4" fmla="*/ 180863 h 508006"/>
                <a:gd name="connsiteX5" fmla="*/ 144055 w 234362"/>
                <a:gd name="connsiteY5" fmla="*/ 345085 h 508006"/>
                <a:gd name="connsiteX6" fmla="*/ 123830 w 234362"/>
                <a:gd name="connsiteY6" fmla="*/ 425108 h 508006"/>
                <a:gd name="connsiteX7" fmla="*/ 50599 w 234362"/>
                <a:gd name="connsiteY7" fmla="*/ 491528 h 508006"/>
                <a:gd name="connsiteX8" fmla="*/ 27966 w 234362"/>
                <a:gd name="connsiteY8" fmla="*/ 498625 h 508006"/>
                <a:gd name="connsiteX9" fmla="*/ 24262 w 234362"/>
                <a:gd name="connsiteY9" fmla="*/ 503245 h 508006"/>
                <a:gd name="connsiteX10" fmla="*/ 24262 w 234362"/>
                <a:gd name="connsiteY10" fmla="*/ 503245 h 508006"/>
                <a:gd name="connsiteX11" fmla="*/ 30004 w 234362"/>
                <a:gd name="connsiteY11" fmla="*/ 507902 h 508006"/>
                <a:gd name="connsiteX12" fmla="*/ 234362 w 234362"/>
                <a:gd name="connsiteY12" fmla="*/ 254972 h 50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362" h="508006">
                  <a:moveTo>
                    <a:pt x="234362" y="255009"/>
                  </a:moveTo>
                  <a:cubicBezTo>
                    <a:pt x="234362" y="127970"/>
                    <a:pt x="142610" y="22296"/>
                    <a:pt x="21632" y="341"/>
                  </a:cubicBezTo>
                  <a:cubicBezTo>
                    <a:pt x="9742" y="-1803"/>
                    <a:pt x="0" y="6402"/>
                    <a:pt x="0" y="18452"/>
                  </a:cubicBezTo>
                  <a:lnTo>
                    <a:pt x="0" y="163047"/>
                  </a:lnTo>
                  <a:cubicBezTo>
                    <a:pt x="0" y="170994"/>
                    <a:pt x="6334" y="179052"/>
                    <a:pt x="14076" y="180863"/>
                  </a:cubicBezTo>
                  <a:cubicBezTo>
                    <a:pt x="88604" y="198494"/>
                    <a:pt x="144055" y="265321"/>
                    <a:pt x="144055" y="345085"/>
                  </a:cubicBezTo>
                  <a:cubicBezTo>
                    <a:pt x="144055" y="374063"/>
                    <a:pt x="136721" y="401304"/>
                    <a:pt x="123830" y="425108"/>
                  </a:cubicBezTo>
                  <a:cubicBezTo>
                    <a:pt x="102679" y="461441"/>
                    <a:pt x="74157" y="480994"/>
                    <a:pt x="50599" y="491528"/>
                  </a:cubicBezTo>
                  <a:cubicBezTo>
                    <a:pt x="43302" y="494411"/>
                    <a:pt x="35745" y="496777"/>
                    <a:pt x="27966" y="498625"/>
                  </a:cubicBezTo>
                  <a:cubicBezTo>
                    <a:pt x="25818" y="499142"/>
                    <a:pt x="24262" y="501028"/>
                    <a:pt x="24262" y="503245"/>
                  </a:cubicBezTo>
                  <a:lnTo>
                    <a:pt x="24262" y="503245"/>
                  </a:lnTo>
                  <a:cubicBezTo>
                    <a:pt x="24262" y="506239"/>
                    <a:pt x="27040" y="508531"/>
                    <a:pt x="30004" y="507902"/>
                  </a:cubicBezTo>
                  <a:cubicBezTo>
                    <a:pt x="146833" y="482694"/>
                    <a:pt x="234362" y="379090"/>
                    <a:pt x="234362" y="254972"/>
                  </a:cubicBezTo>
                  <a:close/>
                </a:path>
              </a:pathLst>
            </a:custGeom>
            <a:grpFill/>
            <a:ln w="3692" cap="flat">
              <a:noFill/>
              <a:prstDash val="solid"/>
              <a:miter/>
            </a:ln>
          </p:spPr>
          <p:txBody>
            <a:bodyPr rtlCol="0" anchor="ctr"/>
            <a:lstStyle/>
            <a:p>
              <a:endParaRPr lang="en-US">
                <a:solidFill>
                  <a:schemeClr val="tx1"/>
                </a:solidFill>
              </a:endParaRPr>
            </a:p>
          </p:txBody>
        </p:sp>
        <p:sp>
          <p:nvSpPr>
            <p:cNvPr id="19" name="Freeform 18">
              <a:extLst>
                <a:ext uri="{FF2B5EF4-FFF2-40B4-BE49-F238E27FC236}">
                  <a16:creationId xmlns:a16="http://schemas.microsoft.com/office/drawing/2014/main" id="{7DE13287-D818-97AB-93EC-B94B37AA0E2E}"/>
                </a:ext>
              </a:extLst>
            </p:cNvPr>
            <p:cNvSpPr>
              <a:spLocks noGrp="1" noRot="1" noMove="1" noResize="1" noEditPoints="1" noAdjustHandles="1" noChangeArrowheads="1" noChangeShapeType="1"/>
            </p:cNvSpPr>
            <p:nvPr/>
          </p:nvSpPr>
          <p:spPr>
            <a:xfrm>
              <a:off x="3210809" y="6013428"/>
              <a:ext cx="61822" cy="88376"/>
            </a:xfrm>
            <a:custGeom>
              <a:avLst/>
              <a:gdLst>
                <a:gd name="connsiteX0" fmla="*/ 0 w 61822"/>
                <a:gd name="connsiteY0" fmla="*/ 0 h 88376"/>
                <a:gd name="connsiteX1" fmla="*/ 61822 w 61822"/>
                <a:gd name="connsiteY1" fmla="*/ 0 h 88376"/>
                <a:gd name="connsiteX2" fmla="*/ 61822 w 61822"/>
                <a:gd name="connsiteY2" fmla="*/ 11828 h 88376"/>
                <a:gd name="connsiteX3" fmla="*/ 38227 w 61822"/>
                <a:gd name="connsiteY3" fmla="*/ 11828 h 88376"/>
                <a:gd name="connsiteX4" fmla="*/ 38227 w 61822"/>
                <a:gd name="connsiteY4" fmla="*/ 88376 h 88376"/>
                <a:gd name="connsiteX5" fmla="*/ 23707 w 61822"/>
                <a:gd name="connsiteY5" fmla="*/ 88376 h 88376"/>
                <a:gd name="connsiteX6" fmla="*/ 23707 w 61822"/>
                <a:gd name="connsiteY6" fmla="*/ 11828 h 88376"/>
                <a:gd name="connsiteX7" fmla="*/ 0 w 61822"/>
                <a:gd name="connsiteY7" fmla="*/ 11828 h 88376"/>
                <a:gd name="connsiteX8" fmla="*/ 0 w 61822"/>
                <a:gd name="connsiteY8" fmla="*/ 0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22" h="88376">
                  <a:moveTo>
                    <a:pt x="0" y="0"/>
                  </a:moveTo>
                  <a:lnTo>
                    <a:pt x="61822" y="0"/>
                  </a:lnTo>
                  <a:lnTo>
                    <a:pt x="61822" y="11828"/>
                  </a:lnTo>
                  <a:lnTo>
                    <a:pt x="38227" y="11828"/>
                  </a:lnTo>
                  <a:lnTo>
                    <a:pt x="38227" y="88376"/>
                  </a:lnTo>
                  <a:lnTo>
                    <a:pt x="23707" y="88376"/>
                  </a:lnTo>
                  <a:lnTo>
                    <a:pt x="23707" y="11828"/>
                  </a:lnTo>
                  <a:lnTo>
                    <a:pt x="0" y="11828"/>
                  </a:lnTo>
                  <a:lnTo>
                    <a:pt x="0" y="0"/>
                  </a:lnTo>
                  <a:close/>
                </a:path>
              </a:pathLst>
            </a:custGeom>
            <a:grpFill/>
            <a:ln w="3692" cap="flat">
              <a:noFill/>
              <a:prstDash val="solid"/>
              <a:miter/>
            </a:ln>
          </p:spPr>
          <p:txBody>
            <a:bodyPr rtlCol="0" anchor="ctr"/>
            <a:lstStyle/>
            <a:p>
              <a:endParaRPr lang="en-US">
                <a:solidFill>
                  <a:schemeClr val="tx1"/>
                </a:solidFill>
              </a:endParaRPr>
            </a:p>
          </p:txBody>
        </p:sp>
        <p:sp>
          <p:nvSpPr>
            <p:cNvPr id="20" name="Freeform 19">
              <a:extLst>
                <a:ext uri="{FF2B5EF4-FFF2-40B4-BE49-F238E27FC236}">
                  <a16:creationId xmlns:a16="http://schemas.microsoft.com/office/drawing/2014/main" id="{1BFC80D5-E0A4-0761-71F1-DD05AEBC2D5D}"/>
                </a:ext>
              </a:extLst>
            </p:cNvPr>
            <p:cNvSpPr>
              <a:spLocks noGrp="1" noRot="1" noMove="1" noResize="1" noEditPoints="1" noAdjustHandles="1" noChangeArrowheads="1" noChangeShapeType="1"/>
            </p:cNvSpPr>
            <p:nvPr/>
          </p:nvSpPr>
          <p:spPr>
            <a:xfrm>
              <a:off x="3283707" y="6007735"/>
              <a:ext cx="64230" cy="94142"/>
            </a:xfrm>
            <a:custGeom>
              <a:avLst/>
              <a:gdLst>
                <a:gd name="connsiteX0" fmla="*/ 0 w 64230"/>
                <a:gd name="connsiteY0" fmla="*/ 0 h 94142"/>
                <a:gd name="connsiteX1" fmla="*/ 14520 w 64230"/>
                <a:gd name="connsiteY1" fmla="*/ 0 h 94142"/>
                <a:gd name="connsiteX2" fmla="*/ 14520 w 64230"/>
                <a:gd name="connsiteY2" fmla="*/ 32194 h 94142"/>
                <a:gd name="connsiteX3" fmla="*/ 36301 w 64230"/>
                <a:gd name="connsiteY3" fmla="*/ 22916 h 94142"/>
                <a:gd name="connsiteX4" fmla="*/ 64230 w 64230"/>
                <a:gd name="connsiteY4" fmla="*/ 52819 h 94142"/>
                <a:gd name="connsiteX5" fmla="*/ 64230 w 64230"/>
                <a:gd name="connsiteY5" fmla="*/ 94142 h 94142"/>
                <a:gd name="connsiteX6" fmla="*/ 49821 w 64230"/>
                <a:gd name="connsiteY6" fmla="*/ 94142 h 94142"/>
                <a:gd name="connsiteX7" fmla="*/ 49821 w 64230"/>
                <a:gd name="connsiteY7" fmla="*/ 54962 h 94142"/>
                <a:gd name="connsiteX8" fmla="*/ 32226 w 64230"/>
                <a:gd name="connsiteY8" fmla="*/ 35520 h 94142"/>
                <a:gd name="connsiteX9" fmla="*/ 14520 w 64230"/>
                <a:gd name="connsiteY9" fmla="*/ 54962 h 94142"/>
                <a:gd name="connsiteX10" fmla="*/ 14520 w 64230"/>
                <a:gd name="connsiteY10" fmla="*/ 94142 h 94142"/>
                <a:gd name="connsiteX11" fmla="*/ 0 w 64230"/>
                <a:gd name="connsiteY11" fmla="*/ 94142 h 94142"/>
                <a:gd name="connsiteX12" fmla="*/ 0 w 64230"/>
                <a:gd name="connsiteY12" fmla="*/ 37 h 9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0" h="94142">
                  <a:moveTo>
                    <a:pt x="0" y="0"/>
                  </a:moveTo>
                  <a:lnTo>
                    <a:pt x="14520" y="0"/>
                  </a:lnTo>
                  <a:lnTo>
                    <a:pt x="14520" y="32194"/>
                  </a:lnTo>
                  <a:cubicBezTo>
                    <a:pt x="19373" y="26354"/>
                    <a:pt x="27263" y="22916"/>
                    <a:pt x="36301" y="22916"/>
                  </a:cubicBezTo>
                  <a:cubicBezTo>
                    <a:pt x="51969" y="22916"/>
                    <a:pt x="64230" y="33229"/>
                    <a:pt x="64230" y="52819"/>
                  </a:cubicBezTo>
                  <a:lnTo>
                    <a:pt x="64230" y="94142"/>
                  </a:lnTo>
                  <a:lnTo>
                    <a:pt x="49821" y="94142"/>
                  </a:lnTo>
                  <a:lnTo>
                    <a:pt x="49821" y="54962"/>
                  </a:lnTo>
                  <a:cubicBezTo>
                    <a:pt x="49821" y="42100"/>
                    <a:pt x="42820" y="35520"/>
                    <a:pt x="32226" y="35520"/>
                  </a:cubicBezTo>
                  <a:cubicBezTo>
                    <a:pt x="21632" y="35520"/>
                    <a:pt x="14520" y="42137"/>
                    <a:pt x="14520" y="54962"/>
                  </a:cubicBezTo>
                  <a:lnTo>
                    <a:pt x="14520" y="94142"/>
                  </a:lnTo>
                  <a:lnTo>
                    <a:pt x="0" y="94142"/>
                  </a:lnTo>
                  <a:lnTo>
                    <a:pt x="0" y="37"/>
                  </a:lnTo>
                  <a:close/>
                </a:path>
              </a:pathLst>
            </a:custGeom>
            <a:grpFill/>
            <a:ln w="3692" cap="flat">
              <a:noFill/>
              <a:prstDash val="solid"/>
              <a:miter/>
            </a:ln>
          </p:spPr>
          <p:txBody>
            <a:bodyPr rtlCol="0" anchor="ctr"/>
            <a:lstStyle/>
            <a:p>
              <a:endParaRPr lang="en-US">
                <a:solidFill>
                  <a:schemeClr val="tx1"/>
                </a:solidFill>
              </a:endParaRPr>
            </a:p>
          </p:txBody>
        </p:sp>
        <p:sp>
          <p:nvSpPr>
            <p:cNvPr id="21" name="Freeform 20">
              <a:extLst>
                <a:ext uri="{FF2B5EF4-FFF2-40B4-BE49-F238E27FC236}">
                  <a16:creationId xmlns:a16="http://schemas.microsoft.com/office/drawing/2014/main" id="{A4B415A7-30C6-4767-8A29-C4E5C443E7D5}"/>
                </a:ext>
              </a:extLst>
            </p:cNvPr>
            <p:cNvSpPr>
              <a:spLocks noGrp="1" noRot="1" noMove="1" noResize="1" noEditPoints="1" noAdjustHandles="1" noChangeArrowheads="1" noChangeShapeType="1"/>
            </p:cNvSpPr>
            <p:nvPr/>
          </p:nvSpPr>
          <p:spPr>
            <a:xfrm>
              <a:off x="3360420"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tx1"/>
                </a:solidFill>
              </a:endParaRPr>
            </a:p>
          </p:txBody>
        </p:sp>
        <p:sp>
          <p:nvSpPr>
            <p:cNvPr id="22" name="Freeform 21">
              <a:extLst>
                <a:ext uri="{FF2B5EF4-FFF2-40B4-BE49-F238E27FC236}">
                  <a16:creationId xmlns:a16="http://schemas.microsoft.com/office/drawing/2014/main" id="{7F1E795C-5016-2FD7-73AD-FA008B742893}"/>
                </a:ext>
              </a:extLst>
            </p:cNvPr>
            <p:cNvSpPr>
              <a:spLocks noGrp="1" noRot="1" noMove="1" noResize="1" noEditPoints="1" noAdjustHandles="1" noChangeArrowheads="1" noChangeShapeType="1"/>
            </p:cNvSpPr>
            <p:nvPr/>
          </p:nvSpPr>
          <p:spPr>
            <a:xfrm>
              <a:off x="3474916" y="6012282"/>
              <a:ext cx="61896" cy="90445"/>
            </a:xfrm>
            <a:custGeom>
              <a:avLst/>
              <a:gdLst>
                <a:gd name="connsiteX0" fmla="*/ 31337 w 61896"/>
                <a:gd name="connsiteY0" fmla="*/ 90446 h 90445"/>
                <a:gd name="connsiteX1" fmla="*/ 0 w 61896"/>
                <a:gd name="connsiteY1" fmla="*/ 65127 h 90445"/>
                <a:gd name="connsiteX2" fmla="*/ 15558 w 61896"/>
                <a:gd name="connsiteY2" fmla="*/ 65127 h 90445"/>
                <a:gd name="connsiteX3" fmla="*/ 31374 w 61896"/>
                <a:gd name="connsiteY3" fmla="*/ 78211 h 90445"/>
                <a:gd name="connsiteX4" fmla="*/ 47302 w 61896"/>
                <a:gd name="connsiteY4" fmla="*/ 65238 h 90445"/>
                <a:gd name="connsiteX5" fmla="*/ 259 w 61896"/>
                <a:gd name="connsiteY5" fmla="*/ 25171 h 90445"/>
                <a:gd name="connsiteX6" fmla="*/ 30708 w 61896"/>
                <a:gd name="connsiteY6" fmla="*/ 0 h 90445"/>
                <a:gd name="connsiteX7" fmla="*/ 60934 w 61896"/>
                <a:gd name="connsiteY7" fmla="*/ 24025 h 90445"/>
                <a:gd name="connsiteX8" fmla="*/ 44857 w 61896"/>
                <a:gd name="connsiteY8" fmla="*/ 24025 h 90445"/>
                <a:gd name="connsiteX9" fmla="*/ 29930 w 61896"/>
                <a:gd name="connsiteY9" fmla="*/ 12308 h 90445"/>
                <a:gd name="connsiteX10" fmla="*/ 15002 w 61896"/>
                <a:gd name="connsiteY10" fmla="*/ 24654 h 90445"/>
                <a:gd name="connsiteX11" fmla="*/ 61897 w 61896"/>
                <a:gd name="connsiteY11" fmla="*/ 64462 h 90445"/>
                <a:gd name="connsiteX12" fmla="*/ 31300 w 61896"/>
                <a:gd name="connsiteY12" fmla="*/ 90409 h 9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896" h="90445">
                  <a:moveTo>
                    <a:pt x="31337" y="90446"/>
                  </a:moveTo>
                  <a:cubicBezTo>
                    <a:pt x="13631" y="90446"/>
                    <a:pt x="0" y="80762"/>
                    <a:pt x="0" y="65127"/>
                  </a:cubicBezTo>
                  <a:lnTo>
                    <a:pt x="15558" y="65127"/>
                  </a:lnTo>
                  <a:cubicBezTo>
                    <a:pt x="16187" y="72372"/>
                    <a:pt x="21299" y="78211"/>
                    <a:pt x="31374" y="78211"/>
                  </a:cubicBezTo>
                  <a:cubicBezTo>
                    <a:pt x="41450" y="78211"/>
                    <a:pt x="47302" y="72741"/>
                    <a:pt x="47302" y="65238"/>
                  </a:cubicBezTo>
                  <a:cubicBezTo>
                    <a:pt x="47302" y="43874"/>
                    <a:pt x="259" y="57735"/>
                    <a:pt x="259" y="25171"/>
                  </a:cubicBezTo>
                  <a:cubicBezTo>
                    <a:pt x="259" y="9647"/>
                    <a:pt x="12631" y="0"/>
                    <a:pt x="30708" y="0"/>
                  </a:cubicBezTo>
                  <a:cubicBezTo>
                    <a:pt x="47673" y="0"/>
                    <a:pt x="59637" y="8908"/>
                    <a:pt x="60934" y="24025"/>
                  </a:cubicBezTo>
                  <a:lnTo>
                    <a:pt x="44857" y="24025"/>
                  </a:lnTo>
                  <a:cubicBezTo>
                    <a:pt x="44339" y="18037"/>
                    <a:pt x="39116" y="12567"/>
                    <a:pt x="29930" y="12308"/>
                  </a:cubicBezTo>
                  <a:cubicBezTo>
                    <a:pt x="21521" y="12050"/>
                    <a:pt x="15002" y="16115"/>
                    <a:pt x="15002" y="24654"/>
                  </a:cubicBezTo>
                  <a:cubicBezTo>
                    <a:pt x="15002" y="44613"/>
                    <a:pt x="61897" y="32157"/>
                    <a:pt x="61897" y="64462"/>
                  </a:cubicBezTo>
                  <a:cubicBezTo>
                    <a:pt x="61897" y="77694"/>
                    <a:pt x="51080" y="90409"/>
                    <a:pt x="31300" y="90409"/>
                  </a:cubicBezTo>
                  <a:close/>
                </a:path>
              </a:pathLst>
            </a:custGeom>
            <a:grpFill/>
            <a:ln w="3692" cap="flat">
              <a:noFill/>
              <a:prstDash val="solid"/>
              <a:miter/>
            </a:ln>
          </p:spPr>
          <p:txBody>
            <a:bodyPr rtlCol="0" anchor="ctr"/>
            <a:lstStyle/>
            <a:p>
              <a:endParaRPr lang="en-US">
                <a:solidFill>
                  <a:schemeClr val="tx1"/>
                </a:solidFill>
              </a:endParaRPr>
            </a:p>
          </p:txBody>
        </p:sp>
        <p:sp>
          <p:nvSpPr>
            <p:cNvPr id="23" name="Freeform 22">
              <a:extLst>
                <a:ext uri="{FF2B5EF4-FFF2-40B4-BE49-F238E27FC236}">
                  <a16:creationId xmlns:a16="http://schemas.microsoft.com/office/drawing/2014/main" id="{BABFCB80-4E4F-5BCF-DBB2-5A57A206894E}"/>
                </a:ext>
              </a:extLst>
            </p:cNvPr>
            <p:cNvSpPr>
              <a:spLocks noGrp="1" noRot="1" noMove="1" noResize="1" noEditPoints="1" noAdjustHandles="1" noChangeArrowheads="1" noChangeShapeType="1"/>
            </p:cNvSpPr>
            <p:nvPr/>
          </p:nvSpPr>
          <p:spPr>
            <a:xfrm>
              <a:off x="3552073" y="6030615"/>
              <a:ext cx="72008" cy="104565"/>
            </a:xfrm>
            <a:custGeom>
              <a:avLst/>
              <a:gdLst>
                <a:gd name="connsiteX0" fmla="*/ 39005 w 72008"/>
                <a:gd name="connsiteY0" fmla="*/ 0 h 104565"/>
                <a:gd name="connsiteX1" fmla="*/ 72009 w 72008"/>
                <a:gd name="connsiteY1" fmla="*/ 35853 h 104565"/>
                <a:gd name="connsiteX2" fmla="*/ 39005 w 72008"/>
                <a:gd name="connsiteY2" fmla="*/ 72372 h 104565"/>
                <a:gd name="connsiteX3" fmla="*/ 14520 w 72008"/>
                <a:gd name="connsiteY3" fmla="*/ 61061 h 104565"/>
                <a:gd name="connsiteX4" fmla="*/ 14520 w 72008"/>
                <a:gd name="connsiteY4" fmla="*/ 104565 h 104565"/>
                <a:gd name="connsiteX5" fmla="*/ 0 w 72008"/>
                <a:gd name="connsiteY5" fmla="*/ 104565 h 104565"/>
                <a:gd name="connsiteX6" fmla="*/ 0 w 72008"/>
                <a:gd name="connsiteY6" fmla="*/ 1183 h 104565"/>
                <a:gd name="connsiteX7" fmla="*/ 14520 w 72008"/>
                <a:gd name="connsiteY7" fmla="*/ 1183 h 104565"/>
                <a:gd name="connsiteX8" fmla="*/ 14520 w 72008"/>
                <a:gd name="connsiteY8" fmla="*/ 11495 h 104565"/>
                <a:gd name="connsiteX9" fmla="*/ 39005 w 72008"/>
                <a:gd name="connsiteY9" fmla="*/ 37 h 104565"/>
                <a:gd name="connsiteX10" fmla="*/ 35819 w 72008"/>
                <a:gd name="connsiteY10" fmla="*/ 12604 h 104565"/>
                <a:gd name="connsiteX11" fmla="*/ 14520 w 72008"/>
                <a:gd name="connsiteY11" fmla="*/ 36149 h 104565"/>
                <a:gd name="connsiteX12" fmla="*/ 35819 w 72008"/>
                <a:gd name="connsiteY12" fmla="*/ 59804 h 104565"/>
                <a:gd name="connsiteX13" fmla="*/ 57229 w 72008"/>
                <a:gd name="connsiteY13" fmla="*/ 35890 h 104565"/>
                <a:gd name="connsiteX14" fmla="*/ 35819 w 72008"/>
                <a:gd name="connsiteY14" fmla="*/ 12604 h 10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008" h="104565">
                  <a:moveTo>
                    <a:pt x="39005" y="0"/>
                  </a:moveTo>
                  <a:cubicBezTo>
                    <a:pt x="57489" y="0"/>
                    <a:pt x="72009" y="14230"/>
                    <a:pt x="72009" y="35853"/>
                  </a:cubicBezTo>
                  <a:cubicBezTo>
                    <a:pt x="72009" y="57476"/>
                    <a:pt x="57489" y="72372"/>
                    <a:pt x="39005" y="72372"/>
                  </a:cubicBezTo>
                  <a:cubicBezTo>
                    <a:pt x="27411" y="72372"/>
                    <a:pt x="19113" y="66532"/>
                    <a:pt x="14520" y="61061"/>
                  </a:cubicBezTo>
                  <a:lnTo>
                    <a:pt x="14520" y="104565"/>
                  </a:lnTo>
                  <a:lnTo>
                    <a:pt x="0" y="104565"/>
                  </a:lnTo>
                  <a:lnTo>
                    <a:pt x="0" y="1183"/>
                  </a:lnTo>
                  <a:lnTo>
                    <a:pt x="14520" y="1183"/>
                  </a:lnTo>
                  <a:lnTo>
                    <a:pt x="14520" y="11495"/>
                  </a:lnTo>
                  <a:cubicBezTo>
                    <a:pt x="18965" y="5655"/>
                    <a:pt x="27522" y="37"/>
                    <a:pt x="39005" y="37"/>
                  </a:cubicBezTo>
                  <a:close/>
                  <a:moveTo>
                    <a:pt x="35819" y="12604"/>
                  </a:moveTo>
                  <a:cubicBezTo>
                    <a:pt x="25003" y="12604"/>
                    <a:pt x="14520" y="21142"/>
                    <a:pt x="14520" y="36149"/>
                  </a:cubicBezTo>
                  <a:cubicBezTo>
                    <a:pt x="14520" y="51155"/>
                    <a:pt x="24966" y="59804"/>
                    <a:pt x="35819" y="59804"/>
                  </a:cubicBezTo>
                  <a:cubicBezTo>
                    <a:pt x="46672" y="59804"/>
                    <a:pt x="57229" y="51044"/>
                    <a:pt x="57229" y="35890"/>
                  </a:cubicBezTo>
                  <a:cubicBezTo>
                    <a:pt x="57229" y="20736"/>
                    <a:pt x="46784" y="12604"/>
                    <a:pt x="35819" y="12604"/>
                  </a:cubicBezTo>
                  <a:close/>
                </a:path>
              </a:pathLst>
            </a:custGeom>
            <a:grpFill/>
            <a:ln w="3692" cap="flat">
              <a:noFill/>
              <a:prstDash val="solid"/>
              <a:miter/>
            </a:ln>
          </p:spPr>
          <p:txBody>
            <a:bodyPr rtlCol="0" anchor="ctr"/>
            <a:lstStyle/>
            <a:p>
              <a:endParaRPr lang="en-US">
                <a:solidFill>
                  <a:schemeClr val="tx1"/>
                </a:solidFill>
              </a:endParaRPr>
            </a:p>
          </p:txBody>
        </p:sp>
        <p:sp>
          <p:nvSpPr>
            <p:cNvPr id="24" name="Freeform 23">
              <a:extLst>
                <a:ext uri="{FF2B5EF4-FFF2-40B4-BE49-F238E27FC236}">
                  <a16:creationId xmlns:a16="http://schemas.microsoft.com/office/drawing/2014/main" id="{80299DA5-A3D6-EF89-0C0D-D0AAC5649698}"/>
                </a:ext>
              </a:extLst>
            </p:cNvPr>
            <p:cNvSpPr>
              <a:spLocks noGrp="1" noRot="1" noMove="1" noResize="1" noEditPoints="1" noAdjustHandles="1" noChangeArrowheads="1" noChangeShapeType="1"/>
            </p:cNvSpPr>
            <p:nvPr/>
          </p:nvSpPr>
          <p:spPr>
            <a:xfrm>
              <a:off x="363319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tx1"/>
                </a:solidFill>
              </a:endParaRPr>
            </a:p>
          </p:txBody>
        </p:sp>
        <p:sp>
          <p:nvSpPr>
            <p:cNvPr id="25" name="Freeform 24">
              <a:extLst>
                <a:ext uri="{FF2B5EF4-FFF2-40B4-BE49-F238E27FC236}">
                  <a16:creationId xmlns:a16="http://schemas.microsoft.com/office/drawing/2014/main" id="{786AABE9-2820-18C1-38CE-B633FE47E822}"/>
                </a:ext>
              </a:extLst>
            </p:cNvPr>
            <p:cNvSpPr>
              <a:spLocks noGrp="1" noRot="1" noMove="1" noResize="1" noEditPoints="1" noAdjustHandles="1" noChangeArrowheads="1" noChangeShapeType="1"/>
            </p:cNvSpPr>
            <p:nvPr/>
          </p:nvSpPr>
          <p:spPr>
            <a:xfrm>
              <a:off x="3711463" y="6030615"/>
              <a:ext cx="66786" cy="72408"/>
            </a:xfrm>
            <a:custGeom>
              <a:avLst/>
              <a:gdLst>
                <a:gd name="connsiteX0" fmla="*/ 34412 w 66786"/>
                <a:gd name="connsiteY0" fmla="*/ 0 h 72408"/>
                <a:gd name="connsiteX1" fmla="*/ 66786 w 66786"/>
                <a:gd name="connsiteY1" fmla="*/ 23286 h 72408"/>
                <a:gd name="connsiteX2" fmla="*/ 51118 w 66786"/>
                <a:gd name="connsiteY2" fmla="*/ 23286 h 72408"/>
                <a:gd name="connsiteX3" fmla="*/ 34412 w 66786"/>
                <a:gd name="connsiteY3" fmla="*/ 12234 h 72408"/>
                <a:gd name="connsiteX4" fmla="*/ 14928 w 66786"/>
                <a:gd name="connsiteY4" fmla="*/ 36149 h 72408"/>
                <a:gd name="connsiteX5" fmla="*/ 34412 w 66786"/>
                <a:gd name="connsiteY5" fmla="*/ 60174 h 72408"/>
                <a:gd name="connsiteX6" fmla="*/ 51118 w 66786"/>
                <a:gd name="connsiteY6" fmla="*/ 49122 h 72408"/>
                <a:gd name="connsiteX7" fmla="*/ 66786 w 66786"/>
                <a:gd name="connsiteY7" fmla="*/ 49122 h 72408"/>
                <a:gd name="connsiteX8" fmla="*/ 34412 w 66786"/>
                <a:gd name="connsiteY8" fmla="*/ 72408 h 72408"/>
                <a:gd name="connsiteX9" fmla="*/ 0 w 66786"/>
                <a:gd name="connsiteY9" fmla="*/ 36149 h 72408"/>
                <a:gd name="connsiteX10" fmla="*/ 34412 w 66786"/>
                <a:gd name="connsiteY10" fmla="*/ 37 h 7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86" h="72408">
                  <a:moveTo>
                    <a:pt x="34412" y="0"/>
                  </a:moveTo>
                  <a:cubicBezTo>
                    <a:pt x="51599" y="0"/>
                    <a:pt x="62823" y="8501"/>
                    <a:pt x="66786" y="23286"/>
                  </a:cubicBezTo>
                  <a:lnTo>
                    <a:pt x="51118" y="23286"/>
                  </a:lnTo>
                  <a:cubicBezTo>
                    <a:pt x="48710" y="16559"/>
                    <a:pt x="43079" y="12234"/>
                    <a:pt x="34412" y="12234"/>
                  </a:cubicBezTo>
                  <a:cubicBezTo>
                    <a:pt x="22670" y="12234"/>
                    <a:pt x="14928" y="20884"/>
                    <a:pt x="14928" y="36149"/>
                  </a:cubicBezTo>
                  <a:cubicBezTo>
                    <a:pt x="14928" y="51414"/>
                    <a:pt x="22707" y="60174"/>
                    <a:pt x="34412" y="60174"/>
                  </a:cubicBezTo>
                  <a:cubicBezTo>
                    <a:pt x="43079" y="60174"/>
                    <a:pt x="48413" y="56367"/>
                    <a:pt x="51118" y="49122"/>
                  </a:cubicBezTo>
                  <a:lnTo>
                    <a:pt x="66786" y="49122"/>
                  </a:lnTo>
                  <a:cubicBezTo>
                    <a:pt x="62823" y="62872"/>
                    <a:pt x="51636" y="72408"/>
                    <a:pt x="34412" y="72408"/>
                  </a:cubicBezTo>
                  <a:cubicBezTo>
                    <a:pt x="14261" y="72408"/>
                    <a:pt x="0" y="58178"/>
                    <a:pt x="0" y="36149"/>
                  </a:cubicBezTo>
                  <a:cubicBezTo>
                    <a:pt x="0" y="14119"/>
                    <a:pt x="14261" y="37"/>
                    <a:pt x="34412" y="37"/>
                  </a:cubicBezTo>
                  <a:close/>
                </a:path>
              </a:pathLst>
            </a:custGeom>
            <a:grpFill/>
            <a:ln w="3692" cap="flat">
              <a:noFill/>
              <a:prstDash val="solid"/>
              <a:miter/>
            </a:ln>
          </p:spPr>
          <p:txBody>
            <a:bodyPr rtlCol="0" anchor="ctr"/>
            <a:lstStyle/>
            <a:p>
              <a:endParaRPr lang="en-US">
                <a:solidFill>
                  <a:schemeClr val="tx1"/>
                </a:solidFill>
              </a:endParaRPr>
            </a:p>
          </p:txBody>
        </p:sp>
        <p:sp>
          <p:nvSpPr>
            <p:cNvPr id="26" name="Freeform 25">
              <a:extLst>
                <a:ext uri="{FF2B5EF4-FFF2-40B4-BE49-F238E27FC236}">
                  <a16:creationId xmlns:a16="http://schemas.microsoft.com/office/drawing/2014/main" id="{053A5EFE-28B4-3871-3162-A0F800145F60}"/>
                </a:ext>
              </a:extLst>
            </p:cNvPr>
            <p:cNvSpPr>
              <a:spLocks noGrp="1" noRot="1" noMove="1" noResize="1" noEditPoints="1" noAdjustHandles="1" noChangeArrowheads="1" noChangeShapeType="1"/>
            </p:cNvSpPr>
            <p:nvPr/>
          </p:nvSpPr>
          <p:spPr>
            <a:xfrm>
              <a:off x="3789066" y="6003891"/>
              <a:ext cx="18483" cy="97949"/>
            </a:xfrm>
            <a:custGeom>
              <a:avLst/>
              <a:gdLst>
                <a:gd name="connsiteX0" fmla="*/ 0 w 18483"/>
                <a:gd name="connsiteY0" fmla="*/ 9277 h 97949"/>
                <a:gd name="connsiteX1" fmla="*/ 9297 w 18483"/>
                <a:gd name="connsiteY1" fmla="*/ 0 h 97949"/>
                <a:gd name="connsiteX2" fmla="*/ 18484 w 18483"/>
                <a:gd name="connsiteY2" fmla="*/ 9277 h 97949"/>
                <a:gd name="connsiteX3" fmla="*/ 9297 w 18483"/>
                <a:gd name="connsiteY3" fmla="*/ 18555 h 97949"/>
                <a:gd name="connsiteX4" fmla="*/ 0 w 18483"/>
                <a:gd name="connsiteY4" fmla="*/ 9277 h 97949"/>
                <a:gd name="connsiteX5" fmla="*/ 1926 w 18483"/>
                <a:gd name="connsiteY5" fmla="*/ 27869 h 97949"/>
                <a:gd name="connsiteX6" fmla="*/ 16446 w 18483"/>
                <a:gd name="connsiteY6" fmla="*/ 27869 h 97949"/>
                <a:gd name="connsiteX7" fmla="*/ 16446 w 18483"/>
                <a:gd name="connsiteY7" fmla="*/ 97949 h 97949"/>
                <a:gd name="connsiteX8" fmla="*/ 1926 w 18483"/>
                <a:gd name="connsiteY8" fmla="*/ 97949 h 97949"/>
                <a:gd name="connsiteX9" fmla="*/ 1926 w 18483"/>
                <a:gd name="connsiteY9" fmla="*/ 27869 h 97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83" h="97949">
                  <a:moveTo>
                    <a:pt x="0" y="9277"/>
                  </a:moveTo>
                  <a:cubicBezTo>
                    <a:pt x="0" y="4066"/>
                    <a:pt x="4075" y="0"/>
                    <a:pt x="9297" y="0"/>
                  </a:cubicBezTo>
                  <a:cubicBezTo>
                    <a:pt x="14520" y="0"/>
                    <a:pt x="18484" y="4066"/>
                    <a:pt x="18484" y="9277"/>
                  </a:cubicBezTo>
                  <a:cubicBezTo>
                    <a:pt x="18484" y="14489"/>
                    <a:pt x="14409" y="18555"/>
                    <a:pt x="9297" y="18555"/>
                  </a:cubicBezTo>
                  <a:cubicBezTo>
                    <a:pt x="4186" y="18555"/>
                    <a:pt x="0" y="14489"/>
                    <a:pt x="0" y="9277"/>
                  </a:cubicBezTo>
                  <a:close/>
                  <a:moveTo>
                    <a:pt x="1926" y="27869"/>
                  </a:moveTo>
                  <a:lnTo>
                    <a:pt x="16446" y="27869"/>
                  </a:lnTo>
                  <a:lnTo>
                    <a:pt x="16446" y="97949"/>
                  </a:lnTo>
                  <a:lnTo>
                    <a:pt x="1926" y="97949"/>
                  </a:lnTo>
                  <a:lnTo>
                    <a:pt x="1926" y="27869"/>
                  </a:lnTo>
                  <a:close/>
                </a:path>
              </a:pathLst>
            </a:custGeom>
            <a:grpFill/>
            <a:ln w="3692" cap="flat">
              <a:noFill/>
              <a:prstDash val="solid"/>
              <a:miter/>
            </a:ln>
          </p:spPr>
          <p:txBody>
            <a:bodyPr rtlCol="0" anchor="ctr"/>
            <a:lstStyle/>
            <a:p>
              <a:endParaRPr lang="en-US">
                <a:solidFill>
                  <a:schemeClr val="tx1"/>
                </a:solidFill>
              </a:endParaRPr>
            </a:p>
          </p:txBody>
        </p:sp>
        <p:sp>
          <p:nvSpPr>
            <p:cNvPr id="27" name="Freeform 26">
              <a:extLst>
                <a:ext uri="{FF2B5EF4-FFF2-40B4-BE49-F238E27FC236}">
                  <a16:creationId xmlns:a16="http://schemas.microsoft.com/office/drawing/2014/main" id="{E330EB68-BD3E-D4A6-4C78-DAED9D0597F4}"/>
                </a:ext>
              </a:extLst>
            </p:cNvPr>
            <p:cNvSpPr>
              <a:spLocks noGrp="1" noRot="1" noMove="1" noResize="1" noEditPoints="1" noAdjustHandles="1" noChangeArrowheads="1" noChangeShapeType="1"/>
            </p:cNvSpPr>
            <p:nvPr/>
          </p:nvSpPr>
          <p:spPr>
            <a:xfrm>
              <a:off x="3818328"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tx1"/>
                </a:solidFill>
              </a:endParaRPr>
            </a:p>
          </p:txBody>
        </p:sp>
        <p:sp>
          <p:nvSpPr>
            <p:cNvPr id="28" name="Freeform 27">
              <a:extLst>
                <a:ext uri="{FF2B5EF4-FFF2-40B4-BE49-F238E27FC236}">
                  <a16:creationId xmlns:a16="http://schemas.microsoft.com/office/drawing/2014/main" id="{D0E9DE69-05EE-5114-1691-8EA55A9FBB3E}"/>
                </a:ext>
              </a:extLst>
            </p:cNvPr>
            <p:cNvSpPr>
              <a:spLocks noGrp="1" noRot="1" noMove="1" noResize="1" noEditPoints="1" noAdjustHandles="1" noChangeArrowheads="1" noChangeShapeType="1"/>
            </p:cNvSpPr>
            <p:nvPr/>
          </p:nvSpPr>
          <p:spPr>
            <a:xfrm>
              <a:off x="3907969"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tx1"/>
                </a:solidFill>
              </a:endParaRPr>
            </a:p>
          </p:txBody>
        </p:sp>
        <p:sp>
          <p:nvSpPr>
            <p:cNvPr id="29" name="Freeform 28">
              <a:extLst>
                <a:ext uri="{FF2B5EF4-FFF2-40B4-BE49-F238E27FC236}">
                  <a16:creationId xmlns:a16="http://schemas.microsoft.com/office/drawing/2014/main" id="{3856FAF7-132F-A0AB-61AD-160380E0688B}"/>
                </a:ext>
              </a:extLst>
            </p:cNvPr>
            <p:cNvSpPr>
              <a:spLocks noGrp="1" noRot="1" noMove="1" noResize="1" noEditPoints="1" noAdjustHandles="1" noChangeArrowheads="1" noChangeShapeType="1"/>
            </p:cNvSpPr>
            <p:nvPr/>
          </p:nvSpPr>
          <p:spPr>
            <a:xfrm>
              <a:off x="3933935"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tx1"/>
                </a:solidFill>
              </a:endParaRPr>
            </a:p>
          </p:txBody>
        </p:sp>
        <p:sp>
          <p:nvSpPr>
            <p:cNvPr id="30" name="Freeform 29">
              <a:extLst>
                <a:ext uri="{FF2B5EF4-FFF2-40B4-BE49-F238E27FC236}">
                  <a16:creationId xmlns:a16="http://schemas.microsoft.com/office/drawing/2014/main" id="{C54C5F21-1C9E-EC43-EF57-5F0A0686E9AE}"/>
                </a:ext>
              </a:extLst>
            </p:cNvPr>
            <p:cNvSpPr>
              <a:spLocks noGrp="1" noRot="1" noMove="1" noResize="1" noEditPoints="1" noAdjustHandles="1" noChangeArrowheads="1" noChangeShapeType="1"/>
            </p:cNvSpPr>
            <p:nvPr/>
          </p:nvSpPr>
          <p:spPr>
            <a:xfrm>
              <a:off x="3980460" y="6031761"/>
              <a:ext cx="71527" cy="103013"/>
            </a:xfrm>
            <a:custGeom>
              <a:avLst/>
              <a:gdLst>
                <a:gd name="connsiteX0" fmla="*/ 56488 w 71527"/>
                <a:gd name="connsiteY0" fmla="*/ 0 h 103013"/>
                <a:gd name="connsiteX1" fmla="*/ 71527 w 71527"/>
                <a:gd name="connsiteY1" fmla="*/ 0 h 103013"/>
                <a:gd name="connsiteX2" fmla="*/ 28448 w 71527"/>
                <a:gd name="connsiteY2" fmla="*/ 103013 h 103013"/>
                <a:gd name="connsiteX3" fmla="*/ 13409 w 71527"/>
                <a:gd name="connsiteY3" fmla="*/ 103013 h 103013"/>
                <a:gd name="connsiteX4" fmla="*/ 27670 w 71527"/>
                <a:gd name="connsiteY4" fmla="*/ 68934 h 103013"/>
                <a:gd name="connsiteX5" fmla="*/ 0 w 71527"/>
                <a:gd name="connsiteY5" fmla="*/ 0 h 103013"/>
                <a:gd name="connsiteX6" fmla="*/ 16187 w 71527"/>
                <a:gd name="connsiteY6" fmla="*/ 0 h 103013"/>
                <a:gd name="connsiteX7" fmla="*/ 35930 w 71527"/>
                <a:gd name="connsiteY7" fmla="*/ 53410 h 103013"/>
                <a:gd name="connsiteX8" fmla="*/ 56451 w 71527"/>
                <a:gd name="connsiteY8" fmla="*/ 0 h 10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 h="103013">
                  <a:moveTo>
                    <a:pt x="56488" y="0"/>
                  </a:moveTo>
                  <a:lnTo>
                    <a:pt x="71527" y="0"/>
                  </a:lnTo>
                  <a:lnTo>
                    <a:pt x="28448" y="103013"/>
                  </a:lnTo>
                  <a:lnTo>
                    <a:pt x="13409" y="103013"/>
                  </a:lnTo>
                  <a:lnTo>
                    <a:pt x="27670" y="68934"/>
                  </a:lnTo>
                  <a:lnTo>
                    <a:pt x="0" y="0"/>
                  </a:lnTo>
                  <a:lnTo>
                    <a:pt x="16187" y="0"/>
                  </a:lnTo>
                  <a:lnTo>
                    <a:pt x="35930" y="53410"/>
                  </a:lnTo>
                  <a:lnTo>
                    <a:pt x="56451" y="0"/>
                  </a:lnTo>
                  <a:close/>
                </a:path>
              </a:pathLst>
            </a:custGeom>
            <a:grpFill/>
            <a:ln w="3692" cap="flat">
              <a:noFill/>
              <a:prstDash val="solid"/>
              <a:miter/>
            </a:ln>
          </p:spPr>
          <p:txBody>
            <a:bodyPr rtlCol="0" anchor="ctr"/>
            <a:lstStyle/>
            <a:p>
              <a:endParaRPr lang="en-US">
                <a:solidFill>
                  <a:schemeClr val="tx1"/>
                </a:solidFill>
              </a:endParaRPr>
            </a:p>
          </p:txBody>
        </p:sp>
        <p:sp>
          <p:nvSpPr>
            <p:cNvPr id="31" name="Freeform 30">
              <a:extLst>
                <a:ext uri="{FF2B5EF4-FFF2-40B4-BE49-F238E27FC236}">
                  <a16:creationId xmlns:a16="http://schemas.microsoft.com/office/drawing/2014/main" id="{1845A3E2-F6CF-E745-27ED-1112EE892CCB}"/>
                </a:ext>
              </a:extLst>
            </p:cNvPr>
            <p:cNvSpPr>
              <a:spLocks noGrp="1" noRot="1" noMove="1" noResize="1" noEditPoints="1" noAdjustHandles="1" noChangeArrowheads="1" noChangeShapeType="1"/>
            </p:cNvSpPr>
            <p:nvPr/>
          </p:nvSpPr>
          <p:spPr>
            <a:xfrm>
              <a:off x="4091251" y="6012282"/>
              <a:ext cx="86380" cy="90298"/>
            </a:xfrm>
            <a:custGeom>
              <a:avLst/>
              <a:gdLst>
                <a:gd name="connsiteX0" fmla="*/ 45228 w 86380"/>
                <a:gd name="connsiteY0" fmla="*/ 0 h 90298"/>
                <a:gd name="connsiteX1" fmla="*/ 86381 w 86380"/>
                <a:gd name="connsiteY1" fmla="*/ 26576 h 90298"/>
                <a:gd name="connsiteX2" fmla="*/ 68934 w 86380"/>
                <a:gd name="connsiteY2" fmla="*/ 26576 h 90298"/>
                <a:gd name="connsiteX3" fmla="*/ 45228 w 86380"/>
                <a:gd name="connsiteY3" fmla="*/ 12715 h 90298"/>
                <a:gd name="connsiteX4" fmla="*/ 14891 w 86380"/>
                <a:gd name="connsiteY4" fmla="*/ 45131 h 90298"/>
                <a:gd name="connsiteX5" fmla="*/ 45228 w 86380"/>
                <a:gd name="connsiteY5" fmla="*/ 77694 h 90298"/>
                <a:gd name="connsiteX6" fmla="*/ 68934 w 86380"/>
                <a:gd name="connsiteY6" fmla="*/ 63833 h 90298"/>
                <a:gd name="connsiteX7" fmla="*/ 86381 w 86380"/>
                <a:gd name="connsiteY7" fmla="*/ 63833 h 90298"/>
                <a:gd name="connsiteX8" fmla="*/ 45228 w 86380"/>
                <a:gd name="connsiteY8" fmla="*/ 90298 h 90298"/>
                <a:gd name="connsiteX9" fmla="*/ 0 w 86380"/>
                <a:gd name="connsiteY9" fmla="*/ 45168 h 90298"/>
                <a:gd name="connsiteX10" fmla="*/ 45228 w 86380"/>
                <a:gd name="connsiteY10" fmla="*/ 37 h 9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 h="90298">
                  <a:moveTo>
                    <a:pt x="45228" y="0"/>
                  </a:moveTo>
                  <a:cubicBezTo>
                    <a:pt x="63712" y="0"/>
                    <a:pt x="79640" y="9277"/>
                    <a:pt x="86381" y="26576"/>
                  </a:cubicBezTo>
                  <a:lnTo>
                    <a:pt x="68934" y="26576"/>
                  </a:lnTo>
                  <a:cubicBezTo>
                    <a:pt x="64230" y="17150"/>
                    <a:pt x="55822" y="12715"/>
                    <a:pt x="45228" y="12715"/>
                  </a:cubicBezTo>
                  <a:cubicBezTo>
                    <a:pt x="27633" y="12715"/>
                    <a:pt x="14891" y="25171"/>
                    <a:pt x="14891" y="45131"/>
                  </a:cubicBezTo>
                  <a:cubicBezTo>
                    <a:pt x="14891" y="65090"/>
                    <a:pt x="27633" y="77694"/>
                    <a:pt x="45228" y="77694"/>
                  </a:cubicBezTo>
                  <a:cubicBezTo>
                    <a:pt x="55822" y="77694"/>
                    <a:pt x="64230" y="73259"/>
                    <a:pt x="68934" y="63833"/>
                  </a:cubicBezTo>
                  <a:lnTo>
                    <a:pt x="86381" y="63833"/>
                  </a:lnTo>
                  <a:cubicBezTo>
                    <a:pt x="79640" y="81132"/>
                    <a:pt x="63712" y="90298"/>
                    <a:pt x="45228" y="90298"/>
                  </a:cubicBezTo>
                  <a:cubicBezTo>
                    <a:pt x="20262" y="90298"/>
                    <a:pt x="0" y="71743"/>
                    <a:pt x="0" y="45168"/>
                  </a:cubicBezTo>
                  <a:cubicBezTo>
                    <a:pt x="0" y="18592"/>
                    <a:pt x="20262" y="37"/>
                    <a:pt x="45228" y="37"/>
                  </a:cubicBezTo>
                  <a:close/>
                </a:path>
              </a:pathLst>
            </a:custGeom>
            <a:grpFill/>
            <a:ln w="3692" cap="flat">
              <a:noFill/>
              <a:prstDash val="solid"/>
              <a:miter/>
            </a:ln>
          </p:spPr>
          <p:txBody>
            <a:bodyPr rtlCol="0" anchor="ctr"/>
            <a:lstStyle/>
            <a:p>
              <a:endParaRPr lang="en-US">
                <a:solidFill>
                  <a:schemeClr val="tx1"/>
                </a:solidFill>
              </a:endParaRPr>
            </a:p>
          </p:txBody>
        </p:sp>
        <p:sp>
          <p:nvSpPr>
            <p:cNvPr id="32" name="Freeform 31">
              <a:extLst>
                <a:ext uri="{FF2B5EF4-FFF2-40B4-BE49-F238E27FC236}">
                  <a16:creationId xmlns:a16="http://schemas.microsoft.com/office/drawing/2014/main" id="{DF4EA2CA-0344-942A-FA1F-D784C5876C35}"/>
                </a:ext>
              </a:extLst>
            </p:cNvPr>
            <p:cNvSpPr>
              <a:spLocks noGrp="1" noRot="1" noMove="1" noResize="1" noEditPoints="1" noAdjustHandles="1" noChangeArrowheads="1" noChangeShapeType="1"/>
            </p:cNvSpPr>
            <p:nvPr/>
          </p:nvSpPr>
          <p:spPr>
            <a:xfrm>
              <a:off x="4187300"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8" y="72372"/>
                    <a:pt x="0" y="57476"/>
                    <a:pt x="0" y="35853"/>
                  </a:cubicBezTo>
                  <a:cubicBezTo>
                    <a:pt x="0" y="14230"/>
                    <a:pt x="14668"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tx1"/>
                </a:solidFill>
              </a:endParaRPr>
            </a:p>
          </p:txBody>
        </p:sp>
        <p:sp>
          <p:nvSpPr>
            <p:cNvPr id="33" name="Freeform 32">
              <a:extLst>
                <a:ext uri="{FF2B5EF4-FFF2-40B4-BE49-F238E27FC236}">
                  <a16:creationId xmlns:a16="http://schemas.microsoft.com/office/drawing/2014/main" id="{9C3106FA-1EC5-84D7-A313-42E680951B67}"/>
                </a:ext>
              </a:extLst>
            </p:cNvPr>
            <p:cNvSpPr>
              <a:spLocks noGrp="1" noRot="1" noMove="1" noResize="1" noEditPoints="1" noAdjustHandles="1" noChangeArrowheads="1" noChangeShapeType="1"/>
            </p:cNvSpPr>
            <p:nvPr/>
          </p:nvSpPr>
          <p:spPr>
            <a:xfrm>
              <a:off x="4274422" y="6030615"/>
              <a:ext cx="35559" cy="71225"/>
            </a:xfrm>
            <a:custGeom>
              <a:avLst/>
              <a:gdLst>
                <a:gd name="connsiteX0" fmla="*/ 14520 w 35559"/>
                <a:gd name="connsiteY0" fmla="*/ 71226 h 71225"/>
                <a:gd name="connsiteX1" fmla="*/ 0 w 35559"/>
                <a:gd name="connsiteY1" fmla="*/ 71226 h 71225"/>
                <a:gd name="connsiteX2" fmla="*/ 0 w 35559"/>
                <a:gd name="connsiteY2" fmla="*/ 1146 h 71225"/>
                <a:gd name="connsiteX3" fmla="*/ 14520 w 35559"/>
                <a:gd name="connsiteY3" fmla="*/ 1146 h 71225"/>
                <a:gd name="connsiteX4" fmla="*/ 14520 w 35559"/>
                <a:gd name="connsiteY4" fmla="*/ 11310 h 71225"/>
                <a:gd name="connsiteX5" fmla="*/ 35560 w 35559"/>
                <a:gd name="connsiteY5" fmla="*/ 0 h 71225"/>
                <a:gd name="connsiteX6" fmla="*/ 35560 w 35559"/>
                <a:gd name="connsiteY6" fmla="*/ 15007 h 71225"/>
                <a:gd name="connsiteX7" fmla="*/ 31856 w 35559"/>
                <a:gd name="connsiteY7" fmla="*/ 15007 h 71225"/>
                <a:gd name="connsiteX8" fmla="*/ 14520 w 35559"/>
                <a:gd name="connsiteY8" fmla="*/ 34338 h 71225"/>
                <a:gd name="connsiteX9" fmla="*/ 14520 w 35559"/>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59"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tx1"/>
                </a:solidFill>
              </a:endParaRPr>
            </a:p>
          </p:txBody>
        </p:sp>
        <p:sp>
          <p:nvSpPr>
            <p:cNvPr id="34" name="Freeform 33">
              <a:extLst>
                <a:ext uri="{FF2B5EF4-FFF2-40B4-BE49-F238E27FC236}">
                  <a16:creationId xmlns:a16="http://schemas.microsoft.com/office/drawing/2014/main" id="{93BCCAB2-7B8F-B9E1-4201-D5CE9DBF3DA8}"/>
                </a:ext>
              </a:extLst>
            </p:cNvPr>
            <p:cNvSpPr>
              <a:spLocks noGrp="1" noRot="1" noMove="1" noResize="1" noEditPoints="1" noAdjustHandles="1" noChangeArrowheads="1" noChangeShapeType="1"/>
            </p:cNvSpPr>
            <p:nvPr/>
          </p:nvSpPr>
          <p:spPr>
            <a:xfrm>
              <a:off x="431583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0 w 69193"/>
                <a:gd name="connsiteY8" fmla="*/ 50342 h 72371"/>
                <a:gd name="connsiteX9" fmla="*/ 34967 w 69193"/>
                <a:gd name="connsiteY9" fmla="*/ 72335 h 72371"/>
                <a:gd name="connsiteX10" fmla="*/ 15150 w 69193"/>
                <a:gd name="connsiteY10" fmla="*/ 29865 h 72371"/>
                <a:gd name="connsiteX11" fmla="*/ 54007 w 69193"/>
                <a:gd name="connsiteY11" fmla="*/ 29865 h 72371"/>
                <a:gd name="connsiteX12" fmla="*/ 34375 w 69193"/>
                <a:gd name="connsiteY12" fmla="*/ 12197 h 72371"/>
                <a:gd name="connsiteX13" fmla="*/ 15113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83" y="39143"/>
                    <a:pt x="68675" y="41582"/>
                  </a:cubicBezTo>
                  <a:lnTo>
                    <a:pt x="15002" y="41582"/>
                  </a:lnTo>
                  <a:cubicBezTo>
                    <a:pt x="16039" y="53151"/>
                    <a:pt x="24299" y="60137"/>
                    <a:pt x="35004" y="60137"/>
                  </a:cubicBezTo>
                  <a:cubicBezTo>
                    <a:pt x="43931" y="60137"/>
                    <a:pt x="48895" y="55813"/>
                    <a:pt x="51562" y="50342"/>
                  </a:cubicBezTo>
                  <a:lnTo>
                    <a:pt x="67230" y="50342"/>
                  </a:lnTo>
                  <a:cubicBezTo>
                    <a:pt x="63267" y="62540"/>
                    <a:pt x="52192" y="72335"/>
                    <a:pt x="34967" y="72335"/>
                  </a:cubicBezTo>
                  <a:close/>
                  <a:moveTo>
                    <a:pt x="15150" y="29865"/>
                  </a:moveTo>
                  <a:lnTo>
                    <a:pt x="54007" y="29865"/>
                  </a:lnTo>
                  <a:cubicBezTo>
                    <a:pt x="53747" y="19072"/>
                    <a:pt x="45228" y="12197"/>
                    <a:pt x="34375" y="12197"/>
                  </a:cubicBezTo>
                  <a:cubicBezTo>
                    <a:pt x="24559" y="12197"/>
                    <a:pt x="16669" y="18814"/>
                    <a:pt x="15113" y="29865"/>
                  </a:cubicBezTo>
                  <a:close/>
                </a:path>
              </a:pathLst>
            </a:custGeom>
            <a:grpFill/>
            <a:ln w="3692" cap="flat">
              <a:noFill/>
              <a:prstDash val="solid"/>
              <a:miter/>
            </a:ln>
          </p:spPr>
          <p:txBody>
            <a:bodyPr rtlCol="0" anchor="ctr"/>
            <a:lstStyle/>
            <a:p>
              <a:endParaRPr lang="en-US">
                <a:solidFill>
                  <a:schemeClr val="tx1"/>
                </a:solidFill>
              </a:endParaRPr>
            </a:p>
          </p:txBody>
        </p:sp>
        <p:sp>
          <p:nvSpPr>
            <p:cNvPr id="35" name="Freeform 34">
              <a:extLst>
                <a:ext uri="{FF2B5EF4-FFF2-40B4-BE49-F238E27FC236}">
                  <a16:creationId xmlns:a16="http://schemas.microsoft.com/office/drawing/2014/main" id="{FFEA4E7C-191E-7EB6-AB38-7DCABAAD327A}"/>
                </a:ext>
              </a:extLst>
            </p:cNvPr>
            <p:cNvSpPr>
              <a:spLocks noGrp="1" noRot="1" noMove="1" noResize="1" noEditPoints="1" noAdjustHandles="1" noChangeArrowheads="1" noChangeShapeType="1"/>
            </p:cNvSpPr>
            <p:nvPr/>
          </p:nvSpPr>
          <p:spPr>
            <a:xfrm>
              <a:off x="4432442" y="6013428"/>
              <a:ext cx="61933" cy="88376"/>
            </a:xfrm>
            <a:custGeom>
              <a:avLst/>
              <a:gdLst>
                <a:gd name="connsiteX0" fmla="*/ 30596 w 61933"/>
                <a:gd name="connsiteY0" fmla="*/ 52523 h 88376"/>
                <a:gd name="connsiteX1" fmla="*/ 14520 w 61933"/>
                <a:gd name="connsiteY1" fmla="*/ 52523 h 88376"/>
                <a:gd name="connsiteX2" fmla="*/ 14520 w 61933"/>
                <a:gd name="connsiteY2" fmla="*/ 88376 h 88376"/>
                <a:gd name="connsiteX3" fmla="*/ 0 w 61933"/>
                <a:gd name="connsiteY3" fmla="*/ 88376 h 88376"/>
                <a:gd name="connsiteX4" fmla="*/ 0 w 61933"/>
                <a:gd name="connsiteY4" fmla="*/ 0 h 88376"/>
                <a:gd name="connsiteX5" fmla="*/ 30596 w 61933"/>
                <a:gd name="connsiteY5" fmla="*/ 0 h 88376"/>
                <a:gd name="connsiteX6" fmla="*/ 61933 w 61933"/>
                <a:gd name="connsiteY6" fmla="*/ 26317 h 88376"/>
                <a:gd name="connsiteX7" fmla="*/ 30596 w 61933"/>
                <a:gd name="connsiteY7" fmla="*/ 52523 h 88376"/>
                <a:gd name="connsiteX8" fmla="*/ 30596 w 61933"/>
                <a:gd name="connsiteY8" fmla="*/ 40695 h 88376"/>
                <a:gd name="connsiteX9" fmla="*/ 47043 w 61933"/>
                <a:gd name="connsiteY9" fmla="*/ 26317 h 88376"/>
                <a:gd name="connsiteX10" fmla="*/ 30596 w 61933"/>
                <a:gd name="connsiteY10" fmla="*/ 11828 h 88376"/>
                <a:gd name="connsiteX11" fmla="*/ 14520 w 61933"/>
                <a:gd name="connsiteY11" fmla="*/ 11828 h 88376"/>
                <a:gd name="connsiteX12" fmla="*/ 14520 w 61933"/>
                <a:gd name="connsiteY12" fmla="*/ 40695 h 88376"/>
                <a:gd name="connsiteX13" fmla="*/ 30596 w 61933"/>
                <a:gd name="connsiteY13" fmla="*/ 40695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933" h="88376">
                  <a:moveTo>
                    <a:pt x="30596" y="52523"/>
                  </a:moveTo>
                  <a:lnTo>
                    <a:pt x="14520" y="52523"/>
                  </a:lnTo>
                  <a:lnTo>
                    <a:pt x="14520" y="88376"/>
                  </a:lnTo>
                  <a:lnTo>
                    <a:pt x="0" y="88376"/>
                  </a:lnTo>
                  <a:lnTo>
                    <a:pt x="0" y="0"/>
                  </a:lnTo>
                  <a:lnTo>
                    <a:pt x="30596" y="0"/>
                  </a:lnTo>
                  <a:cubicBezTo>
                    <a:pt x="51636" y="0"/>
                    <a:pt x="61933" y="11939"/>
                    <a:pt x="61933" y="26317"/>
                  </a:cubicBezTo>
                  <a:cubicBezTo>
                    <a:pt x="61933" y="38921"/>
                    <a:pt x="53636" y="52523"/>
                    <a:pt x="30596" y="52523"/>
                  </a:cubicBezTo>
                  <a:close/>
                  <a:moveTo>
                    <a:pt x="30596" y="40695"/>
                  </a:moveTo>
                  <a:cubicBezTo>
                    <a:pt x="41931" y="40695"/>
                    <a:pt x="47043" y="35225"/>
                    <a:pt x="47043" y="26317"/>
                  </a:cubicBezTo>
                  <a:cubicBezTo>
                    <a:pt x="47043" y="17409"/>
                    <a:pt x="41931" y="11828"/>
                    <a:pt x="30596" y="11828"/>
                  </a:cubicBezTo>
                  <a:lnTo>
                    <a:pt x="14520" y="11828"/>
                  </a:lnTo>
                  <a:lnTo>
                    <a:pt x="14520" y="40695"/>
                  </a:lnTo>
                  <a:lnTo>
                    <a:pt x="30596" y="40695"/>
                  </a:lnTo>
                  <a:close/>
                </a:path>
              </a:pathLst>
            </a:custGeom>
            <a:grpFill/>
            <a:ln w="3692" cap="flat">
              <a:noFill/>
              <a:prstDash val="solid"/>
              <a:miter/>
            </a:ln>
          </p:spPr>
          <p:txBody>
            <a:bodyPr rtlCol="0" anchor="ctr"/>
            <a:lstStyle/>
            <a:p>
              <a:endParaRPr lang="en-US">
                <a:solidFill>
                  <a:schemeClr val="tx1"/>
                </a:solidFill>
              </a:endParaRPr>
            </a:p>
          </p:txBody>
        </p:sp>
        <p:sp>
          <p:nvSpPr>
            <p:cNvPr id="36" name="Freeform 35">
              <a:extLst>
                <a:ext uri="{FF2B5EF4-FFF2-40B4-BE49-F238E27FC236}">
                  <a16:creationId xmlns:a16="http://schemas.microsoft.com/office/drawing/2014/main" id="{C079D062-90E9-58B9-A1E1-9F5902945D0C}"/>
                </a:ext>
              </a:extLst>
            </p:cNvPr>
            <p:cNvSpPr>
              <a:spLocks noGrp="1" noRot="1" noMove="1" noResize="1" noEditPoints="1" noAdjustHandles="1" noChangeArrowheads="1" noChangeShapeType="1"/>
            </p:cNvSpPr>
            <p:nvPr/>
          </p:nvSpPr>
          <p:spPr>
            <a:xfrm>
              <a:off x="4505117"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tx1"/>
                </a:solidFill>
              </a:endParaRPr>
            </a:p>
          </p:txBody>
        </p:sp>
        <p:sp>
          <p:nvSpPr>
            <p:cNvPr id="37" name="Freeform 36">
              <a:extLst>
                <a:ext uri="{FF2B5EF4-FFF2-40B4-BE49-F238E27FC236}">
                  <a16:creationId xmlns:a16="http://schemas.microsoft.com/office/drawing/2014/main" id="{D664E66A-6CC8-E1B6-5F0C-396C6172E740}"/>
                </a:ext>
              </a:extLst>
            </p:cNvPr>
            <p:cNvSpPr>
              <a:spLocks noGrp="1" noRot="1" noMove="1" noResize="1" noEditPoints="1" noAdjustHandles="1" noChangeArrowheads="1" noChangeShapeType="1"/>
            </p:cNvSpPr>
            <p:nvPr/>
          </p:nvSpPr>
          <p:spPr>
            <a:xfrm>
              <a:off x="4532861"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190 w 72157"/>
                <a:gd name="connsiteY10" fmla="*/ 12604 h 72371"/>
                <a:gd name="connsiteX11" fmla="*/ 14891 w 72157"/>
                <a:gd name="connsiteY11" fmla="*/ 35890 h 72371"/>
                <a:gd name="connsiteX12" fmla="*/ 36190 w 72157"/>
                <a:gd name="connsiteY12" fmla="*/ 59804 h 72371"/>
                <a:gd name="connsiteX13" fmla="*/ 57489 w 72157"/>
                <a:gd name="connsiteY13" fmla="*/ 36149 h 72371"/>
                <a:gd name="connsiteX14" fmla="*/ 36190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190" y="12604"/>
                  </a:moveTo>
                  <a:cubicBezTo>
                    <a:pt x="25374" y="12604"/>
                    <a:pt x="14891" y="20736"/>
                    <a:pt x="14891" y="35890"/>
                  </a:cubicBezTo>
                  <a:cubicBezTo>
                    <a:pt x="14891" y="51044"/>
                    <a:pt x="25337" y="59804"/>
                    <a:pt x="36190" y="59804"/>
                  </a:cubicBezTo>
                  <a:cubicBezTo>
                    <a:pt x="47043" y="59804"/>
                    <a:pt x="57489" y="51266"/>
                    <a:pt x="57489" y="36149"/>
                  </a:cubicBezTo>
                  <a:cubicBezTo>
                    <a:pt x="57489" y="21031"/>
                    <a:pt x="47154" y="12604"/>
                    <a:pt x="36190" y="12604"/>
                  </a:cubicBezTo>
                  <a:close/>
                </a:path>
              </a:pathLst>
            </a:custGeom>
            <a:grpFill/>
            <a:ln w="3692" cap="flat">
              <a:noFill/>
              <a:prstDash val="solid"/>
              <a:miter/>
            </a:ln>
          </p:spPr>
          <p:txBody>
            <a:bodyPr rtlCol="0" anchor="ctr"/>
            <a:lstStyle/>
            <a:p>
              <a:endParaRPr lang="en-US">
                <a:solidFill>
                  <a:schemeClr val="tx1"/>
                </a:solidFill>
              </a:endParaRPr>
            </a:p>
          </p:txBody>
        </p:sp>
        <p:sp>
          <p:nvSpPr>
            <p:cNvPr id="38" name="Freeform 37">
              <a:extLst>
                <a:ext uri="{FF2B5EF4-FFF2-40B4-BE49-F238E27FC236}">
                  <a16:creationId xmlns:a16="http://schemas.microsoft.com/office/drawing/2014/main" id="{14D54484-F8BF-4D57-6C98-84B4D66AF66C}"/>
                </a:ext>
              </a:extLst>
            </p:cNvPr>
            <p:cNvSpPr>
              <a:spLocks noGrp="1" noRot="1" noMove="1" noResize="1" noEditPoints="1" noAdjustHandles="1" noChangeArrowheads="1" noChangeShapeType="1"/>
            </p:cNvSpPr>
            <p:nvPr/>
          </p:nvSpPr>
          <p:spPr>
            <a:xfrm>
              <a:off x="4616427"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tx1"/>
                </a:solidFill>
              </a:endParaRPr>
            </a:p>
          </p:txBody>
        </p:sp>
        <p:sp>
          <p:nvSpPr>
            <p:cNvPr id="39" name="Freeform 38">
              <a:extLst>
                <a:ext uri="{FF2B5EF4-FFF2-40B4-BE49-F238E27FC236}">
                  <a16:creationId xmlns:a16="http://schemas.microsoft.com/office/drawing/2014/main" id="{7986BE19-6CC8-F523-F324-CF9956022725}"/>
                </a:ext>
              </a:extLst>
            </p:cNvPr>
            <p:cNvSpPr>
              <a:spLocks noGrp="1" noRot="1" noMove="1" noResize="1" noEditPoints="1" noAdjustHandles="1" noChangeArrowheads="1" noChangeShapeType="1"/>
            </p:cNvSpPr>
            <p:nvPr/>
          </p:nvSpPr>
          <p:spPr>
            <a:xfrm>
              <a:off x="4663804" y="6003670"/>
              <a:ext cx="35967" cy="98170"/>
            </a:xfrm>
            <a:custGeom>
              <a:avLst/>
              <a:gdLst>
                <a:gd name="connsiteX0" fmla="*/ 8297 w 35967"/>
                <a:gd name="connsiteY0" fmla="*/ 39919 h 98170"/>
                <a:gd name="connsiteX1" fmla="*/ 0 w 35967"/>
                <a:gd name="connsiteY1" fmla="*/ 39919 h 98170"/>
                <a:gd name="connsiteX2" fmla="*/ 0 w 35967"/>
                <a:gd name="connsiteY2" fmla="*/ 28091 h 98170"/>
                <a:gd name="connsiteX3" fmla="*/ 8297 w 35967"/>
                <a:gd name="connsiteY3" fmla="*/ 28091 h 98170"/>
                <a:gd name="connsiteX4" fmla="*/ 8297 w 35967"/>
                <a:gd name="connsiteY4" fmla="*/ 23138 h 98170"/>
                <a:gd name="connsiteX5" fmla="*/ 34930 w 35967"/>
                <a:gd name="connsiteY5" fmla="*/ 0 h 98170"/>
                <a:gd name="connsiteX6" fmla="*/ 34930 w 35967"/>
                <a:gd name="connsiteY6" fmla="*/ 12087 h 98170"/>
                <a:gd name="connsiteX7" fmla="*/ 22966 w 35967"/>
                <a:gd name="connsiteY7" fmla="*/ 23138 h 98170"/>
                <a:gd name="connsiteX8" fmla="*/ 22966 w 35967"/>
                <a:gd name="connsiteY8" fmla="*/ 28091 h 98170"/>
                <a:gd name="connsiteX9" fmla="*/ 35967 w 35967"/>
                <a:gd name="connsiteY9" fmla="*/ 28091 h 98170"/>
                <a:gd name="connsiteX10" fmla="*/ 35967 w 35967"/>
                <a:gd name="connsiteY10" fmla="*/ 39919 h 98170"/>
                <a:gd name="connsiteX11" fmla="*/ 22966 w 35967"/>
                <a:gd name="connsiteY11" fmla="*/ 39919 h 98170"/>
                <a:gd name="connsiteX12" fmla="*/ 22966 w 35967"/>
                <a:gd name="connsiteY12" fmla="*/ 98171 h 98170"/>
                <a:gd name="connsiteX13" fmla="*/ 8297 w 35967"/>
                <a:gd name="connsiteY13" fmla="*/ 98171 h 98170"/>
                <a:gd name="connsiteX14" fmla="*/ 8297 w 35967"/>
                <a:gd name="connsiteY14" fmla="*/ 39919 h 9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67" h="98170">
                  <a:moveTo>
                    <a:pt x="8297" y="39919"/>
                  </a:moveTo>
                  <a:lnTo>
                    <a:pt x="0" y="39919"/>
                  </a:lnTo>
                  <a:lnTo>
                    <a:pt x="0" y="28091"/>
                  </a:lnTo>
                  <a:lnTo>
                    <a:pt x="8297" y="28091"/>
                  </a:lnTo>
                  <a:lnTo>
                    <a:pt x="8297" y="23138"/>
                  </a:lnTo>
                  <a:cubicBezTo>
                    <a:pt x="8297" y="6986"/>
                    <a:pt x="16595" y="0"/>
                    <a:pt x="34930" y="0"/>
                  </a:cubicBezTo>
                  <a:lnTo>
                    <a:pt x="34930" y="12087"/>
                  </a:lnTo>
                  <a:cubicBezTo>
                    <a:pt x="26003" y="12087"/>
                    <a:pt x="22966" y="15154"/>
                    <a:pt x="22966" y="23138"/>
                  </a:cubicBezTo>
                  <a:lnTo>
                    <a:pt x="22966" y="28091"/>
                  </a:lnTo>
                  <a:lnTo>
                    <a:pt x="35967" y="28091"/>
                  </a:lnTo>
                  <a:lnTo>
                    <a:pt x="35967" y="39919"/>
                  </a:lnTo>
                  <a:lnTo>
                    <a:pt x="22966" y="39919"/>
                  </a:lnTo>
                  <a:lnTo>
                    <a:pt x="22966" y="98171"/>
                  </a:lnTo>
                  <a:lnTo>
                    <a:pt x="8297" y="98171"/>
                  </a:lnTo>
                  <a:lnTo>
                    <a:pt x="8297" y="39919"/>
                  </a:lnTo>
                  <a:close/>
                </a:path>
              </a:pathLst>
            </a:custGeom>
            <a:grpFill/>
            <a:ln w="3692" cap="flat">
              <a:noFill/>
              <a:prstDash val="solid"/>
              <a:miter/>
            </a:ln>
          </p:spPr>
          <p:txBody>
            <a:bodyPr rtlCol="0" anchor="ctr"/>
            <a:lstStyle/>
            <a:p>
              <a:endParaRPr lang="en-US">
                <a:solidFill>
                  <a:schemeClr val="tx1"/>
                </a:solidFill>
              </a:endParaRPr>
            </a:p>
          </p:txBody>
        </p:sp>
        <p:sp>
          <p:nvSpPr>
            <p:cNvPr id="40" name="Freeform 39">
              <a:extLst>
                <a:ext uri="{FF2B5EF4-FFF2-40B4-BE49-F238E27FC236}">
                  <a16:creationId xmlns:a16="http://schemas.microsoft.com/office/drawing/2014/main" id="{E8934474-6BC8-7CD3-9DFA-1D24A8AEC9D7}"/>
                </a:ext>
              </a:extLst>
            </p:cNvPr>
            <p:cNvSpPr>
              <a:spLocks noGrp="1" noRot="1" noMove="1" noResize="1" noEditPoints="1" noAdjustHandles="1" noChangeArrowheads="1" noChangeShapeType="1"/>
            </p:cNvSpPr>
            <p:nvPr/>
          </p:nvSpPr>
          <p:spPr>
            <a:xfrm>
              <a:off x="4704364" y="6030615"/>
              <a:ext cx="71638" cy="72371"/>
            </a:xfrm>
            <a:custGeom>
              <a:avLst/>
              <a:gdLst>
                <a:gd name="connsiteX0" fmla="*/ 35190 w 71638"/>
                <a:gd name="connsiteY0" fmla="*/ 72372 h 72371"/>
                <a:gd name="connsiteX1" fmla="*/ 0 w 71638"/>
                <a:gd name="connsiteY1" fmla="*/ 36112 h 72371"/>
                <a:gd name="connsiteX2" fmla="*/ 35819 w 71638"/>
                <a:gd name="connsiteY2" fmla="*/ 0 h 72371"/>
                <a:gd name="connsiteX3" fmla="*/ 71639 w 71638"/>
                <a:gd name="connsiteY3" fmla="*/ 36112 h 72371"/>
                <a:gd name="connsiteX4" fmla="*/ 35190 w 71638"/>
                <a:gd name="connsiteY4" fmla="*/ 72372 h 72371"/>
                <a:gd name="connsiteX5" fmla="*/ 35190 w 71638"/>
                <a:gd name="connsiteY5" fmla="*/ 59767 h 72371"/>
                <a:gd name="connsiteX6" fmla="*/ 56711 w 71638"/>
                <a:gd name="connsiteY6" fmla="*/ 36112 h 72371"/>
                <a:gd name="connsiteX7" fmla="*/ 35560 w 71638"/>
                <a:gd name="connsiteY7" fmla="*/ 12567 h 72371"/>
                <a:gd name="connsiteX8" fmla="*/ 14780 w 71638"/>
                <a:gd name="connsiteY8" fmla="*/ 36112 h 72371"/>
                <a:gd name="connsiteX9" fmla="*/ 35190 w 71638"/>
                <a:gd name="connsiteY9" fmla="*/ 59767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638" h="72371">
                  <a:moveTo>
                    <a:pt x="35190" y="72372"/>
                  </a:moveTo>
                  <a:cubicBezTo>
                    <a:pt x="15187" y="72372"/>
                    <a:pt x="0" y="58141"/>
                    <a:pt x="0" y="36112"/>
                  </a:cubicBezTo>
                  <a:cubicBezTo>
                    <a:pt x="0" y="14083"/>
                    <a:pt x="15817" y="0"/>
                    <a:pt x="35819" y="0"/>
                  </a:cubicBezTo>
                  <a:cubicBezTo>
                    <a:pt x="55822" y="0"/>
                    <a:pt x="71639" y="14119"/>
                    <a:pt x="71639" y="36112"/>
                  </a:cubicBezTo>
                  <a:cubicBezTo>
                    <a:pt x="71639" y="58104"/>
                    <a:pt x="55340" y="72372"/>
                    <a:pt x="35190" y="72372"/>
                  </a:cubicBezTo>
                  <a:close/>
                  <a:moveTo>
                    <a:pt x="35190" y="59767"/>
                  </a:moveTo>
                  <a:cubicBezTo>
                    <a:pt x="46006" y="59767"/>
                    <a:pt x="56711" y="52006"/>
                    <a:pt x="56711" y="36112"/>
                  </a:cubicBezTo>
                  <a:cubicBezTo>
                    <a:pt x="56711" y="20218"/>
                    <a:pt x="46376" y="12567"/>
                    <a:pt x="35560" y="12567"/>
                  </a:cubicBezTo>
                  <a:cubicBezTo>
                    <a:pt x="24744" y="12567"/>
                    <a:pt x="14780" y="20181"/>
                    <a:pt x="14780" y="36112"/>
                  </a:cubicBezTo>
                  <a:cubicBezTo>
                    <a:pt x="14780" y="52042"/>
                    <a:pt x="24225" y="59767"/>
                    <a:pt x="35190" y="59767"/>
                  </a:cubicBezTo>
                  <a:close/>
                </a:path>
              </a:pathLst>
            </a:custGeom>
            <a:grpFill/>
            <a:ln w="3692" cap="flat">
              <a:noFill/>
              <a:prstDash val="solid"/>
              <a:miter/>
            </a:ln>
          </p:spPr>
          <p:txBody>
            <a:bodyPr rtlCol="0" anchor="ctr"/>
            <a:lstStyle/>
            <a:p>
              <a:endParaRPr lang="en-US">
                <a:solidFill>
                  <a:schemeClr val="tx1"/>
                </a:solidFill>
              </a:endParaRPr>
            </a:p>
          </p:txBody>
        </p:sp>
        <p:sp>
          <p:nvSpPr>
            <p:cNvPr id="41" name="Freeform 40">
              <a:extLst>
                <a:ext uri="{FF2B5EF4-FFF2-40B4-BE49-F238E27FC236}">
                  <a16:creationId xmlns:a16="http://schemas.microsoft.com/office/drawing/2014/main" id="{C067E84F-27C9-2E15-1AE9-DC1BEF99E6C5}"/>
                </a:ext>
              </a:extLst>
            </p:cNvPr>
            <p:cNvSpPr>
              <a:spLocks noGrp="1" noRot="1" noMove="1" noResize="1" noEditPoints="1" noAdjustHandles="1" noChangeArrowheads="1" noChangeShapeType="1"/>
            </p:cNvSpPr>
            <p:nvPr/>
          </p:nvSpPr>
          <p:spPr>
            <a:xfrm>
              <a:off x="4786560" y="6030615"/>
              <a:ext cx="35560" cy="71225"/>
            </a:xfrm>
            <a:custGeom>
              <a:avLst/>
              <a:gdLst>
                <a:gd name="connsiteX0" fmla="*/ 14520 w 35560"/>
                <a:gd name="connsiteY0" fmla="*/ 71226 h 71225"/>
                <a:gd name="connsiteX1" fmla="*/ 0 w 35560"/>
                <a:gd name="connsiteY1" fmla="*/ 71226 h 71225"/>
                <a:gd name="connsiteX2" fmla="*/ 0 w 35560"/>
                <a:gd name="connsiteY2" fmla="*/ 1146 h 71225"/>
                <a:gd name="connsiteX3" fmla="*/ 14520 w 35560"/>
                <a:gd name="connsiteY3" fmla="*/ 1146 h 71225"/>
                <a:gd name="connsiteX4" fmla="*/ 14520 w 35560"/>
                <a:gd name="connsiteY4" fmla="*/ 11310 h 71225"/>
                <a:gd name="connsiteX5" fmla="*/ 35560 w 35560"/>
                <a:gd name="connsiteY5" fmla="*/ 0 h 71225"/>
                <a:gd name="connsiteX6" fmla="*/ 35560 w 35560"/>
                <a:gd name="connsiteY6" fmla="*/ 15007 h 71225"/>
                <a:gd name="connsiteX7" fmla="*/ 31856 w 35560"/>
                <a:gd name="connsiteY7" fmla="*/ 15007 h 71225"/>
                <a:gd name="connsiteX8" fmla="*/ 14520 w 35560"/>
                <a:gd name="connsiteY8" fmla="*/ 34338 h 71225"/>
                <a:gd name="connsiteX9" fmla="*/ 14520 w 35560"/>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tx1"/>
                </a:solidFill>
              </a:endParaRPr>
            </a:p>
          </p:txBody>
        </p:sp>
        <p:sp>
          <p:nvSpPr>
            <p:cNvPr id="42" name="Freeform 41">
              <a:extLst>
                <a:ext uri="{FF2B5EF4-FFF2-40B4-BE49-F238E27FC236}">
                  <a16:creationId xmlns:a16="http://schemas.microsoft.com/office/drawing/2014/main" id="{5827F944-1A04-7F08-43BD-1727E8A06355}"/>
                </a:ext>
              </a:extLst>
            </p:cNvPr>
            <p:cNvSpPr>
              <a:spLocks noGrp="1" noRot="1" noMove="1" noResize="1" noEditPoints="1" noAdjustHandles="1" noChangeArrowheads="1" noChangeShapeType="1"/>
            </p:cNvSpPr>
            <p:nvPr/>
          </p:nvSpPr>
          <p:spPr>
            <a:xfrm>
              <a:off x="4832602" y="6030615"/>
              <a:ext cx="113939" cy="71225"/>
            </a:xfrm>
            <a:custGeom>
              <a:avLst/>
              <a:gdLst>
                <a:gd name="connsiteX0" fmla="*/ 99531 w 113939"/>
                <a:gd name="connsiteY0" fmla="*/ 32046 h 71225"/>
                <a:gd name="connsiteX1" fmla="*/ 81936 w 113939"/>
                <a:gd name="connsiteY1" fmla="*/ 12604 h 71225"/>
                <a:gd name="connsiteX2" fmla="*/ 64230 w 113939"/>
                <a:gd name="connsiteY2" fmla="*/ 32046 h 71225"/>
                <a:gd name="connsiteX3" fmla="*/ 64230 w 113939"/>
                <a:gd name="connsiteY3" fmla="*/ 71226 h 71225"/>
                <a:gd name="connsiteX4" fmla="*/ 49821 w 113939"/>
                <a:gd name="connsiteY4" fmla="*/ 71226 h 71225"/>
                <a:gd name="connsiteX5" fmla="*/ 49821 w 113939"/>
                <a:gd name="connsiteY5" fmla="*/ 32046 h 71225"/>
                <a:gd name="connsiteX6" fmla="*/ 32226 w 113939"/>
                <a:gd name="connsiteY6" fmla="*/ 12604 h 71225"/>
                <a:gd name="connsiteX7" fmla="*/ 14520 w 113939"/>
                <a:gd name="connsiteY7" fmla="*/ 32046 h 71225"/>
                <a:gd name="connsiteX8" fmla="*/ 14520 w 113939"/>
                <a:gd name="connsiteY8" fmla="*/ 71226 h 71225"/>
                <a:gd name="connsiteX9" fmla="*/ 0 w 113939"/>
                <a:gd name="connsiteY9" fmla="*/ 71226 h 71225"/>
                <a:gd name="connsiteX10" fmla="*/ 0 w 113939"/>
                <a:gd name="connsiteY10" fmla="*/ 1146 h 71225"/>
                <a:gd name="connsiteX11" fmla="*/ 14520 w 113939"/>
                <a:gd name="connsiteY11" fmla="*/ 1146 h 71225"/>
                <a:gd name="connsiteX12" fmla="*/ 14520 w 113939"/>
                <a:gd name="connsiteY12" fmla="*/ 9167 h 71225"/>
                <a:gd name="connsiteX13" fmla="*/ 35301 w 113939"/>
                <a:gd name="connsiteY13" fmla="*/ 0 h 71225"/>
                <a:gd name="connsiteX14" fmla="*/ 60526 w 113939"/>
                <a:gd name="connsiteY14" fmla="*/ 13861 h 71225"/>
                <a:gd name="connsiteX15" fmla="*/ 85010 w 113939"/>
                <a:gd name="connsiteY15" fmla="*/ 0 h 71225"/>
                <a:gd name="connsiteX16" fmla="*/ 113940 w 113939"/>
                <a:gd name="connsiteY16" fmla="*/ 29902 h 71225"/>
                <a:gd name="connsiteX17" fmla="*/ 113940 w 113939"/>
                <a:gd name="connsiteY17" fmla="*/ 71226 h 71225"/>
                <a:gd name="connsiteX18" fmla="*/ 99531 w 113939"/>
                <a:gd name="connsiteY18" fmla="*/ 71226 h 71225"/>
                <a:gd name="connsiteX19" fmla="*/ 99531 w 113939"/>
                <a:gd name="connsiteY19" fmla="*/ 3204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939" h="71225">
                  <a:moveTo>
                    <a:pt x="99531" y="32046"/>
                  </a:moveTo>
                  <a:cubicBezTo>
                    <a:pt x="99531" y="19183"/>
                    <a:pt x="92530" y="12604"/>
                    <a:pt x="81936" y="12604"/>
                  </a:cubicBezTo>
                  <a:cubicBezTo>
                    <a:pt x="71342" y="12604"/>
                    <a:pt x="64230" y="19220"/>
                    <a:pt x="64230" y="32046"/>
                  </a:cubicBezTo>
                  <a:lnTo>
                    <a:pt x="64230" y="71226"/>
                  </a:lnTo>
                  <a:lnTo>
                    <a:pt x="49821" y="71226"/>
                  </a:lnTo>
                  <a:lnTo>
                    <a:pt x="49821" y="32046"/>
                  </a:lnTo>
                  <a:cubicBezTo>
                    <a:pt x="49821" y="19183"/>
                    <a:pt x="42820" y="12604"/>
                    <a:pt x="32226" y="12604"/>
                  </a:cubicBezTo>
                  <a:cubicBezTo>
                    <a:pt x="21632" y="12604"/>
                    <a:pt x="14520" y="19220"/>
                    <a:pt x="14520" y="32046"/>
                  </a:cubicBezTo>
                  <a:lnTo>
                    <a:pt x="14520" y="71226"/>
                  </a:lnTo>
                  <a:lnTo>
                    <a:pt x="0" y="71226"/>
                  </a:lnTo>
                  <a:lnTo>
                    <a:pt x="0" y="1146"/>
                  </a:lnTo>
                  <a:lnTo>
                    <a:pt x="14520" y="1146"/>
                  </a:lnTo>
                  <a:lnTo>
                    <a:pt x="14520" y="9167"/>
                  </a:lnTo>
                  <a:cubicBezTo>
                    <a:pt x="19224" y="3437"/>
                    <a:pt x="26892" y="0"/>
                    <a:pt x="35301" y="0"/>
                  </a:cubicBezTo>
                  <a:cubicBezTo>
                    <a:pt x="46376" y="0"/>
                    <a:pt x="55673" y="4694"/>
                    <a:pt x="60526" y="13861"/>
                  </a:cubicBezTo>
                  <a:cubicBezTo>
                    <a:pt x="64860" y="5359"/>
                    <a:pt x="74787" y="0"/>
                    <a:pt x="85010" y="0"/>
                  </a:cubicBezTo>
                  <a:cubicBezTo>
                    <a:pt x="101457" y="0"/>
                    <a:pt x="113940" y="10312"/>
                    <a:pt x="113940" y="29902"/>
                  </a:cubicBezTo>
                  <a:lnTo>
                    <a:pt x="113940" y="71226"/>
                  </a:lnTo>
                  <a:lnTo>
                    <a:pt x="99531" y="71226"/>
                  </a:lnTo>
                  <a:lnTo>
                    <a:pt x="99531" y="32046"/>
                  </a:lnTo>
                  <a:close/>
                </a:path>
              </a:pathLst>
            </a:custGeom>
            <a:grpFill/>
            <a:ln w="3692" cap="flat">
              <a:noFill/>
              <a:prstDash val="solid"/>
              <a:miter/>
            </a:ln>
          </p:spPr>
          <p:txBody>
            <a:bodyPr rtlCol="0" anchor="ctr"/>
            <a:lstStyle/>
            <a:p>
              <a:endParaRPr lang="en-US">
                <a:solidFill>
                  <a:schemeClr val="tx1"/>
                </a:solidFill>
              </a:endParaRPr>
            </a:p>
          </p:txBody>
        </p:sp>
      </p:grpSp>
    </p:spTree>
    <p:extLst>
      <p:ext uri="{BB962C8B-B14F-4D97-AF65-F5344CB8AC3E}">
        <p14:creationId xmlns:p14="http://schemas.microsoft.com/office/powerpoint/2010/main" val="22568099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olid (Gree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7A820F9-E9D1-E91A-FF2D-9803FCD8ECB2}"/>
              </a:ext>
            </a:extLst>
          </p:cNvPr>
          <p:cNvSpPr>
            <a:spLocks noGrp="1"/>
          </p:cNvSpPr>
          <p:nvPr>
            <p:ph type="ctrTitle"/>
          </p:nvPr>
        </p:nvSpPr>
        <p:spPr>
          <a:xfrm>
            <a:off x="838200" y="1040248"/>
            <a:ext cx="10515598" cy="1950521"/>
          </a:xfrm>
        </p:spPr>
        <p:txBody>
          <a:bodyPr anchor="b">
            <a:noAutofit/>
          </a:bodyPr>
          <a:lstStyle>
            <a:lvl1pPr algn="ctr">
              <a:lnSpc>
                <a:spcPts val="4400"/>
              </a:lnSpc>
              <a:defRPr sz="4000" b="0" i="0">
                <a:solidFill>
                  <a:schemeClr val="bg2"/>
                </a:solidFill>
              </a:defRPr>
            </a:lvl1pPr>
          </a:lstStyle>
          <a:p>
            <a:r>
              <a:rPr lang="en-US"/>
              <a:t>Click to edit Master title style</a:t>
            </a:r>
          </a:p>
        </p:txBody>
      </p:sp>
      <p:sp>
        <p:nvSpPr>
          <p:cNvPr id="6" name="Subtitle 2">
            <a:extLst>
              <a:ext uri="{FF2B5EF4-FFF2-40B4-BE49-F238E27FC236}">
                <a16:creationId xmlns:a16="http://schemas.microsoft.com/office/drawing/2014/main" id="{D72DA3B1-FE0C-BFFA-7D11-6DDA5C6344A3}"/>
              </a:ext>
            </a:extLst>
          </p:cNvPr>
          <p:cNvSpPr>
            <a:spLocks noGrp="1"/>
          </p:cNvSpPr>
          <p:nvPr>
            <p:ph type="subTitle" idx="1"/>
          </p:nvPr>
        </p:nvSpPr>
        <p:spPr>
          <a:xfrm>
            <a:off x="838199" y="3219370"/>
            <a:ext cx="10515597" cy="720024"/>
          </a:xfrm>
        </p:spPr>
        <p:txBody>
          <a:bodyPr>
            <a:noAutofit/>
          </a:bodyPr>
          <a:lstStyle>
            <a:lvl1pPr marL="0" indent="0" algn="ctr">
              <a:lnSpc>
                <a:spcPts val="2400"/>
              </a:lnSpc>
              <a:buNone/>
              <a:defRPr sz="2000" b="0" i="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Text Placeholder 16">
            <a:extLst>
              <a:ext uri="{FF2B5EF4-FFF2-40B4-BE49-F238E27FC236}">
                <a16:creationId xmlns:a16="http://schemas.microsoft.com/office/drawing/2014/main" id="{7DBFFB9F-DAA6-17F2-9BE1-F77100D92F11}"/>
              </a:ext>
            </a:extLst>
          </p:cNvPr>
          <p:cNvSpPr>
            <a:spLocks noGrp="1"/>
          </p:cNvSpPr>
          <p:nvPr>
            <p:ph type="body" sz="quarter" idx="10"/>
          </p:nvPr>
        </p:nvSpPr>
        <p:spPr>
          <a:xfrm>
            <a:off x="838200" y="4152820"/>
            <a:ext cx="10515600" cy="205184"/>
          </a:xfrm>
        </p:spPr>
        <p:txBody>
          <a:bodyPr>
            <a:spAutoFit/>
          </a:bodyPr>
          <a:lstStyle>
            <a:lvl1pPr marL="0" indent="0" algn="ctr">
              <a:buFontTx/>
              <a:buNone/>
              <a:defRPr b="0" i="0">
                <a:solidFill>
                  <a:schemeClr val="bg2"/>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grpSp>
        <p:nvGrpSpPr>
          <p:cNvPr id="8" name="Group 7">
            <a:extLst>
              <a:ext uri="{FF2B5EF4-FFF2-40B4-BE49-F238E27FC236}">
                <a16:creationId xmlns:a16="http://schemas.microsoft.com/office/drawing/2014/main" id="{C5D0C655-A11B-C253-AFB0-4F04797514B9}"/>
              </a:ext>
            </a:extLst>
          </p:cNvPr>
          <p:cNvGrpSpPr/>
          <p:nvPr userDrawn="1"/>
        </p:nvGrpSpPr>
        <p:grpSpPr>
          <a:xfrm>
            <a:off x="5034663" y="5626761"/>
            <a:ext cx="2122674" cy="623780"/>
            <a:chOff x="2649665" y="5459914"/>
            <a:chExt cx="2297877" cy="675266"/>
          </a:xfrm>
          <a:solidFill>
            <a:schemeClr val="bg2"/>
          </a:solidFill>
        </p:grpSpPr>
        <p:sp>
          <p:nvSpPr>
            <p:cNvPr id="9" name="Freeform 8">
              <a:extLst>
                <a:ext uri="{FF2B5EF4-FFF2-40B4-BE49-F238E27FC236}">
                  <a16:creationId xmlns:a16="http://schemas.microsoft.com/office/drawing/2014/main" id="{BF7B778D-7E73-9D7A-661B-D1C46542967B}"/>
                </a:ext>
              </a:extLst>
            </p:cNvPr>
            <p:cNvSpPr/>
            <p:nvPr/>
          </p:nvSpPr>
          <p:spPr>
            <a:xfrm>
              <a:off x="3209512" y="5624255"/>
              <a:ext cx="144721" cy="250528"/>
            </a:xfrm>
            <a:custGeom>
              <a:avLst/>
              <a:gdLst>
                <a:gd name="connsiteX0" fmla="*/ 141203 w 144721"/>
                <a:gd name="connsiteY0" fmla="*/ 204511 h 250528"/>
                <a:gd name="connsiteX1" fmla="*/ 144722 w 144721"/>
                <a:gd name="connsiteY1" fmla="*/ 208022 h 250528"/>
                <a:gd name="connsiteX2" fmla="*/ 144722 w 144721"/>
                <a:gd name="connsiteY2" fmla="*/ 247017 h 250528"/>
                <a:gd name="connsiteX3" fmla="*/ 141203 w 144721"/>
                <a:gd name="connsiteY3" fmla="*/ 250528 h 250528"/>
                <a:gd name="connsiteX4" fmla="*/ 3519 w 144721"/>
                <a:gd name="connsiteY4" fmla="*/ 250528 h 250528"/>
                <a:gd name="connsiteX5" fmla="*/ 0 w 144721"/>
                <a:gd name="connsiteY5" fmla="*/ 247017 h 250528"/>
                <a:gd name="connsiteX6" fmla="*/ 0 w 144721"/>
                <a:gd name="connsiteY6" fmla="*/ 3511 h 250528"/>
                <a:gd name="connsiteX7" fmla="*/ 3519 w 144721"/>
                <a:gd name="connsiteY7" fmla="*/ 0 h 250528"/>
                <a:gd name="connsiteX8" fmla="*/ 48599 w 144721"/>
                <a:gd name="connsiteY8" fmla="*/ 0 h 250528"/>
                <a:gd name="connsiteX9" fmla="*/ 52118 w 144721"/>
                <a:gd name="connsiteY9" fmla="*/ 3511 h 250528"/>
                <a:gd name="connsiteX10" fmla="*/ 52118 w 144721"/>
                <a:gd name="connsiteY10" fmla="*/ 200999 h 250528"/>
                <a:gd name="connsiteX11" fmla="*/ 55636 w 144721"/>
                <a:gd name="connsiteY11" fmla="*/ 204511 h 250528"/>
                <a:gd name="connsiteX12" fmla="*/ 141203 w 144721"/>
                <a:gd name="connsiteY12" fmla="*/ 204511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21" h="250528">
                  <a:moveTo>
                    <a:pt x="141203" y="204511"/>
                  </a:moveTo>
                  <a:cubicBezTo>
                    <a:pt x="143536" y="204511"/>
                    <a:pt x="144722" y="205693"/>
                    <a:pt x="144722" y="208022"/>
                  </a:cubicBezTo>
                  <a:lnTo>
                    <a:pt x="144722" y="247017"/>
                  </a:lnTo>
                  <a:cubicBezTo>
                    <a:pt x="144722" y="249345"/>
                    <a:pt x="143536" y="250528"/>
                    <a:pt x="141203" y="250528"/>
                  </a:cubicBezTo>
                  <a:lnTo>
                    <a:pt x="3519" y="250528"/>
                  </a:lnTo>
                  <a:cubicBezTo>
                    <a:pt x="1185" y="250528"/>
                    <a:pt x="0" y="249345"/>
                    <a:pt x="0" y="247017"/>
                  </a:cubicBezTo>
                  <a:lnTo>
                    <a:pt x="0" y="3511"/>
                  </a:lnTo>
                  <a:cubicBezTo>
                    <a:pt x="0" y="1183"/>
                    <a:pt x="1185" y="0"/>
                    <a:pt x="3519" y="0"/>
                  </a:cubicBezTo>
                  <a:lnTo>
                    <a:pt x="48599" y="0"/>
                  </a:lnTo>
                  <a:cubicBezTo>
                    <a:pt x="50932" y="0"/>
                    <a:pt x="52118" y="1183"/>
                    <a:pt x="52118" y="3511"/>
                  </a:cubicBezTo>
                  <a:lnTo>
                    <a:pt x="52118" y="200999"/>
                  </a:lnTo>
                  <a:cubicBezTo>
                    <a:pt x="52118" y="203328"/>
                    <a:pt x="53303" y="204511"/>
                    <a:pt x="55636" y="204511"/>
                  </a:cubicBezTo>
                  <a:lnTo>
                    <a:pt x="141203" y="204511"/>
                  </a:lnTo>
                  <a:close/>
                </a:path>
              </a:pathLst>
            </a:custGeom>
            <a:grpFill/>
            <a:ln w="3692" cap="flat">
              <a:noFill/>
              <a:prstDash val="solid"/>
              <a:miter/>
            </a:ln>
          </p:spPr>
          <p:txBody>
            <a:bodyPr rtlCol="0" anchor="ctr"/>
            <a:lstStyle/>
            <a:p>
              <a:endParaRPr lang="en-US">
                <a:solidFill>
                  <a:schemeClr val="bg2"/>
                </a:solidFill>
              </a:endParaRPr>
            </a:p>
          </p:txBody>
        </p:sp>
        <p:sp>
          <p:nvSpPr>
            <p:cNvPr id="10" name="Freeform 9">
              <a:extLst>
                <a:ext uri="{FF2B5EF4-FFF2-40B4-BE49-F238E27FC236}">
                  <a16:creationId xmlns:a16="http://schemas.microsoft.com/office/drawing/2014/main" id="{00BDF6CD-649E-3C0F-2591-4222ADB461E2}"/>
                </a:ext>
              </a:extLst>
            </p:cNvPr>
            <p:cNvSpPr/>
            <p:nvPr/>
          </p:nvSpPr>
          <p:spPr>
            <a:xfrm>
              <a:off x="3418177" y="5624255"/>
              <a:ext cx="255689" cy="250602"/>
            </a:xfrm>
            <a:custGeom>
              <a:avLst/>
              <a:gdLst>
                <a:gd name="connsiteX0" fmla="*/ 113412 w 255689"/>
                <a:gd name="connsiteY0" fmla="*/ 2476 h 250602"/>
                <a:gd name="connsiteX1" fmla="*/ 117635 w 255689"/>
                <a:gd name="connsiteY1" fmla="*/ 0 h 250602"/>
                <a:gd name="connsiteX2" fmla="*/ 138415 w 255689"/>
                <a:gd name="connsiteY2" fmla="*/ 0 h 250602"/>
                <a:gd name="connsiteX3" fmla="*/ 142638 w 255689"/>
                <a:gd name="connsiteY3" fmla="*/ 2476 h 250602"/>
                <a:gd name="connsiteX4" fmla="*/ 255319 w 255689"/>
                <a:gd name="connsiteY4" fmla="*/ 246352 h 250602"/>
                <a:gd name="connsiteX5" fmla="*/ 255689 w 255689"/>
                <a:gd name="connsiteY5" fmla="*/ 248126 h 250602"/>
                <a:gd name="connsiteX6" fmla="*/ 252874 w 255689"/>
                <a:gd name="connsiteY6" fmla="*/ 250602 h 250602"/>
                <a:gd name="connsiteX7" fmla="*/ 202868 w 255689"/>
                <a:gd name="connsiteY7" fmla="*/ 250602 h 250602"/>
                <a:gd name="connsiteX8" fmla="*/ 198645 w 255689"/>
                <a:gd name="connsiteY8" fmla="*/ 248126 h 250602"/>
                <a:gd name="connsiteX9" fmla="*/ 181050 w 255689"/>
                <a:gd name="connsiteY9" fmla="*/ 210166 h 250602"/>
                <a:gd name="connsiteX10" fmla="*/ 177161 w 255689"/>
                <a:gd name="connsiteY10" fmla="*/ 207689 h 250602"/>
                <a:gd name="connsiteX11" fmla="*/ 78556 w 255689"/>
                <a:gd name="connsiteY11" fmla="*/ 207689 h 250602"/>
                <a:gd name="connsiteX12" fmla="*/ 74333 w 255689"/>
                <a:gd name="connsiteY12" fmla="*/ 210166 h 250602"/>
                <a:gd name="connsiteX13" fmla="*/ 56739 w 255689"/>
                <a:gd name="connsiteY13" fmla="*/ 248126 h 250602"/>
                <a:gd name="connsiteX14" fmla="*/ 52849 w 255689"/>
                <a:gd name="connsiteY14" fmla="*/ 250602 h 250602"/>
                <a:gd name="connsiteX15" fmla="*/ 2843 w 255689"/>
                <a:gd name="connsiteY15" fmla="*/ 250602 h 250602"/>
                <a:gd name="connsiteX16" fmla="*/ 361 w 255689"/>
                <a:gd name="connsiteY16" fmla="*/ 249382 h 250602"/>
                <a:gd name="connsiteX17" fmla="*/ 361 w 255689"/>
                <a:gd name="connsiteY17" fmla="*/ 246388 h 250602"/>
                <a:gd name="connsiteX18" fmla="*/ 113412 w 255689"/>
                <a:gd name="connsiteY18" fmla="*/ 2513 h 250602"/>
                <a:gd name="connsiteX19" fmla="*/ 96188 w 255689"/>
                <a:gd name="connsiteY19" fmla="*/ 157421 h 250602"/>
                <a:gd name="connsiteX20" fmla="*/ 95817 w 255689"/>
                <a:gd name="connsiteY20" fmla="*/ 159195 h 250602"/>
                <a:gd name="connsiteX21" fmla="*/ 98633 w 255689"/>
                <a:gd name="connsiteY21" fmla="*/ 161672 h 250602"/>
                <a:gd name="connsiteX22" fmla="*/ 157084 w 255689"/>
                <a:gd name="connsiteY22" fmla="*/ 161672 h 250602"/>
                <a:gd name="connsiteX23" fmla="*/ 159566 w 255689"/>
                <a:gd name="connsiteY23" fmla="*/ 160452 h 250602"/>
                <a:gd name="connsiteX24" fmla="*/ 159566 w 255689"/>
                <a:gd name="connsiteY24" fmla="*/ 157458 h 250602"/>
                <a:gd name="connsiteX25" fmla="*/ 130340 w 255689"/>
                <a:gd name="connsiteY25" fmla="*/ 89633 h 250602"/>
                <a:gd name="connsiteX26" fmla="*/ 127859 w 255689"/>
                <a:gd name="connsiteY26" fmla="*/ 87859 h 250602"/>
                <a:gd name="connsiteX27" fmla="*/ 125377 w 255689"/>
                <a:gd name="connsiteY27" fmla="*/ 89633 h 250602"/>
                <a:gd name="connsiteX28" fmla="*/ 96151 w 255689"/>
                <a:gd name="connsiteY28" fmla="*/ 157458 h 25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5689" h="250602">
                  <a:moveTo>
                    <a:pt x="113412" y="2476"/>
                  </a:moveTo>
                  <a:cubicBezTo>
                    <a:pt x="114116" y="850"/>
                    <a:pt x="115524" y="0"/>
                    <a:pt x="117635" y="0"/>
                  </a:cubicBezTo>
                  <a:lnTo>
                    <a:pt x="138415" y="0"/>
                  </a:lnTo>
                  <a:cubicBezTo>
                    <a:pt x="140527" y="0"/>
                    <a:pt x="141934" y="813"/>
                    <a:pt x="142638" y="2476"/>
                  </a:cubicBezTo>
                  <a:lnTo>
                    <a:pt x="255319" y="246352"/>
                  </a:lnTo>
                  <a:cubicBezTo>
                    <a:pt x="255541" y="246832"/>
                    <a:pt x="255689" y="247423"/>
                    <a:pt x="255689" y="248126"/>
                  </a:cubicBezTo>
                  <a:cubicBezTo>
                    <a:pt x="255689" y="249752"/>
                    <a:pt x="254763" y="250602"/>
                    <a:pt x="252874" y="250602"/>
                  </a:cubicBezTo>
                  <a:lnTo>
                    <a:pt x="202868" y="250602"/>
                  </a:lnTo>
                  <a:cubicBezTo>
                    <a:pt x="200756" y="250602"/>
                    <a:pt x="199349" y="249789"/>
                    <a:pt x="198645" y="248126"/>
                  </a:cubicBezTo>
                  <a:lnTo>
                    <a:pt x="181050" y="210166"/>
                  </a:lnTo>
                  <a:cubicBezTo>
                    <a:pt x="180346" y="208539"/>
                    <a:pt x="179050" y="207689"/>
                    <a:pt x="177161" y="207689"/>
                  </a:cubicBezTo>
                  <a:lnTo>
                    <a:pt x="78556" y="207689"/>
                  </a:lnTo>
                  <a:cubicBezTo>
                    <a:pt x="76445" y="207689"/>
                    <a:pt x="75037" y="208502"/>
                    <a:pt x="74333" y="210166"/>
                  </a:cubicBezTo>
                  <a:lnTo>
                    <a:pt x="56739" y="248126"/>
                  </a:lnTo>
                  <a:cubicBezTo>
                    <a:pt x="56035" y="249752"/>
                    <a:pt x="54738" y="250602"/>
                    <a:pt x="52849" y="250602"/>
                  </a:cubicBezTo>
                  <a:lnTo>
                    <a:pt x="2843" y="250602"/>
                  </a:lnTo>
                  <a:cubicBezTo>
                    <a:pt x="1658" y="250602"/>
                    <a:pt x="843" y="250196"/>
                    <a:pt x="361" y="249382"/>
                  </a:cubicBezTo>
                  <a:cubicBezTo>
                    <a:pt x="-120" y="248569"/>
                    <a:pt x="-120" y="247571"/>
                    <a:pt x="361" y="246388"/>
                  </a:cubicBezTo>
                  <a:lnTo>
                    <a:pt x="113412" y="2513"/>
                  </a:lnTo>
                  <a:close/>
                  <a:moveTo>
                    <a:pt x="96188" y="157421"/>
                  </a:moveTo>
                  <a:cubicBezTo>
                    <a:pt x="95966" y="157902"/>
                    <a:pt x="95817" y="158493"/>
                    <a:pt x="95817" y="159195"/>
                  </a:cubicBezTo>
                  <a:cubicBezTo>
                    <a:pt x="95817" y="160822"/>
                    <a:pt x="96743" y="161672"/>
                    <a:pt x="98633" y="161672"/>
                  </a:cubicBezTo>
                  <a:lnTo>
                    <a:pt x="157084" y="161672"/>
                  </a:lnTo>
                  <a:cubicBezTo>
                    <a:pt x="158270" y="161672"/>
                    <a:pt x="159085" y="161265"/>
                    <a:pt x="159566" y="160452"/>
                  </a:cubicBezTo>
                  <a:cubicBezTo>
                    <a:pt x="160048" y="159639"/>
                    <a:pt x="160048" y="158641"/>
                    <a:pt x="159566" y="157458"/>
                  </a:cubicBezTo>
                  <a:lnTo>
                    <a:pt x="130340" y="89633"/>
                  </a:lnTo>
                  <a:cubicBezTo>
                    <a:pt x="130118" y="88450"/>
                    <a:pt x="129266" y="87859"/>
                    <a:pt x="127859" y="87859"/>
                  </a:cubicBezTo>
                  <a:cubicBezTo>
                    <a:pt x="126932" y="87859"/>
                    <a:pt x="126080" y="88450"/>
                    <a:pt x="125377" y="89633"/>
                  </a:cubicBezTo>
                  <a:lnTo>
                    <a:pt x="96151" y="157458"/>
                  </a:lnTo>
                  <a:close/>
                </a:path>
              </a:pathLst>
            </a:custGeom>
            <a:grpFill/>
            <a:ln w="3692" cap="flat">
              <a:noFill/>
              <a:prstDash val="solid"/>
              <a:miter/>
            </a:ln>
          </p:spPr>
          <p:txBody>
            <a:bodyPr rtlCol="0" anchor="ctr"/>
            <a:lstStyle/>
            <a:p>
              <a:endParaRPr lang="en-US">
                <a:solidFill>
                  <a:schemeClr val="bg2"/>
                </a:solidFill>
              </a:endParaRPr>
            </a:p>
          </p:txBody>
        </p:sp>
        <p:sp>
          <p:nvSpPr>
            <p:cNvPr id="11" name="Freeform 10">
              <a:extLst>
                <a:ext uri="{FF2B5EF4-FFF2-40B4-BE49-F238E27FC236}">
                  <a16:creationId xmlns:a16="http://schemas.microsoft.com/office/drawing/2014/main" id="{6C998A20-2DF6-7F25-727D-61D8F4D6D7AD}"/>
                </a:ext>
              </a:extLst>
            </p:cNvPr>
            <p:cNvSpPr/>
            <p:nvPr/>
          </p:nvSpPr>
          <p:spPr>
            <a:xfrm>
              <a:off x="3736096"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2 w 202839"/>
                <a:gd name="connsiteY3" fmla="*/ 248421 h 250528"/>
                <a:gd name="connsiteX4" fmla="*/ 56377 w 202839"/>
                <a:gd name="connsiteY4" fmla="*/ 105748 h 250528"/>
                <a:gd name="connsiteX5" fmla="*/ 53896 w 202839"/>
                <a:gd name="connsiteY5" fmla="*/ 104344 h 250528"/>
                <a:gd name="connsiteX6" fmla="*/ 52117 w 202839"/>
                <a:gd name="connsiteY6" fmla="*/ 107522 h 250528"/>
                <a:gd name="connsiteX7" fmla="*/ 52117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7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2" y="248421"/>
                  </a:cubicBezTo>
                  <a:lnTo>
                    <a:pt x="56377" y="105748"/>
                  </a:lnTo>
                  <a:cubicBezTo>
                    <a:pt x="55451" y="104824"/>
                    <a:pt x="54599" y="104344"/>
                    <a:pt x="53896" y="104344"/>
                  </a:cubicBezTo>
                  <a:cubicBezTo>
                    <a:pt x="52710" y="104344"/>
                    <a:pt x="52117" y="105416"/>
                    <a:pt x="52117" y="107522"/>
                  </a:cubicBezTo>
                  <a:lnTo>
                    <a:pt x="52117" y="247017"/>
                  </a:lnTo>
                  <a:cubicBezTo>
                    <a:pt x="52117"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7" y="2107"/>
                  </a:cubicBezTo>
                  <a:lnTo>
                    <a:pt x="146463" y="144410"/>
                  </a:lnTo>
                  <a:cubicBezTo>
                    <a:pt x="147166"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bg2"/>
                </a:solidFill>
              </a:endParaRPr>
            </a:p>
          </p:txBody>
        </p:sp>
        <p:sp>
          <p:nvSpPr>
            <p:cNvPr id="12" name="Freeform 11">
              <a:extLst>
                <a:ext uri="{FF2B5EF4-FFF2-40B4-BE49-F238E27FC236}">
                  <a16:creationId xmlns:a16="http://schemas.microsoft.com/office/drawing/2014/main" id="{AF05F644-7ED2-596D-E43D-685C20212C47}"/>
                </a:ext>
              </a:extLst>
            </p:cNvPr>
            <p:cNvSpPr/>
            <p:nvPr/>
          </p:nvSpPr>
          <p:spPr>
            <a:xfrm>
              <a:off x="4009389" y="5624255"/>
              <a:ext cx="176058" cy="250528"/>
            </a:xfrm>
            <a:custGeom>
              <a:avLst/>
              <a:gdLst>
                <a:gd name="connsiteX0" fmla="*/ 172540 w 176058"/>
                <a:gd name="connsiteY0" fmla="*/ 0 h 250528"/>
                <a:gd name="connsiteX1" fmla="*/ 176059 w 176058"/>
                <a:gd name="connsiteY1" fmla="*/ 3511 h 250528"/>
                <a:gd name="connsiteX2" fmla="*/ 176059 w 176058"/>
                <a:gd name="connsiteY2" fmla="*/ 42506 h 250528"/>
                <a:gd name="connsiteX3" fmla="*/ 172540 w 176058"/>
                <a:gd name="connsiteY3" fmla="*/ 46018 h 250528"/>
                <a:gd name="connsiteX4" fmla="*/ 117607 w 176058"/>
                <a:gd name="connsiteY4" fmla="*/ 46018 h 250528"/>
                <a:gd name="connsiteX5" fmla="*/ 114088 w 176058"/>
                <a:gd name="connsiteY5" fmla="*/ 49529 h 250528"/>
                <a:gd name="connsiteX6" fmla="*/ 114088 w 176058"/>
                <a:gd name="connsiteY6" fmla="*/ 247017 h 250528"/>
                <a:gd name="connsiteX7" fmla="*/ 110569 w 176058"/>
                <a:gd name="connsiteY7" fmla="*/ 250528 h 250528"/>
                <a:gd name="connsiteX8" fmla="*/ 65860 w 176058"/>
                <a:gd name="connsiteY8" fmla="*/ 250528 h 250528"/>
                <a:gd name="connsiteX9" fmla="*/ 62341 w 176058"/>
                <a:gd name="connsiteY9" fmla="*/ 247017 h 250528"/>
                <a:gd name="connsiteX10" fmla="*/ 62341 w 176058"/>
                <a:gd name="connsiteY10" fmla="*/ 49529 h 250528"/>
                <a:gd name="connsiteX11" fmla="*/ 58822 w 176058"/>
                <a:gd name="connsiteY11" fmla="*/ 46018 h 250528"/>
                <a:gd name="connsiteX12" fmla="*/ 3519 w 176058"/>
                <a:gd name="connsiteY12" fmla="*/ 46018 h 250528"/>
                <a:gd name="connsiteX13" fmla="*/ 0 w 176058"/>
                <a:gd name="connsiteY13" fmla="*/ 42506 h 250528"/>
                <a:gd name="connsiteX14" fmla="*/ 0 w 176058"/>
                <a:gd name="connsiteY14" fmla="*/ 3511 h 250528"/>
                <a:gd name="connsiteX15" fmla="*/ 3519 w 176058"/>
                <a:gd name="connsiteY15" fmla="*/ 0 h 250528"/>
                <a:gd name="connsiteX16" fmla="*/ 172540 w 176058"/>
                <a:gd name="connsiteY16" fmla="*/ 0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058" h="250528">
                  <a:moveTo>
                    <a:pt x="172540" y="0"/>
                  </a:moveTo>
                  <a:cubicBezTo>
                    <a:pt x="174873" y="0"/>
                    <a:pt x="176059" y="1183"/>
                    <a:pt x="176059" y="3511"/>
                  </a:cubicBezTo>
                  <a:lnTo>
                    <a:pt x="176059" y="42506"/>
                  </a:lnTo>
                  <a:cubicBezTo>
                    <a:pt x="176059" y="44835"/>
                    <a:pt x="174873" y="46018"/>
                    <a:pt x="172540" y="46018"/>
                  </a:cubicBezTo>
                  <a:lnTo>
                    <a:pt x="117607" y="46018"/>
                  </a:lnTo>
                  <a:cubicBezTo>
                    <a:pt x="115274" y="46018"/>
                    <a:pt x="114088" y="47200"/>
                    <a:pt x="114088" y="49529"/>
                  </a:cubicBezTo>
                  <a:lnTo>
                    <a:pt x="114088" y="247017"/>
                  </a:lnTo>
                  <a:cubicBezTo>
                    <a:pt x="114088" y="249345"/>
                    <a:pt x="112903" y="250528"/>
                    <a:pt x="110569" y="250528"/>
                  </a:cubicBezTo>
                  <a:lnTo>
                    <a:pt x="65860" y="250528"/>
                  </a:lnTo>
                  <a:cubicBezTo>
                    <a:pt x="63526" y="250528"/>
                    <a:pt x="62341" y="249345"/>
                    <a:pt x="62341" y="247017"/>
                  </a:cubicBezTo>
                  <a:lnTo>
                    <a:pt x="62341" y="49529"/>
                  </a:lnTo>
                  <a:cubicBezTo>
                    <a:pt x="62341" y="47200"/>
                    <a:pt x="61156" y="46018"/>
                    <a:pt x="58822" y="46018"/>
                  </a:cubicBezTo>
                  <a:lnTo>
                    <a:pt x="3519" y="46018"/>
                  </a:lnTo>
                  <a:cubicBezTo>
                    <a:pt x="1185" y="46018"/>
                    <a:pt x="0" y="44835"/>
                    <a:pt x="0" y="42506"/>
                  </a:cubicBezTo>
                  <a:lnTo>
                    <a:pt x="0" y="3511"/>
                  </a:lnTo>
                  <a:cubicBezTo>
                    <a:pt x="0" y="1183"/>
                    <a:pt x="1185" y="0"/>
                    <a:pt x="3519" y="0"/>
                  </a:cubicBezTo>
                  <a:lnTo>
                    <a:pt x="172540" y="0"/>
                  </a:lnTo>
                  <a:close/>
                </a:path>
              </a:pathLst>
            </a:custGeom>
            <a:grpFill/>
            <a:ln w="3692" cap="flat">
              <a:noFill/>
              <a:prstDash val="solid"/>
              <a:miter/>
            </a:ln>
          </p:spPr>
          <p:txBody>
            <a:bodyPr rtlCol="0" anchor="ctr"/>
            <a:lstStyle/>
            <a:p>
              <a:endParaRPr lang="en-US">
                <a:solidFill>
                  <a:schemeClr val="bg2"/>
                </a:solidFill>
              </a:endParaRPr>
            </a:p>
          </p:txBody>
        </p:sp>
        <p:sp>
          <p:nvSpPr>
            <p:cNvPr id="13" name="Freeform 12">
              <a:extLst>
                <a:ext uri="{FF2B5EF4-FFF2-40B4-BE49-F238E27FC236}">
                  <a16:creationId xmlns:a16="http://schemas.microsoft.com/office/drawing/2014/main" id="{3D83650D-F790-7949-F186-50AE18F72761}"/>
                </a:ext>
              </a:extLst>
            </p:cNvPr>
            <p:cNvSpPr/>
            <p:nvPr/>
          </p:nvSpPr>
          <p:spPr>
            <a:xfrm>
              <a:off x="4251012" y="5624255"/>
              <a:ext cx="156352" cy="250528"/>
            </a:xfrm>
            <a:custGeom>
              <a:avLst/>
              <a:gdLst>
                <a:gd name="connsiteX0" fmla="*/ 152834 w 156352"/>
                <a:gd name="connsiteY0" fmla="*/ 204511 h 250528"/>
                <a:gd name="connsiteX1" fmla="*/ 156353 w 156352"/>
                <a:gd name="connsiteY1" fmla="*/ 208022 h 250528"/>
                <a:gd name="connsiteX2" fmla="*/ 156353 w 156352"/>
                <a:gd name="connsiteY2" fmla="*/ 247017 h 250528"/>
                <a:gd name="connsiteX3" fmla="*/ 152834 w 156352"/>
                <a:gd name="connsiteY3" fmla="*/ 250528 h 250528"/>
                <a:gd name="connsiteX4" fmla="*/ 3519 w 156352"/>
                <a:gd name="connsiteY4" fmla="*/ 250528 h 250528"/>
                <a:gd name="connsiteX5" fmla="*/ 0 w 156352"/>
                <a:gd name="connsiteY5" fmla="*/ 247017 h 250528"/>
                <a:gd name="connsiteX6" fmla="*/ 0 w 156352"/>
                <a:gd name="connsiteY6" fmla="*/ 3511 h 250528"/>
                <a:gd name="connsiteX7" fmla="*/ 3519 w 156352"/>
                <a:gd name="connsiteY7" fmla="*/ 0 h 250528"/>
                <a:gd name="connsiteX8" fmla="*/ 149315 w 156352"/>
                <a:gd name="connsiteY8" fmla="*/ 0 h 250528"/>
                <a:gd name="connsiteX9" fmla="*/ 152834 w 156352"/>
                <a:gd name="connsiteY9" fmla="*/ 3511 h 250528"/>
                <a:gd name="connsiteX10" fmla="*/ 152834 w 156352"/>
                <a:gd name="connsiteY10" fmla="*/ 42506 h 250528"/>
                <a:gd name="connsiteX11" fmla="*/ 149315 w 156352"/>
                <a:gd name="connsiteY11" fmla="*/ 46018 h 250528"/>
                <a:gd name="connsiteX12" fmla="*/ 55636 w 156352"/>
                <a:gd name="connsiteY12" fmla="*/ 46018 h 250528"/>
                <a:gd name="connsiteX13" fmla="*/ 52118 w 156352"/>
                <a:gd name="connsiteY13" fmla="*/ 49529 h 250528"/>
                <a:gd name="connsiteX14" fmla="*/ 52118 w 156352"/>
                <a:gd name="connsiteY14" fmla="*/ 100832 h 250528"/>
                <a:gd name="connsiteX15" fmla="*/ 55636 w 156352"/>
                <a:gd name="connsiteY15" fmla="*/ 104344 h 250528"/>
                <a:gd name="connsiteX16" fmla="*/ 122904 w 156352"/>
                <a:gd name="connsiteY16" fmla="*/ 104344 h 250528"/>
                <a:gd name="connsiteX17" fmla="*/ 126423 w 156352"/>
                <a:gd name="connsiteY17" fmla="*/ 107855 h 250528"/>
                <a:gd name="connsiteX18" fmla="*/ 126423 w 156352"/>
                <a:gd name="connsiteY18" fmla="*/ 146850 h 250528"/>
                <a:gd name="connsiteX19" fmla="*/ 122904 w 156352"/>
                <a:gd name="connsiteY19" fmla="*/ 150361 h 250528"/>
                <a:gd name="connsiteX20" fmla="*/ 55636 w 156352"/>
                <a:gd name="connsiteY20" fmla="*/ 150361 h 250528"/>
                <a:gd name="connsiteX21" fmla="*/ 52118 w 156352"/>
                <a:gd name="connsiteY21" fmla="*/ 153873 h 250528"/>
                <a:gd name="connsiteX22" fmla="*/ 52118 w 156352"/>
                <a:gd name="connsiteY22" fmla="*/ 200962 h 250528"/>
                <a:gd name="connsiteX23" fmla="*/ 55636 w 156352"/>
                <a:gd name="connsiteY23" fmla="*/ 204474 h 250528"/>
                <a:gd name="connsiteX24" fmla="*/ 152834 w 156352"/>
                <a:gd name="connsiteY24" fmla="*/ 204474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52" h="250528">
                  <a:moveTo>
                    <a:pt x="152834" y="204511"/>
                  </a:moveTo>
                  <a:cubicBezTo>
                    <a:pt x="155167" y="204511"/>
                    <a:pt x="156353" y="205693"/>
                    <a:pt x="156353" y="208022"/>
                  </a:cubicBezTo>
                  <a:lnTo>
                    <a:pt x="156353" y="247017"/>
                  </a:lnTo>
                  <a:cubicBezTo>
                    <a:pt x="156353" y="249345"/>
                    <a:pt x="155167" y="250528"/>
                    <a:pt x="152834" y="250528"/>
                  </a:cubicBezTo>
                  <a:lnTo>
                    <a:pt x="3519" y="250528"/>
                  </a:lnTo>
                  <a:cubicBezTo>
                    <a:pt x="1185" y="250528"/>
                    <a:pt x="0" y="249345"/>
                    <a:pt x="0" y="247017"/>
                  </a:cubicBezTo>
                  <a:lnTo>
                    <a:pt x="0" y="3511"/>
                  </a:lnTo>
                  <a:cubicBezTo>
                    <a:pt x="0" y="1183"/>
                    <a:pt x="1185" y="0"/>
                    <a:pt x="3519" y="0"/>
                  </a:cubicBezTo>
                  <a:lnTo>
                    <a:pt x="149315" y="0"/>
                  </a:lnTo>
                  <a:cubicBezTo>
                    <a:pt x="151649" y="0"/>
                    <a:pt x="152834" y="1183"/>
                    <a:pt x="152834" y="3511"/>
                  </a:cubicBezTo>
                  <a:lnTo>
                    <a:pt x="152834" y="42506"/>
                  </a:lnTo>
                  <a:cubicBezTo>
                    <a:pt x="152834" y="44835"/>
                    <a:pt x="151649" y="46018"/>
                    <a:pt x="149315" y="46018"/>
                  </a:cubicBezTo>
                  <a:lnTo>
                    <a:pt x="55636" y="46018"/>
                  </a:lnTo>
                  <a:cubicBezTo>
                    <a:pt x="53303" y="46018"/>
                    <a:pt x="52118" y="47200"/>
                    <a:pt x="52118" y="49529"/>
                  </a:cubicBezTo>
                  <a:lnTo>
                    <a:pt x="52118" y="100832"/>
                  </a:lnTo>
                  <a:cubicBezTo>
                    <a:pt x="52118" y="103161"/>
                    <a:pt x="53303" y="104344"/>
                    <a:pt x="55636" y="104344"/>
                  </a:cubicBezTo>
                  <a:lnTo>
                    <a:pt x="122904" y="104344"/>
                  </a:lnTo>
                  <a:cubicBezTo>
                    <a:pt x="125238" y="104344"/>
                    <a:pt x="126423" y="105526"/>
                    <a:pt x="126423" y="107855"/>
                  </a:cubicBezTo>
                  <a:lnTo>
                    <a:pt x="126423" y="146850"/>
                  </a:lnTo>
                  <a:cubicBezTo>
                    <a:pt x="126423" y="149178"/>
                    <a:pt x="125238" y="150361"/>
                    <a:pt x="122904" y="150361"/>
                  </a:cubicBezTo>
                  <a:lnTo>
                    <a:pt x="55636" y="150361"/>
                  </a:lnTo>
                  <a:cubicBezTo>
                    <a:pt x="53303" y="150361"/>
                    <a:pt x="52118" y="151544"/>
                    <a:pt x="52118" y="153873"/>
                  </a:cubicBezTo>
                  <a:lnTo>
                    <a:pt x="52118" y="200962"/>
                  </a:lnTo>
                  <a:cubicBezTo>
                    <a:pt x="52118" y="203291"/>
                    <a:pt x="53303" y="204474"/>
                    <a:pt x="55636" y="204474"/>
                  </a:cubicBezTo>
                  <a:lnTo>
                    <a:pt x="152834" y="204474"/>
                  </a:lnTo>
                  <a:close/>
                </a:path>
              </a:pathLst>
            </a:custGeom>
            <a:grpFill/>
            <a:ln w="3692" cap="flat">
              <a:noFill/>
              <a:prstDash val="solid"/>
              <a:miter/>
            </a:ln>
          </p:spPr>
          <p:txBody>
            <a:bodyPr rtlCol="0" anchor="ctr"/>
            <a:lstStyle/>
            <a:p>
              <a:endParaRPr lang="en-US">
                <a:solidFill>
                  <a:schemeClr val="bg2"/>
                </a:solidFill>
              </a:endParaRPr>
            </a:p>
          </p:txBody>
        </p:sp>
        <p:sp>
          <p:nvSpPr>
            <p:cNvPr id="14" name="Freeform 13">
              <a:extLst>
                <a:ext uri="{FF2B5EF4-FFF2-40B4-BE49-F238E27FC236}">
                  <a16:creationId xmlns:a16="http://schemas.microsoft.com/office/drawing/2014/main" id="{F9AD3D59-DB07-F10F-C359-7D93E8473737}"/>
                </a:ext>
              </a:extLst>
            </p:cNvPr>
            <p:cNvSpPr/>
            <p:nvPr/>
          </p:nvSpPr>
          <p:spPr>
            <a:xfrm>
              <a:off x="4479596" y="5624255"/>
              <a:ext cx="196839" cy="250565"/>
            </a:xfrm>
            <a:custGeom>
              <a:avLst/>
              <a:gdLst>
                <a:gd name="connsiteX0" fmla="*/ 3519 w 196839"/>
                <a:gd name="connsiteY0" fmla="*/ 250528 h 250565"/>
                <a:gd name="connsiteX1" fmla="*/ 0 w 196839"/>
                <a:gd name="connsiteY1" fmla="*/ 247017 h 250565"/>
                <a:gd name="connsiteX2" fmla="*/ 0 w 196839"/>
                <a:gd name="connsiteY2" fmla="*/ 3511 h 250565"/>
                <a:gd name="connsiteX3" fmla="*/ 3519 w 196839"/>
                <a:gd name="connsiteY3" fmla="*/ 0 h 250565"/>
                <a:gd name="connsiteX4" fmla="*/ 106717 w 196839"/>
                <a:gd name="connsiteY4" fmla="*/ 0 h 250565"/>
                <a:gd name="connsiteX5" fmla="*/ 152315 w 196839"/>
                <a:gd name="connsiteY5" fmla="*/ 11052 h 250565"/>
                <a:gd name="connsiteX6" fmla="*/ 184875 w 196839"/>
                <a:gd name="connsiteY6" fmla="*/ 41989 h 250565"/>
                <a:gd name="connsiteX7" fmla="*/ 196839 w 196839"/>
                <a:gd name="connsiteY7" fmla="*/ 86787 h 250565"/>
                <a:gd name="connsiteX8" fmla="*/ 185394 w 196839"/>
                <a:gd name="connsiteY8" fmla="*/ 130365 h 250565"/>
                <a:gd name="connsiteX9" fmla="*/ 153167 w 196839"/>
                <a:gd name="connsiteY9" fmla="*/ 161635 h 250565"/>
                <a:gd name="connsiteX10" fmla="*/ 151575 w 196839"/>
                <a:gd name="connsiteY10" fmla="*/ 163557 h 250565"/>
                <a:gd name="connsiteX11" fmla="*/ 152093 w 196839"/>
                <a:gd name="connsiteY11" fmla="*/ 166551 h 250565"/>
                <a:gd name="connsiteX12" fmla="*/ 194691 w 196839"/>
                <a:gd name="connsiteY12" fmla="*/ 246315 h 250565"/>
                <a:gd name="connsiteX13" fmla="*/ 195395 w 196839"/>
                <a:gd name="connsiteY13" fmla="*/ 248089 h 250565"/>
                <a:gd name="connsiteX14" fmla="*/ 194506 w 196839"/>
                <a:gd name="connsiteY14" fmla="*/ 249863 h 250565"/>
                <a:gd name="connsiteX15" fmla="*/ 192209 w 196839"/>
                <a:gd name="connsiteY15" fmla="*/ 250565 h 250565"/>
                <a:gd name="connsiteX16" fmla="*/ 143610 w 196839"/>
                <a:gd name="connsiteY16" fmla="*/ 250565 h 250565"/>
                <a:gd name="connsiteX17" fmla="*/ 139388 w 196839"/>
                <a:gd name="connsiteY17" fmla="*/ 248089 h 250565"/>
                <a:gd name="connsiteX18" fmla="*/ 102420 w 196839"/>
                <a:gd name="connsiteY18" fmla="*/ 176050 h 250565"/>
                <a:gd name="connsiteX19" fmla="*/ 98197 w 196839"/>
                <a:gd name="connsiteY19" fmla="*/ 173573 h 250565"/>
                <a:gd name="connsiteX20" fmla="*/ 55600 w 196839"/>
                <a:gd name="connsiteY20" fmla="*/ 173573 h 250565"/>
                <a:gd name="connsiteX21" fmla="*/ 52081 w 196839"/>
                <a:gd name="connsiteY21" fmla="*/ 177085 h 250565"/>
                <a:gd name="connsiteX22" fmla="*/ 52081 w 196839"/>
                <a:gd name="connsiteY22" fmla="*/ 247017 h 250565"/>
                <a:gd name="connsiteX23" fmla="*/ 48562 w 196839"/>
                <a:gd name="connsiteY23" fmla="*/ 250528 h 250565"/>
                <a:gd name="connsiteX24" fmla="*/ 3482 w 196839"/>
                <a:gd name="connsiteY24" fmla="*/ 250528 h 250565"/>
                <a:gd name="connsiteX25" fmla="*/ 102828 w 196839"/>
                <a:gd name="connsiteY25" fmla="*/ 127556 h 250565"/>
                <a:gd name="connsiteX26" fmla="*/ 123423 w 196839"/>
                <a:gd name="connsiteY26" fmla="*/ 122455 h 250565"/>
                <a:gd name="connsiteX27" fmla="*/ 139091 w 196839"/>
                <a:gd name="connsiteY27" fmla="*/ 108225 h 250565"/>
                <a:gd name="connsiteX28" fmla="*/ 145092 w 196839"/>
                <a:gd name="connsiteY28" fmla="*/ 86787 h 250565"/>
                <a:gd name="connsiteX29" fmla="*/ 132239 w 196839"/>
                <a:gd name="connsiteY29" fmla="*/ 56921 h 250565"/>
                <a:gd name="connsiteX30" fmla="*/ 101087 w 196839"/>
                <a:gd name="connsiteY30" fmla="*/ 46018 h 250565"/>
                <a:gd name="connsiteX31" fmla="*/ 55674 w 196839"/>
                <a:gd name="connsiteY31" fmla="*/ 46018 h 250565"/>
                <a:gd name="connsiteX32" fmla="*/ 52155 w 196839"/>
                <a:gd name="connsiteY32" fmla="*/ 49529 h 250565"/>
                <a:gd name="connsiteX33" fmla="*/ 52155 w 196839"/>
                <a:gd name="connsiteY33" fmla="*/ 124007 h 250565"/>
                <a:gd name="connsiteX34" fmla="*/ 55674 w 196839"/>
                <a:gd name="connsiteY34" fmla="*/ 127519 h 250565"/>
                <a:gd name="connsiteX35" fmla="*/ 102865 w 196839"/>
                <a:gd name="connsiteY35" fmla="*/ 127519 h 2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6839" h="250565">
                  <a:moveTo>
                    <a:pt x="3519" y="250528"/>
                  </a:moveTo>
                  <a:cubicBezTo>
                    <a:pt x="1185" y="250528"/>
                    <a:pt x="0" y="249345"/>
                    <a:pt x="0" y="247017"/>
                  </a:cubicBezTo>
                  <a:lnTo>
                    <a:pt x="0" y="3511"/>
                  </a:lnTo>
                  <a:cubicBezTo>
                    <a:pt x="0" y="1183"/>
                    <a:pt x="1185" y="0"/>
                    <a:pt x="3519" y="0"/>
                  </a:cubicBezTo>
                  <a:lnTo>
                    <a:pt x="106717" y="0"/>
                  </a:lnTo>
                  <a:cubicBezTo>
                    <a:pt x="123386" y="0"/>
                    <a:pt x="138573" y="3696"/>
                    <a:pt x="152315" y="11052"/>
                  </a:cubicBezTo>
                  <a:cubicBezTo>
                    <a:pt x="166058" y="18444"/>
                    <a:pt x="176911" y="28756"/>
                    <a:pt x="184875" y="41989"/>
                  </a:cubicBezTo>
                  <a:cubicBezTo>
                    <a:pt x="192839" y="55221"/>
                    <a:pt x="196839" y="70154"/>
                    <a:pt x="196839" y="86787"/>
                  </a:cubicBezTo>
                  <a:cubicBezTo>
                    <a:pt x="196839" y="103420"/>
                    <a:pt x="193024" y="117724"/>
                    <a:pt x="185394" y="130365"/>
                  </a:cubicBezTo>
                  <a:cubicBezTo>
                    <a:pt x="177763" y="143006"/>
                    <a:pt x="167021" y="153429"/>
                    <a:pt x="153167" y="161635"/>
                  </a:cubicBezTo>
                  <a:cubicBezTo>
                    <a:pt x="152241" y="161856"/>
                    <a:pt x="151686" y="162522"/>
                    <a:pt x="151575" y="163557"/>
                  </a:cubicBezTo>
                  <a:cubicBezTo>
                    <a:pt x="151463" y="164592"/>
                    <a:pt x="151648" y="165627"/>
                    <a:pt x="152093" y="166551"/>
                  </a:cubicBezTo>
                  <a:lnTo>
                    <a:pt x="194691" y="246315"/>
                  </a:lnTo>
                  <a:lnTo>
                    <a:pt x="195395" y="248089"/>
                  </a:lnTo>
                  <a:cubicBezTo>
                    <a:pt x="195395" y="248791"/>
                    <a:pt x="195098" y="249382"/>
                    <a:pt x="194506" y="249863"/>
                  </a:cubicBezTo>
                  <a:cubicBezTo>
                    <a:pt x="193913" y="250343"/>
                    <a:pt x="193172" y="250565"/>
                    <a:pt x="192209" y="250565"/>
                  </a:cubicBezTo>
                  <a:lnTo>
                    <a:pt x="143610" y="250565"/>
                  </a:lnTo>
                  <a:cubicBezTo>
                    <a:pt x="141499" y="250565"/>
                    <a:pt x="140091" y="249752"/>
                    <a:pt x="139388" y="248089"/>
                  </a:cubicBezTo>
                  <a:lnTo>
                    <a:pt x="102420" y="176050"/>
                  </a:lnTo>
                  <a:cubicBezTo>
                    <a:pt x="101716" y="174424"/>
                    <a:pt x="100309" y="173573"/>
                    <a:pt x="98197" y="173573"/>
                  </a:cubicBezTo>
                  <a:lnTo>
                    <a:pt x="55600" y="173573"/>
                  </a:lnTo>
                  <a:cubicBezTo>
                    <a:pt x="53266" y="173573"/>
                    <a:pt x="52081" y="174756"/>
                    <a:pt x="52081" y="177085"/>
                  </a:cubicBezTo>
                  <a:lnTo>
                    <a:pt x="52081" y="247017"/>
                  </a:lnTo>
                  <a:cubicBezTo>
                    <a:pt x="52081" y="249345"/>
                    <a:pt x="50895" y="250528"/>
                    <a:pt x="48562" y="250528"/>
                  </a:cubicBezTo>
                  <a:lnTo>
                    <a:pt x="3482" y="250528"/>
                  </a:lnTo>
                  <a:close/>
                  <a:moveTo>
                    <a:pt x="102828" y="127556"/>
                  </a:moveTo>
                  <a:cubicBezTo>
                    <a:pt x="110088" y="127556"/>
                    <a:pt x="116978" y="125855"/>
                    <a:pt x="123423" y="122455"/>
                  </a:cubicBezTo>
                  <a:cubicBezTo>
                    <a:pt x="129868" y="119054"/>
                    <a:pt x="135091" y="114323"/>
                    <a:pt x="139091" y="108225"/>
                  </a:cubicBezTo>
                  <a:cubicBezTo>
                    <a:pt x="143092" y="102126"/>
                    <a:pt x="145092" y="94992"/>
                    <a:pt x="145092" y="86787"/>
                  </a:cubicBezTo>
                  <a:cubicBezTo>
                    <a:pt x="145092" y="74146"/>
                    <a:pt x="140795" y="64166"/>
                    <a:pt x="132239" y="56921"/>
                  </a:cubicBezTo>
                  <a:cubicBezTo>
                    <a:pt x="123682" y="49677"/>
                    <a:pt x="113273" y="46018"/>
                    <a:pt x="101087" y="46018"/>
                  </a:cubicBezTo>
                  <a:lnTo>
                    <a:pt x="55674" y="46018"/>
                  </a:lnTo>
                  <a:cubicBezTo>
                    <a:pt x="53340" y="46018"/>
                    <a:pt x="52155" y="47200"/>
                    <a:pt x="52155" y="49529"/>
                  </a:cubicBezTo>
                  <a:lnTo>
                    <a:pt x="52155" y="124007"/>
                  </a:lnTo>
                  <a:cubicBezTo>
                    <a:pt x="52155" y="126336"/>
                    <a:pt x="53340" y="127519"/>
                    <a:pt x="55674" y="127519"/>
                  </a:cubicBezTo>
                  <a:lnTo>
                    <a:pt x="102865" y="127519"/>
                  </a:lnTo>
                  <a:close/>
                </a:path>
              </a:pathLst>
            </a:custGeom>
            <a:grpFill/>
            <a:ln w="3692" cap="flat">
              <a:noFill/>
              <a:prstDash val="solid"/>
              <a:miter/>
            </a:ln>
          </p:spPr>
          <p:txBody>
            <a:bodyPr rtlCol="0" anchor="ctr"/>
            <a:lstStyle/>
            <a:p>
              <a:endParaRPr lang="en-US">
                <a:solidFill>
                  <a:schemeClr val="bg2"/>
                </a:solidFill>
              </a:endParaRPr>
            </a:p>
          </p:txBody>
        </p:sp>
        <p:sp>
          <p:nvSpPr>
            <p:cNvPr id="15" name="Freeform 14">
              <a:extLst>
                <a:ext uri="{FF2B5EF4-FFF2-40B4-BE49-F238E27FC236}">
                  <a16:creationId xmlns:a16="http://schemas.microsoft.com/office/drawing/2014/main" id="{DF5591F0-1742-CBE0-5CB0-B1367BE133E1}"/>
                </a:ext>
              </a:extLst>
            </p:cNvPr>
            <p:cNvSpPr/>
            <p:nvPr/>
          </p:nvSpPr>
          <p:spPr>
            <a:xfrm>
              <a:off x="4744703"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3 w 202839"/>
                <a:gd name="connsiteY3" fmla="*/ 248421 h 250528"/>
                <a:gd name="connsiteX4" fmla="*/ 56377 w 202839"/>
                <a:gd name="connsiteY4" fmla="*/ 105748 h 250528"/>
                <a:gd name="connsiteX5" fmla="*/ 53896 w 202839"/>
                <a:gd name="connsiteY5" fmla="*/ 104344 h 250528"/>
                <a:gd name="connsiteX6" fmla="*/ 52118 w 202839"/>
                <a:gd name="connsiteY6" fmla="*/ 107522 h 250528"/>
                <a:gd name="connsiteX7" fmla="*/ 52118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8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3" y="248421"/>
                  </a:cubicBezTo>
                  <a:lnTo>
                    <a:pt x="56377" y="105748"/>
                  </a:lnTo>
                  <a:cubicBezTo>
                    <a:pt x="55451" y="104824"/>
                    <a:pt x="54599" y="104344"/>
                    <a:pt x="53896" y="104344"/>
                  </a:cubicBezTo>
                  <a:cubicBezTo>
                    <a:pt x="52710" y="104344"/>
                    <a:pt x="52118" y="105416"/>
                    <a:pt x="52118" y="107522"/>
                  </a:cubicBezTo>
                  <a:lnTo>
                    <a:pt x="52118" y="247017"/>
                  </a:lnTo>
                  <a:cubicBezTo>
                    <a:pt x="52118"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8" y="2107"/>
                  </a:cubicBezTo>
                  <a:lnTo>
                    <a:pt x="146463" y="144410"/>
                  </a:lnTo>
                  <a:cubicBezTo>
                    <a:pt x="147167"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bg2"/>
                </a:solidFill>
              </a:endParaRPr>
            </a:p>
          </p:txBody>
        </p:sp>
        <p:sp>
          <p:nvSpPr>
            <p:cNvPr id="16" name="Freeform 15">
              <a:extLst>
                <a:ext uri="{FF2B5EF4-FFF2-40B4-BE49-F238E27FC236}">
                  <a16:creationId xmlns:a16="http://schemas.microsoft.com/office/drawing/2014/main" id="{FD800CE8-47EE-A1BB-3B70-18410042420E}"/>
                </a:ext>
              </a:extLst>
            </p:cNvPr>
            <p:cNvSpPr/>
            <p:nvPr/>
          </p:nvSpPr>
          <p:spPr>
            <a:xfrm>
              <a:off x="2649665" y="5714387"/>
              <a:ext cx="129608" cy="253611"/>
            </a:xfrm>
            <a:custGeom>
              <a:avLst/>
              <a:gdLst>
                <a:gd name="connsiteX0" fmla="*/ 51488 w 129608"/>
                <a:gd name="connsiteY0" fmla="*/ 172003 h 253611"/>
                <a:gd name="connsiteX1" fmla="*/ 114866 w 129608"/>
                <a:gd name="connsiteY1" fmla="*/ 95454 h 253611"/>
                <a:gd name="connsiteX2" fmla="*/ 129609 w 129608"/>
                <a:gd name="connsiteY2" fmla="*/ 77491 h 253611"/>
                <a:gd name="connsiteX3" fmla="*/ 129609 w 129608"/>
                <a:gd name="connsiteY3" fmla="*/ 18463 h 253611"/>
                <a:gd name="connsiteX4" fmla="*/ 108310 w 129608"/>
                <a:gd name="connsiteY4" fmla="*/ 277 h 253611"/>
                <a:gd name="connsiteX5" fmla="*/ 0 w 129608"/>
                <a:gd name="connsiteY5" fmla="*/ 127870 h 253611"/>
                <a:gd name="connsiteX6" fmla="*/ 98716 w 129608"/>
                <a:gd name="connsiteY6" fmla="*/ 253467 h 253611"/>
                <a:gd name="connsiteX7" fmla="*/ 104531 w 129608"/>
                <a:gd name="connsiteY7" fmla="*/ 248994 h 253611"/>
                <a:gd name="connsiteX8" fmla="*/ 104531 w 129608"/>
                <a:gd name="connsiteY8" fmla="*/ 248994 h 253611"/>
                <a:gd name="connsiteX9" fmla="*/ 101494 w 129608"/>
                <a:gd name="connsiteY9" fmla="*/ 244670 h 253611"/>
                <a:gd name="connsiteX10" fmla="*/ 51525 w 129608"/>
                <a:gd name="connsiteY10" fmla="*/ 172040 h 25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08" h="253611">
                  <a:moveTo>
                    <a:pt x="51488" y="172003"/>
                  </a:moveTo>
                  <a:cubicBezTo>
                    <a:pt x="51488" y="133969"/>
                    <a:pt x="78751" y="102329"/>
                    <a:pt x="114866" y="95454"/>
                  </a:cubicBezTo>
                  <a:cubicBezTo>
                    <a:pt x="122978" y="93902"/>
                    <a:pt x="129609" y="85733"/>
                    <a:pt x="129609" y="77491"/>
                  </a:cubicBezTo>
                  <a:lnTo>
                    <a:pt x="129609" y="18463"/>
                  </a:lnTo>
                  <a:cubicBezTo>
                    <a:pt x="129609" y="6635"/>
                    <a:pt x="120015" y="-1645"/>
                    <a:pt x="108310" y="277"/>
                  </a:cubicBezTo>
                  <a:cubicBezTo>
                    <a:pt x="46858" y="10405"/>
                    <a:pt x="0" y="63704"/>
                    <a:pt x="0" y="127870"/>
                  </a:cubicBezTo>
                  <a:cubicBezTo>
                    <a:pt x="0" y="188673"/>
                    <a:pt x="42042" y="239643"/>
                    <a:pt x="98716" y="253467"/>
                  </a:cubicBezTo>
                  <a:cubicBezTo>
                    <a:pt x="101679" y="254206"/>
                    <a:pt x="104531" y="252025"/>
                    <a:pt x="104531" y="248994"/>
                  </a:cubicBezTo>
                  <a:lnTo>
                    <a:pt x="104531" y="248994"/>
                  </a:lnTo>
                  <a:cubicBezTo>
                    <a:pt x="104531" y="247073"/>
                    <a:pt x="103309" y="245372"/>
                    <a:pt x="101494" y="244670"/>
                  </a:cubicBezTo>
                  <a:cubicBezTo>
                    <a:pt x="72268" y="233397"/>
                    <a:pt x="51525" y="205158"/>
                    <a:pt x="51525" y="172040"/>
                  </a:cubicBezTo>
                  <a:close/>
                </a:path>
              </a:pathLst>
            </a:custGeom>
            <a:grpFill/>
            <a:ln w="3692" cap="flat">
              <a:noFill/>
              <a:prstDash val="solid"/>
              <a:miter/>
            </a:ln>
          </p:spPr>
          <p:txBody>
            <a:bodyPr rtlCol="0" anchor="ctr"/>
            <a:lstStyle/>
            <a:p>
              <a:endParaRPr lang="en-US">
                <a:solidFill>
                  <a:schemeClr val="bg2"/>
                </a:solidFill>
              </a:endParaRPr>
            </a:p>
          </p:txBody>
        </p:sp>
        <p:sp>
          <p:nvSpPr>
            <p:cNvPr id="18" name="Freeform 17">
              <a:extLst>
                <a:ext uri="{FF2B5EF4-FFF2-40B4-BE49-F238E27FC236}">
                  <a16:creationId xmlns:a16="http://schemas.microsoft.com/office/drawing/2014/main" id="{D51FBE7F-41FF-2FDB-0AFA-216B373A3823}"/>
                </a:ext>
              </a:extLst>
            </p:cNvPr>
            <p:cNvSpPr/>
            <p:nvPr/>
          </p:nvSpPr>
          <p:spPr>
            <a:xfrm>
              <a:off x="2779274" y="5459914"/>
              <a:ext cx="234362" cy="508006"/>
            </a:xfrm>
            <a:custGeom>
              <a:avLst/>
              <a:gdLst>
                <a:gd name="connsiteX0" fmla="*/ 234362 w 234362"/>
                <a:gd name="connsiteY0" fmla="*/ 255009 h 508006"/>
                <a:gd name="connsiteX1" fmla="*/ 21632 w 234362"/>
                <a:gd name="connsiteY1" fmla="*/ 341 h 508006"/>
                <a:gd name="connsiteX2" fmla="*/ 0 w 234362"/>
                <a:gd name="connsiteY2" fmla="*/ 18452 h 508006"/>
                <a:gd name="connsiteX3" fmla="*/ 0 w 234362"/>
                <a:gd name="connsiteY3" fmla="*/ 163047 h 508006"/>
                <a:gd name="connsiteX4" fmla="*/ 14076 w 234362"/>
                <a:gd name="connsiteY4" fmla="*/ 180863 h 508006"/>
                <a:gd name="connsiteX5" fmla="*/ 144055 w 234362"/>
                <a:gd name="connsiteY5" fmla="*/ 345085 h 508006"/>
                <a:gd name="connsiteX6" fmla="*/ 123830 w 234362"/>
                <a:gd name="connsiteY6" fmla="*/ 425108 h 508006"/>
                <a:gd name="connsiteX7" fmla="*/ 50599 w 234362"/>
                <a:gd name="connsiteY7" fmla="*/ 491528 h 508006"/>
                <a:gd name="connsiteX8" fmla="*/ 27966 w 234362"/>
                <a:gd name="connsiteY8" fmla="*/ 498625 h 508006"/>
                <a:gd name="connsiteX9" fmla="*/ 24262 w 234362"/>
                <a:gd name="connsiteY9" fmla="*/ 503245 h 508006"/>
                <a:gd name="connsiteX10" fmla="*/ 24262 w 234362"/>
                <a:gd name="connsiteY10" fmla="*/ 503245 h 508006"/>
                <a:gd name="connsiteX11" fmla="*/ 30004 w 234362"/>
                <a:gd name="connsiteY11" fmla="*/ 507902 h 508006"/>
                <a:gd name="connsiteX12" fmla="*/ 234362 w 234362"/>
                <a:gd name="connsiteY12" fmla="*/ 254972 h 50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362" h="508006">
                  <a:moveTo>
                    <a:pt x="234362" y="255009"/>
                  </a:moveTo>
                  <a:cubicBezTo>
                    <a:pt x="234362" y="127970"/>
                    <a:pt x="142610" y="22296"/>
                    <a:pt x="21632" y="341"/>
                  </a:cubicBezTo>
                  <a:cubicBezTo>
                    <a:pt x="9742" y="-1803"/>
                    <a:pt x="0" y="6402"/>
                    <a:pt x="0" y="18452"/>
                  </a:cubicBezTo>
                  <a:lnTo>
                    <a:pt x="0" y="163047"/>
                  </a:lnTo>
                  <a:cubicBezTo>
                    <a:pt x="0" y="170994"/>
                    <a:pt x="6334" y="179052"/>
                    <a:pt x="14076" y="180863"/>
                  </a:cubicBezTo>
                  <a:cubicBezTo>
                    <a:pt x="88604" y="198494"/>
                    <a:pt x="144055" y="265321"/>
                    <a:pt x="144055" y="345085"/>
                  </a:cubicBezTo>
                  <a:cubicBezTo>
                    <a:pt x="144055" y="374063"/>
                    <a:pt x="136721" y="401304"/>
                    <a:pt x="123830" y="425108"/>
                  </a:cubicBezTo>
                  <a:cubicBezTo>
                    <a:pt x="102679" y="461441"/>
                    <a:pt x="74157" y="480994"/>
                    <a:pt x="50599" y="491528"/>
                  </a:cubicBezTo>
                  <a:cubicBezTo>
                    <a:pt x="43302" y="494411"/>
                    <a:pt x="35745" y="496777"/>
                    <a:pt x="27966" y="498625"/>
                  </a:cubicBezTo>
                  <a:cubicBezTo>
                    <a:pt x="25818" y="499142"/>
                    <a:pt x="24262" y="501028"/>
                    <a:pt x="24262" y="503245"/>
                  </a:cubicBezTo>
                  <a:lnTo>
                    <a:pt x="24262" y="503245"/>
                  </a:lnTo>
                  <a:cubicBezTo>
                    <a:pt x="24262" y="506239"/>
                    <a:pt x="27040" y="508531"/>
                    <a:pt x="30004" y="507902"/>
                  </a:cubicBezTo>
                  <a:cubicBezTo>
                    <a:pt x="146833" y="482694"/>
                    <a:pt x="234362" y="379090"/>
                    <a:pt x="234362" y="254972"/>
                  </a:cubicBezTo>
                  <a:close/>
                </a:path>
              </a:pathLst>
            </a:custGeom>
            <a:grpFill/>
            <a:ln w="3692" cap="flat">
              <a:noFill/>
              <a:prstDash val="solid"/>
              <a:miter/>
            </a:ln>
          </p:spPr>
          <p:txBody>
            <a:bodyPr rtlCol="0" anchor="ctr"/>
            <a:lstStyle/>
            <a:p>
              <a:endParaRPr lang="en-US">
                <a:solidFill>
                  <a:schemeClr val="bg2"/>
                </a:solidFill>
              </a:endParaRPr>
            </a:p>
          </p:txBody>
        </p:sp>
        <p:sp>
          <p:nvSpPr>
            <p:cNvPr id="19" name="Freeform 18">
              <a:extLst>
                <a:ext uri="{FF2B5EF4-FFF2-40B4-BE49-F238E27FC236}">
                  <a16:creationId xmlns:a16="http://schemas.microsoft.com/office/drawing/2014/main" id="{7DE13287-D818-97AB-93EC-B94B37AA0E2E}"/>
                </a:ext>
              </a:extLst>
            </p:cNvPr>
            <p:cNvSpPr/>
            <p:nvPr/>
          </p:nvSpPr>
          <p:spPr>
            <a:xfrm>
              <a:off x="3210809" y="6013428"/>
              <a:ext cx="61822" cy="88376"/>
            </a:xfrm>
            <a:custGeom>
              <a:avLst/>
              <a:gdLst>
                <a:gd name="connsiteX0" fmla="*/ 0 w 61822"/>
                <a:gd name="connsiteY0" fmla="*/ 0 h 88376"/>
                <a:gd name="connsiteX1" fmla="*/ 61822 w 61822"/>
                <a:gd name="connsiteY1" fmla="*/ 0 h 88376"/>
                <a:gd name="connsiteX2" fmla="*/ 61822 w 61822"/>
                <a:gd name="connsiteY2" fmla="*/ 11828 h 88376"/>
                <a:gd name="connsiteX3" fmla="*/ 38227 w 61822"/>
                <a:gd name="connsiteY3" fmla="*/ 11828 h 88376"/>
                <a:gd name="connsiteX4" fmla="*/ 38227 w 61822"/>
                <a:gd name="connsiteY4" fmla="*/ 88376 h 88376"/>
                <a:gd name="connsiteX5" fmla="*/ 23707 w 61822"/>
                <a:gd name="connsiteY5" fmla="*/ 88376 h 88376"/>
                <a:gd name="connsiteX6" fmla="*/ 23707 w 61822"/>
                <a:gd name="connsiteY6" fmla="*/ 11828 h 88376"/>
                <a:gd name="connsiteX7" fmla="*/ 0 w 61822"/>
                <a:gd name="connsiteY7" fmla="*/ 11828 h 88376"/>
                <a:gd name="connsiteX8" fmla="*/ 0 w 61822"/>
                <a:gd name="connsiteY8" fmla="*/ 0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22" h="88376">
                  <a:moveTo>
                    <a:pt x="0" y="0"/>
                  </a:moveTo>
                  <a:lnTo>
                    <a:pt x="61822" y="0"/>
                  </a:lnTo>
                  <a:lnTo>
                    <a:pt x="61822" y="11828"/>
                  </a:lnTo>
                  <a:lnTo>
                    <a:pt x="38227" y="11828"/>
                  </a:lnTo>
                  <a:lnTo>
                    <a:pt x="38227" y="88376"/>
                  </a:lnTo>
                  <a:lnTo>
                    <a:pt x="23707" y="88376"/>
                  </a:lnTo>
                  <a:lnTo>
                    <a:pt x="23707" y="11828"/>
                  </a:lnTo>
                  <a:lnTo>
                    <a:pt x="0" y="11828"/>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20" name="Freeform 19">
              <a:extLst>
                <a:ext uri="{FF2B5EF4-FFF2-40B4-BE49-F238E27FC236}">
                  <a16:creationId xmlns:a16="http://schemas.microsoft.com/office/drawing/2014/main" id="{1BFC80D5-E0A4-0761-71F1-DD05AEBC2D5D}"/>
                </a:ext>
              </a:extLst>
            </p:cNvPr>
            <p:cNvSpPr/>
            <p:nvPr/>
          </p:nvSpPr>
          <p:spPr>
            <a:xfrm>
              <a:off x="3283707" y="6007735"/>
              <a:ext cx="64230" cy="94142"/>
            </a:xfrm>
            <a:custGeom>
              <a:avLst/>
              <a:gdLst>
                <a:gd name="connsiteX0" fmla="*/ 0 w 64230"/>
                <a:gd name="connsiteY0" fmla="*/ 0 h 94142"/>
                <a:gd name="connsiteX1" fmla="*/ 14520 w 64230"/>
                <a:gd name="connsiteY1" fmla="*/ 0 h 94142"/>
                <a:gd name="connsiteX2" fmla="*/ 14520 w 64230"/>
                <a:gd name="connsiteY2" fmla="*/ 32194 h 94142"/>
                <a:gd name="connsiteX3" fmla="*/ 36301 w 64230"/>
                <a:gd name="connsiteY3" fmla="*/ 22916 h 94142"/>
                <a:gd name="connsiteX4" fmla="*/ 64230 w 64230"/>
                <a:gd name="connsiteY4" fmla="*/ 52819 h 94142"/>
                <a:gd name="connsiteX5" fmla="*/ 64230 w 64230"/>
                <a:gd name="connsiteY5" fmla="*/ 94142 h 94142"/>
                <a:gd name="connsiteX6" fmla="*/ 49821 w 64230"/>
                <a:gd name="connsiteY6" fmla="*/ 94142 h 94142"/>
                <a:gd name="connsiteX7" fmla="*/ 49821 w 64230"/>
                <a:gd name="connsiteY7" fmla="*/ 54962 h 94142"/>
                <a:gd name="connsiteX8" fmla="*/ 32226 w 64230"/>
                <a:gd name="connsiteY8" fmla="*/ 35520 h 94142"/>
                <a:gd name="connsiteX9" fmla="*/ 14520 w 64230"/>
                <a:gd name="connsiteY9" fmla="*/ 54962 h 94142"/>
                <a:gd name="connsiteX10" fmla="*/ 14520 w 64230"/>
                <a:gd name="connsiteY10" fmla="*/ 94142 h 94142"/>
                <a:gd name="connsiteX11" fmla="*/ 0 w 64230"/>
                <a:gd name="connsiteY11" fmla="*/ 94142 h 94142"/>
                <a:gd name="connsiteX12" fmla="*/ 0 w 64230"/>
                <a:gd name="connsiteY12" fmla="*/ 37 h 9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0" h="94142">
                  <a:moveTo>
                    <a:pt x="0" y="0"/>
                  </a:moveTo>
                  <a:lnTo>
                    <a:pt x="14520" y="0"/>
                  </a:lnTo>
                  <a:lnTo>
                    <a:pt x="14520" y="32194"/>
                  </a:lnTo>
                  <a:cubicBezTo>
                    <a:pt x="19373" y="26354"/>
                    <a:pt x="27263" y="22916"/>
                    <a:pt x="36301" y="22916"/>
                  </a:cubicBezTo>
                  <a:cubicBezTo>
                    <a:pt x="51969" y="22916"/>
                    <a:pt x="64230" y="33229"/>
                    <a:pt x="64230" y="52819"/>
                  </a:cubicBezTo>
                  <a:lnTo>
                    <a:pt x="64230" y="94142"/>
                  </a:lnTo>
                  <a:lnTo>
                    <a:pt x="49821" y="94142"/>
                  </a:lnTo>
                  <a:lnTo>
                    <a:pt x="49821" y="54962"/>
                  </a:lnTo>
                  <a:cubicBezTo>
                    <a:pt x="49821" y="42100"/>
                    <a:pt x="42820" y="35520"/>
                    <a:pt x="32226" y="35520"/>
                  </a:cubicBezTo>
                  <a:cubicBezTo>
                    <a:pt x="21632" y="35520"/>
                    <a:pt x="14520" y="42137"/>
                    <a:pt x="14520" y="54962"/>
                  </a:cubicBezTo>
                  <a:lnTo>
                    <a:pt x="14520" y="94142"/>
                  </a:lnTo>
                  <a:lnTo>
                    <a:pt x="0" y="94142"/>
                  </a:lnTo>
                  <a:lnTo>
                    <a:pt x="0" y="37"/>
                  </a:lnTo>
                  <a:close/>
                </a:path>
              </a:pathLst>
            </a:custGeom>
            <a:grpFill/>
            <a:ln w="3692" cap="flat">
              <a:noFill/>
              <a:prstDash val="solid"/>
              <a:miter/>
            </a:ln>
          </p:spPr>
          <p:txBody>
            <a:bodyPr rtlCol="0" anchor="ctr"/>
            <a:lstStyle/>
            <a:p>
              <a:endParaRPr lang="en-US">
                <a:solidFill>
                  <a:schemeClr val="bg2"/>
                </a:solidFill>
              </a:endParaRPr>
            </a:p>
          </p:txBody>
        </p:sp>
        <p:sp>
          <p:nvSpPr>
            <p:cNvPr id="21" name="Freeform 20">
              <a:extLst>
                <a:ext uri="{FF2B5EF4-FFF2-40B4-BE49-F238E27FC236}">
                  <a16:creationId xmlns:a16="http://schemas.microsoft.com/office/drawing/2014/main" id="{A4B415A7-30C6-4767-8A29-C4E5C443E7D5}"/>
                </a:ext>
              </a:extLst>
            </p:cNvPr>
            <p:cNvSpPr/>
            <p:nvPr/>
          </p:nvSpPr>
          <p:spPr>
            <a:xfrm>
              <a:off x="3360420"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bg2"/>
                </a:solidFill>
              </a:endParaRPr>
            </a:p>
          </p:txBody>
        </p:sp>
        <p:sp>
          <p:nvSpPr>
            <p:cNvPr id="22" name="Freeform 21">
              <a:extLst>
                <a:ext uri="{FF2B5EF4-FFF2-40B4-BE49-F238E27FC236}">
                  <a16:creationId xmlns:a16="http://schemas.microsoft.com/office/drawing/2014/main" id="{7F1E795C-5016-2FD7-73AD-FA008B742893}"/>
                </a:ext>
              </a:extLst>
            </p:cNvPr>
            <p:cNvSpPr/>
            <p:nvPr/>
          </p:nvSpPr>
          <p:spPr>
            <a:xfrm>
              <a:off x="3474916" y="6012282"/>
              <a:ext cx="61896" cy="90445"/>
            </a:xfrm>
            <a:custGeom>
              <a:avLst/>
              <a:gdLst>
                <a:gd name="connsiteX0" fmla="*/ 31337 w 61896"/>
                <a:gd name="connsiteY0" fmla="*/ 90446 h 90445"/>
                <a:gd name="connsiteX1" fmla="*/ 0 w 61896"/>
                <a:gd name="connsiteY1" fmla="*/ 65127 h 90445"/>
                <a:gd name="connsiteX2" fmla="*/ 15558 w 61896"/>
                <a:gd name="connsiteY2" fmla="*/ 65127 h 90445"/>
                <a:gd name="connsiteX3" fmla="*/ 31374 w 61896"/>
                <a:gd name="connsiteY3" fmla="*/ 78211 h 90445"/>
                <a:gd name="connsiteX4" fmla="*/ 47302 w 61896"/>
                <a:gd name="connsiteY4" fmla="*/ 65238 h 90445"/>
                <a:gd name="connsiteX5" fmla="*/ 259 w 61896"/>
                <a:gd name="connsiteY5" fmla="*/ 25171 h 90445"/>
                <a:gd name="connsiteX6" fmla="*/ 30708 w 61896"/>
                <a:gd name="connsiteY6" fmla="*/ 0 h 90445"/>
                <a:gd name="connsiteX7" fmla="*/ 60934 w 61896"/>
                <a:gd name="connsiteY7" fmla="*/ 24025 h 90445"/>
                <a:gd name="connsiteX8" fmla="*/ 44857 w 61896"/>
                <a:gd name="connsiteY8" fmla="*/ 24025 h 90445"/>
                <a:gd name="connsiteX9" fmla="*/ 29930 w 61896"/>
                <a:gd name="connsiteY9" fmla="*/ 12308 h 90445"/>
                <a:gd name="connsiteX10" fmla="*/ 15002 w 61896"/>
                <a:gd name="connsiteY10" fmla="*/ 24654 h 90445"/>
                <a:gd name="connsiteX11" fmla="*/ 61897 w 61896"/>
                <a:gd name="connsiteY11" fmla="*/ 64462 h 90445"/>
                <a:gd name="connsiteX12" fmla="*/ 31300 w 61896"/>
                <a:gd name="connsiteY12" fmla="*/ 90409 h 9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896" h="90445">
                  <a:moveTo>
                    <a:pt x="31337" y="90446"/>
                  </a:moveTo>
                  <a:cubicBezTo>
                    <a:pt x="13631" y="90446"/>
                    <a:pt x="0" y="80762"/>
                    <a:pt x="0" y="65127"/>
                  </a:cubicBezTo>
                  <a:lnTo>
                    <a:pt x="15558" y="65127"/>
                  </a:lnTo>
                  <a:cubicBezTo>
                    <a:pt x="16187" y="72372"/>
                    <a:pt x="21299" y="78211"/>
                    <a:pt x="31374" y="78211"/>
                  </a:cubicBezTo>
                  <a:cubicBezTo>
                    <a:pt x="41450" y="78211"/>
                    <a:pt x="47302" y="72741"/>
                    <a:pt x="47302" y="65238"/>
                  </a:cubicBezTo>
                  <a:cubicBezTo>
                    <a:pt x="47302" y="43874"/>
                    <a:pt x="259" y="57735"/>
                    <a:pt x="259" y="25171"/>
                  </a:cubicBezTo>
                  <a:cubicBezTo>
                    <a:pt x="259" y="9647"/>
                    <a:pt x="12631" y="0"/>
                    <a:pt x="30708" y="0"/>
                  </a:cubicBezTo>
                  <a:cubicBezTo>
                    <a:pt x="47673" y="0"/>
                    <a:pt x="59637" y="8908"/>
                    <a:pt x="60934" y="24025"/>
                  </a:cubicBezTo>
                  <a:lnTo>
                    <a:pt x="44857" y="24025"/>
                  </a:lnTo>
                  <a:cubicBezTo>
                    <a:pt x="44339" y="18037"/>
                    <a:pt x="39116" y="12567"/>
                    <a:pt x="29930" y="12308"/>
                  </a:cubicBezTo>
                  <a:cubicBezTo>
                    <a:pt x="21521" y="12050"/>
                    <a:pt x="15002" y="16115"/>
                    <a:pt x="15002" y="24654"/>
                  </a:cubicBezTo>
                  <a:cubicBezTo>
                    <a:pt x="15002" y="44613"/>
                    <a:pt x="61897" y="32157"/>
                    <a:pt x="61897" y="64462"/>
                  </a:cubicBezTo>
                  <a:cubicBezTo>
                    <a:pt x="61897" y="77694"/>
                    <a:pt x="51080" y="90409"/>
                    <a:pt x="31300" y="90409"/>
                  </a:cubicBezTo>
                  <a:close/>
                </a:path>
              </a:pathLst>
            </a:custGeom>
            <a:grpFill/>
            <a:ln w="3692" cap="flat">
              <a:noFill/>
              <a:prstDash val="solid"/>
              <a:miter/>
            </a:ln>
          </p:spPr>
          <p:txBody>
            <a:bodyPr rtlCol="0" anchor="ctr"/>
            <a:lstStyle/>
            <a:p>
              <a:endParaRPr lang="en-US">
                <a:solidFill>
                  <a:schemeClr val="bg2"/>
                </a:solidFill>
              </a:endParaRPr>
            </a:p>
          </p:txBody>
        </p:sp>
        <p:sp>
          <p:nvSpPr>
            <p:cNvPr id="23" name="Freeform 22">
              <a:extLst>
                <a:ext uri="{FF2B5EF4-FFF2-40B4-BE49-F238E27FC236}">
                  <a16:creationId xmlns:a16="http://schemas.microsoft.com/office/drawing/2014/main" id="{BABFCB80-4E4F-5BCF-DBB2-5A57A206894E}"/>
                </a:ext>
              </a:extLst>
            </p:cNvPr>
            <p:cNvSpPr/>
            <p:nvPr/>
          </p:nvSpPr>
          <p:spPr>
            <a:xfrm>
              <a:off x="3552073" y="6030615"/>
              <a:ext cx="72008" cy="104565"/>
            </a:xfrm>
            <a:custGeom>
              <a:avLst/>
              <a:gdLst>
                <a:gd name="connsiteX0" fmla="*/ 39005 w 72008"/>
                <a:gd name="connsiteY0" fmla="*/ 0 h 104565"/>
                <a:gd name="connsiteX1" fmla="*/ 72009 w 72008"/>
                <a:gd name="connsiteY1" fmla="*/ 35853 h 104565"/>
                <a:gd name="connsiteX2" fmla="*/ 39005 w 72008"/>
                <a:gd name="connsiteY2" fmla="*/ 72372 h 104565"/>
                <a:gd name="connsiteX3" fmla="*/ 14520 w 72008"/>
                <a:gd name="connsiteY3" fmla="*/ 61061 h 104565"/>
                <a:gd name="connsiteX4" fmla="*/ 14520 w 72008"/>
                <a:gd name="connsiteY4" fmla="*/ 104565 h 104565"/>
                <a:gd name="connsiteX5" fmla="*/ 0 w 72008"/>
                <a:gd name="connsiteY5" fmla="*/ 104565 h 104565"/>
                <a:gd name="connsiteX6" fmla="*/ 0 w 72008"/>
                <a:gd name="connsiteY6" fmla="*/ 1183 h 104565"/>
                <a:gd name="connsiteX7" fmla="*/ 14520 w 72008"/>
                <a:gd name="connsiteY7" fmla="*/ 1183 h 104565"/>
                <a:gd name="connsiteX8" fmla="*/ 14520 w 72008"/>
                <a:gd name="connsiteY8" fmla="*/ 11495 h 104565"/>
                <a:gd name="connsiteX9" fmla="*/ 39005 w 72008"/>
                <a:gd name="connsiteY9" fmla="*/ 37 h 104565"/>
                <a:gd name="connsiteX10" fmla="*/ 35819 w 72008"/>
                <a:gd name="connsiteY10" fmla="*/ 12604 h 104565"/>
                <a:gd name="connsiteX11" fmla="*/ 14520 w 72008"/>
                <a:gd name="connsiteY11" fmla="*/ 36149 h 104565"/>
                <a:gd name="connsiteX12" fmla="*/ 35819 w 72008"/>
                <a:gd name="connsiteY12" fmla="*/ 59804 h 104565"/>
                <a:gd name="connsiteX13" fmla="*/ 57229 w 72008"/>
                <a:gd name="connsiteY13" fmla="*/ 35890 h 104565"/>
                <a:gd name="connsiteX14" fmla="*/ 35819 w 72008"/>
                <a:gd name="connsiteY14" fmla="*/ 12604 h 10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008" h="104565">
                  <a:moveTo>
                    <a:pt x="39005" y="0"/>
                  </a:moveTo>
                  <a:cubicBezTo>
                    <a:pt x="57489" y="0"/>
                    <a:pt x="72009" y="14230"/>
                    <a:pt x="72009" y="35853"/>
                  </a:cubicBezTo>
                  <a:cubicBezTo>
                    <a:pt x="72009" y="57476"/>
                    <a:pt x="57489" y="72372"/>
                    <a:pt x="39005" y="72372"/>
                  </a:cubicBezTo>
                  <a:cubicBezTo>
                    <a:pt x="27411" y="72372"/>
                    <a:pt x="19113" y="66532"/>
                    <a:pt x="14520" y="61061"/>
                  </a:cubicBezTo>
                  <a:lnTo>
                    <a:pt x="14520" y="104565"/>
                  </a:lnTo>
                  <a:lnTo>
                    <a:pt x="0" y="104565"/>
                  </a:lnTo>
                  <a:lnTo>
                    <a:pt x="0" y="1183"/>
                  </a:lnTo>
                  <a:lnTo>
                    <a:pt x="14520" y="1183"/>
                  </a:lnTo>
                  <a:lnTo>
                    <a:pt x="14520" y="11495"/>
                  </a:lnTo>
                  <a:cubicBezTo>
                    <a:pt x="18965" y="5655"/>
                    <a:pt x="27522" y="37"/>
                    <a:pt x="39005" y="37"/>
                  </a:cubicBezTo>
                  <a:close/>
                  <a:moveTo>
                    <a:pt x="35819" y="12604"/>
                  </a:moveTo>
                  <a:cubicBezTo>
                    <a:pt x="25003" y="12604"/>
                    <a:pt x="14520" y="21142"/>
                    <a:pt x="14520" y="36149"/>
                  </a:cubicBezTo>
                  <a:cubicBezTo>
                    <a:pt x="14520" y="51155"/>
                    <a:pt x="24966" y="59804"/>
                    <a:pt x="35819" y="59804"/>
                  </a:cubicBezTo>
                  <a:cubicBezTo>
                    <a:pt x="46672" y="59804"/>
                    <a:pt x="57229" y="51044"/>
                    <a:pt x="57229" y="35890"/>
                  </a:cubicBezTo>
                  <a:cubicBezTo>
                    <a:pt x="57229" y="20736"/>
                    <a:pt x="46784" y="12604"/>
                    <a:pt x="35819" y="12604"/>
                  </a:cubicBezTo>
                  <a:close/>
                </a:path>
              </a:pathLst>
            </a:custGeom>
            <a:grpFill/>
            <a:ln w="3692" cap="flat">
              <a:noFill/>
              <a:prstDash val="solid"/>
              <a:miter/>
            </a:ln>
          </p:spPr>
          <p:txBody>
            <a:bodyPr rtlCol="0" anchor="ctr"/>
            <a:lstStyle/>
            <a:p>
              <a:endParaRPr lang="en-US">
                <a:solidFill>
                  <a:schemeClr val="bg2"/>
                </a:solidFill>
              </a:endParaRPr>
            </a:p>
          </p:txBody>
        </p:sp>
        <p:sp>
          <p:nvSpPr>
            <p:cNvPr id="24" name="Freeform 23">
              <a:extLst>
                <a:ext uri="{FF2B5EF4-FFF2-40B4-BE49-F238E27FC236}">
                  <a16:creationId xmlns:a16="http://schemas.microsoft.com/office/drawing/2014/main" id="{80299DA5-A3D6-EF89-0C0D-D0AAC5649698}"/>
                </a:ext>
              </a:extLst>
            </p:cNvPr>
            <p:cNvSpPr/>
            <p:nvPr/>
          </p:nvSpPr>
          <p:spPr>
            <a:xfrm>
              <a:off x="363319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bg2"/>
                </a:solidFill>
              </a:endParaRPr>
            </a:p>
          </p:txBody>
        </p:sp>
        <p:sp>
          <p:nvSpPr>
            <p:cNvPr id="25" name="Freeform 24">
              <a:extLst>
                <a:ext uri="{FF2B5EF4-FFF2-40B4-BE49-F238E27FC236}">
                  <a16:creationId xmlns:a16="http://schemas.microsoft.com/office/drawing/2014/main" id="{786AABE9-2820-18C1-38CE-B633FE47E822}"/>
                </a:ext>
              </a:extLst>
            </p:cNvPr>
            <p:cNvSpPr/>
            <p:nvPr/>
          </p:nvSpPr>
          <p:spPr>
            <a:xfrm>
              <a:off x="3711463" y="6030615"/>
              <a:ext cx="66786" cy="72408"/>
            </a:xfrm>
            <a:custGeom>
              <a:avLst/>
              <a:gdLst>
                <a:gd name="connsiteX0" fmla="*/ 34412 w 66786"/>
                <a:gd name="connsiteY0" fmla="*/ 0 h 72408"/>
                <a:gd name="connsiteX1" fmla="*/ 66786 w 66786"/>
                <a:gd name="connsiteY1" fmla="*/ 23286 h 72408"/>
                <a:gd name="connsiteX2" fmla="*/ 51118 w 66786"/>
                <a:gd name="connsiteY2" fmla="*/ 23286 h 72408"/>
                <a:gd name="connsiteX3" fmla="*/ 34412 w 66786"/>
                <a:gd name="connsiteY3" fmla="*/ 12234 h 72408"/>
                <a:gd name="connsiteX4" fmla="*/ 14928 w 66786"/>
                <a:gd name="connsiteY4" fmla="*/ 36149 h 72408"/>
                <a:gd name="connsiteX5" fmla="*/ 34412 w 66786"/>
                <a:gd name="connsiteY5" fmla="*/ 60174 h 72408"/>
                <a:gd name="connsiteX6" fmla="*/ 51118 w 66786"/>
                <a:gd name="connsiteY6" fmla="*/ 49122 h 72408"/>
                <a:gd name="connsiteX7" fmla="*/ 66786 w 66786"/>
                <a:gd name="connsiteY7" fmla="*/ 49122 h 72408"/>
                <a:gd name="connsiteX8" fmla="*/ 34412 w 66786"/>
                <a:gd name="connsiteY8" fmla="*/ 72408 h 72408"/>
                <a:gd name="connsiteX9" fmla="*/ 0 w 66786"/>
                <a:gd name="connsiteY9" fmla="*/ 36149 h 72408"/>
                <a:gd name="connsiteX10" fmla="*/ 34412 w 66786"/>
                <a:gd name="connsiteY10" fmla="*/ 37 h 7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86" h="72408">
                  <a:moveTo>
                    <a:pt x="34412" y="0"/>
                  </a:moveTo>
                  <a:cubicBezTo>
                    <a:pt x="51599" y="0"/>
                    <a:pt x="62823" y="8501"/>
                    <a:pt x="66786" y="23286"/>
                  </a:cubicBezTo>
                  <a:lnTo>
                    <a:pt x="51118" y="23286"/>
                  </a:lnTo>
                  <a:cubicBezTo>
                    <a:pt x="48710" y="16559"/>
                    <a:pt x="43079" y="12234"/>
                    <a:pt x="34412" y="12234"/>
                  </a:cubicBezTo>
                  <a:cubicBezTo>
                    <a:pt x="22670" y="12234"/>
                    <a:pt x="14928" y="20884"/>
                    <a:pt x="14928" y="36149"/>
                  </a:cubicBezTo>
                  <a:cubicBezTo>
                    <a:pt x="14928" y="51414"/>
                    <a:pt x="22707" y="60174"/>
                    <a:pt x="34412" y="60174"/>
                  </a:cubicBezTo>
                  <a:cubicBezTo>
                    <a:pt x="43079" y="60174"/>
                    <a:pt x="48413" y="56367"/>
                    <a:pt x="51118" y="49122"/>
                  </a:cubicBezTo>
                  <a:lnTo>
                    <a:pt x="66786" y="49122"/>
                  </a:lnTo>
                  <a:cubicBezTo>
                    <a:pt x="62823" y="62872"/>
                    <a:pt x="51636" y="72408"/>
                    <a:pt x="34412" y="72408"/>
                  </a:cubicBezTo>
                  <a:cubicBezTo>
                    <a:pt x="14261" y="72408"/>
                    <a:pt x="0" y="58178"/>
                    <a:pt x="0" y="36149"/>
                  </a:cubicBezTo>
                  <a:cubicBezTo>
                    <a:pt x="0" y="14119"/>
                    <a:pt x="14261" y="37"/>
                    <a:pt x="34412" y="37"/>
                  </a:cubicBezTo>
                  <a:close/>
                </a:path>
              </a:pathLst>
            </a:custGeom>
            <a:grpFill/>
            <a:ln w="3692" cap="flat">
              <a:noFill/>
              <a:prstDash val="solid"/>
              <a:miter/>
            </a:ln>
          </p:spPr>
          <p:txBody>
            <a:bodyPr rtlCol="0" anchor="ctr"/>
            <a:lstStyle/>
            <a:p>
              <a:endParaRPr lang="en-US">
                <a:solidFill>
                  <a:schemeClr val="bg2"/>
                </a:solidFill>
              </a:endParaRPr>
            </a:p>
          </p:txBody>
        </p:sp>
        <p:sp>
          <p:nvSpPr>
            <p:cNvPr id="26" name="Freeform 25">
              <a:extLst>
                <a:ext uri="{FF2B5EF4-FFF2-40B4-BE49-F238E27FC236}">
                  <a16:creationId xmlns:a16="http://schemas.microsoft.com/office/drawing/2014/main" id="{053A5EFE-28B4-3871-3162-A0F800145F60}"/>
                </a:ext>
              </a:extLst>
            </p:cNvPr>
            <p:cNvSpPr/>
            <p:nvPr/>
          </p:nvSpPr>
          <p:spPr>
            <a:xfrm>
              <a:off x="3789066" y="6003891"/>
              <a:ext cx="18483" cy="97949"/>
            </a:xfrm>
            <a:custGeom>
              <a:avLst/>
              <a:gdLst>
                <a:gd name="connsiteX0" fmla="*/ 0 w 18483"/>
                <a:gd name="connsiteY0" fmla="*/ 9277 h 97949"/>
                <a:gd name="connsiteX1" fmla="*/ 9297 w 18483"/>
                <a:gd name="connsiteY1" fmla="*/ 0 h 97949"/>
                <a:gd name="connsiteX2" fmla="*/ 18484 w 18483"/>
                <a:gd name="connsiteY2" fmla="*/ 9277 h 97949"/>
                <a:gd name="connsiteX3" fmla="*/ 9297 w 18483"/>
                <a:gd name="connsiteY3" fmla="*/ 18555 h 97949"/>
                <a:gd name="connsiteX4" fmla="*/ 0 w 18483"/>
                <a:gd name="connsiteY4" fmla="*/ 9277 h 97949"/>
                <a:gd name="connsiteX5" fmla="*/ 1926 w 18483"/>
                <a:gd name="connsiteY5" fmla="*/ 27869 h 97949"/>
                <a:gd name="connsiteX6" fmla="*/ 16446 w 18483"/>
                <a:gd name="connsiteY6" fmla="*/ 27869 h 97949"/>
                <a:gd name="connsiteX7" fmla="*/ 16446 w 18483"/>
                <a:gd name="connsiteY7" fmla="*/ 97949 h 97949"/>
                <a:gd name="connsiteX8" fmla="*/ 1926 w 18483"/>
                <a:gd name="connsiteY8" fmla="*/ 97949 h 97949"/>
                <a:gd name="connsiteX9" fmla="*/ 1926 w 18483"/>
                <a:gd name="connsiteY9" fmla="*/ 27869 h 97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83" h="97949">
                  <a:moveTo>
                    <a:pt x="0" y="9277"/>
                  </a:moveTo>
                  <a:cubicBezTo>
                    <a:pt x="0" y="4066"/>
                    <a:pt x="4075" y="0"/>
                    <a:pt x="9297" y="0"/>
                  </a:cubicBezTo>
                  <a:cubicBezTo>
                    <a:pt x="14520" y="0"/>
                    <a:pt x="18484" y="4066"/>
                    <a:pt x="18484" y="9277"/>
                  </a:cubicBezTo>
                  <a:cubicBezTo>
                    <a:pt x="18484" y="14489"/>
                    <a:pt x="14409" y="18555"/>
                    <a:pt x="9297" y="18555"/>
                  </a:cubicBezTo>
                  <a:cubicBezTo>
                    <a:pt x="4186" y="18555"/>
                    <a:pt x="0" y="14489"/>
                    <a:pt x="0" y="9277"/>
                  </a:cubicBezTo>
                  <a:close/>
                  <a:moveTo>
                    <a:pt x="1926" y="27869"/>
                  </a:moveTo>
                  <a:lnTo>
                    <a:pt x="16446" y="27869"/>
                  </a:lnTo>
                  <a:lnTo>
                    <a:pt x="16446" y="97949"/>
                  </a:lnTo>
                  <a:lnTo>
                    <a:pt x="1926" y="97949"/>
                  </a:lnTo>
                  <a:lnTo>
                    <a:pt x="1926" y="27869"/>
                  </a:lnTo>
                  <a:close/>
                </a:path>
              </a:pathLst>
            </a:custGeom>
            <a:grpFill/>
            <a:ln w="3692" cap="flat">
              <a:noFill/>
              <a:prstDash val="solid"/>
              <a:miter/>
            </a:ln>
          </p:spPr>
          <p:txBody>
            <a:bodyPr rtlCol="0" anchor="ctr"/>
            <a:lstStyle/>
            <a:p>
              <a:endParaRPr lang="en-US">
                <a:solidFill>
                  <a:schemeClr val="bg2"/>
                </a:solidFill>
              </a:endParaRPr>
            </a:p>
          </p:txBody>
        </p:sp>
        <p:sp>
          <p:nvSpPr>
            <p:cNvPr id="27" name="Freeform 26">
              <a:extLst>
                <a:ext uri="{FF2B5EF4-FFF2-40B4-BE49-F238E27FC236}">
                  <a16:creationId xmlns:a16="http://schemas.microsoft.com/office/drawing/2014/main" id="{E330EB68-BD3E-D4A6-4C78-DAED9D0597F4}"/>
                </a:ext>
              </a:extLst>
            </p:cNvPr>
            <p:cNvSpPr/>
            <p:nvPr/>
          </p:nvSpPr>
          <p:spPr>
            <a:xfrm>
              <a:off x="3818328"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bg2"/>
                </a:solidFill>
              </a:endParaRPr>
            </a:p>
          </p:txBody>
        </p:sp>
        <p:sp>
          <p:nvSpPr>
            <p:cNvPr id="28" name="Freeform 27">
              <a:extLst>
                <a:ext uri="{FF2B5EF4-FFF2-40B4-BE49-F238E27FC236}">
                  <a16:creationId xmlns:a16="http://schemas.microsoft.com/office/drawing/2014/main" id="{D0E9DE69-05EE-5114-1691-8EA55A9FBB3E}"/>
                </a:ext>
              </a:extLst>
            </p:cNvPr>
            <p:cNvSpPr/>
            <p:nvPr/>
          </p:nvSpPr>
          <p:spPr>
            <a:xfrm>
              <a:off x="3907969"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29" name="Freeform 28">
              <a:extLst>
                <a:ext uri="{FF2B5EF4-FFF2-40B4-BE49-F238E27FC236}">
                  <a16:creationId xmlns:a16="http://schemas.microsoft.com/office/drawing/2014/main" id="{3856FAF7-132F-A0AB-61AD-160380E0688B}"/>
                </a:ext>
              </a:extLst>
            </p:cNvPr>
            <p:cNvSpPr/>
            <p:nvPr/>
          </p:nvSpPr>
          <p:spPr>
            <a:xfrm>
              <a:off x="3933935"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bg2"/>
                </a:solidFill>
              </a:endParaRPr>
            </a:p>
          </p:txBody>
        </p:sp>
        <p:sp>
          <p:nvSpPr>
            <p:cNvPr id="30" name="Freeform 29">
              <a:extLst>
                <a:ext uri="{FF2B5EF4-FFF2-40B4-BE49-F238E27FC236}">
                  <a16:creationId xmlns:a16="http://schemas.microsoft.com/office/drawing/2014/main" id="{C54C5F21-1C9E-EC43-EF57-5F0A0686E9AE}"/>
                </a:ext>
              </a:extLst>
            </p:cNvPr>
            <p:cNvSpPr/>
            <p:nvPr/>
          </p:nvSpPr>
          <p:spPr>
            <a:xfrm>
              <a:off x="3980460" y="6031761"/>
              <a:ext cx="71527" cy="103013"/>
            </a:xfrm>
            <a:custGeom>
              <a:avLst/>
              <a:gdLst>
                <a:gd name="connsiteX0" fmla="*/ 56488 w 71527"/>
                <a:gd name="connsiteY0" fmla="*/ 0 h 103013"/>
                <a:gd name="connsiteX1" fmla="*/ 71527 w 71527"/>
                <a:gd name="connsiteY1" fmla="*/ 0 h 103013"/>
                <a:gd name="connsiteX2" fmla="*/ 28448 w 71527"/>
                <a:gd name="connsiteY2" fmla="*/ 103013 h 103013"/>
                <a:gd name="connsiteX3" fmla="*/ 13409 w 71527"/>
                <a:gd name="connsiteY3" fmla="*/ 103013 h 103013"/>
                <a:gd name="connsiteX4" fmla="*/ 27670 w 71527"/>
                <a:gd name="connsiteY4" fmla="*/ 68934 h 103013"/>
                <a:gd name="connsiteX5" fmla="*/ 0 w 71527"/>
                <a:gd name="connsiteY5" fmla="*/ 0 h 103013"/>
                <a:gd name="connsiteX6" fmla="*/ 16187 w 71527"/>
                <a:gd name="connsiteY6" fmla="*/ 0 h 103013"/>
                <a:gd name="connsiteX7" fmla="*/ 35930 w 71527"/>
                <a:gd name="connsiteY7" fmla="*/ 53410 h 103013"/>
                <a:gd name="connsiteX8" fmla="*/ 56451 w 71527"/>
                <a:gd name="connsiteY8" fmla="*/ 0 h 10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 h="103013">
                  <a:moveTo>
                    <a:pt x="56488" y="0"/>
                  </a:moveTo>
                  <a:lnTo>
                    <a:pt x="71527" y="0"/>
                  </a:lnTo>
                  <a:lnTo>
                    <a:pt x="28448" y="103013"/>
                  </a:lnTo>
                  <a:lnTo>
                    <a:pt x="13409" y="103013"/>
                  </a:lnTo>
                  <a:lnTo>
                    <a:pt x="27670" y="68934"/>
                  </a:lnTo>
                  <a:lnTo>
                    <a:pt x="0" y="0"/>
                  </a:lnTo>
                  <a:lnTo>
                    <a:pt x="16187" y="0"/>
                  </a:lnTo>
                  <a:lnTo>
                    <a:pt x="35930" y="53410"/>
                  </a:lnTo>
                  <a:lnTo>
                    <a:pt x="56451" y="0"/>
                  </a:lnTo>
                  <a:close/>
                </a:path>
              </a:pathLst>
            </a:custGeom>
            <a:grpFill/>
            <a:ln w="3692" cap="flat">
              <a:noFill/>
              <a:prstDash val="solid"/>
              <a:miter/>
            </a:ln>
          </p:spPr>
          <p:txBody>
            <a:bodyPr rtlCol="0" anchor="ctr"/>
            <a:lstStyle/>
            <a:p>
              <a:endParaRPr lang="en-US">
                <a:solidFill>
                  <a:schemeClr val="bg2"/>
                </a:solidFill>
              </a:endParaRPr>
            </a:p>
          </p:txBody>
        </p:sp>
        <p:sp>
          <p:nvSpPr>
            <p:cNvPr id="31" name="Freeform 30">
              <a:extLst>
                <a:ext uri="{FF2B5EF4-FFF2-40B4-BE49-F238E27FC236}">
                  <a16:creationId xmlns:a16="http://schemas.microsoft.com/office/drawing/2014/main" id="{1845A3E2-F6CF-E745-27ED-1112EE892CCB}"/>
                </a:ext>
              </a:extLst>
            </p:cNvPr>
            <p:cNvSpPr/>
            <p:nvPr/>
          </p:nvSpPr>
          <p:spPr>
            <a:xfrm>
              <a:off x="4091251" y="6012282"/>
              <a:ext cx="86380" cy="90298"/>
            </a:xfrm>
            <a:custGeom>
              <a:avLst/>
              <a:gdLst>
                <a:gd name="connsiteX0" fmla="*/ 45228 w 86380"/>
                <a:gd name="connsiteY0" fmla="*/ 0 h 90298"/>
                <a:gd name="connsiteX1" fmla="*/ 86381 w 86380"/>
                <a:gd name="connsiteY1" fmla="*/ 26576 h 90298"/>
                <a:gd name="connsiteX2" fmla="*/ 68934 w 86380"/>
                <a:gd name="connsiteY2" fmla="*/ 26576 h 90298"/>
                <a:gd name="connsiteX3" fmla="*/ 45228 w 86380"/>
                <a:gd name="connsiteY3" fmla="*/ 12715 h 90298"/>
                <a:gd name="connsiteX4" fmla="*/ 14891 w 86380"/>
                <a:gd name="connsiteY4" fmla="*/ 45131 h 90298"/>
                <a:gd name="connsiteX5" fmla="*/ 45228 w 86380"/>
                <a:gd name="connsiteY5" fmla="*/ 77694 h 90298"/>
                <a:gd name="connsiteX6" fmla="*/ 68934 w 86380"/>
                <a:gd name="connsiteY6" fmla="*/ 63833 h 90298"/>
                <a:gd name="connsiteX7" fmla="*/ 86381 w 86380"/>
                <a:gd name="connsiteY7" fmla="*/ 63833 h 90298"/>
                <a:gd name="connsiteX8" fmla="*/ 45228 w 86380"/>
                <a:gd name="connsiteY8" fmla="*/ 90298 h 90298"/>
                <a:gd name="connsiteX9" fmla="*/ 0 w 86380"/>
                <a:gd name="connsiteY9" fmla="*/ 45168 h 90298"/>
                <a:gd name="connsiteX10" fmla="*/ 45228 w 86380"/>
                <a:gd name="connsiteY10" fmla="*/ 37 h 9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 h="90298">
                  <a:moveTo>
                    <a:pt x="45228" y="0"/>
                  </a:moveTo>
                  <a:cubicBezTo>
                    <a:pt x="63712" y="0"/>
                    <a:pt x="79640" y="9277"/>
                    <a:pt x="86381" y="26576"/>
                  </a:cubicBezTo>
                  <a:lnTo>
                    <a:pt x="68934" y="26576"/>
                  </a:lnTo>
                  <a:cubicBezTo>
                    <a:pt x="64230" y="17150"/>
                    <a:pt x="55822" y="12715"/>
                    <a:pt x="45228" y="12715"/>
                  </a:cubicBezTo>
                  <a:cubicBezTo>
                    <a:pt x="27633" y="12715"/>
                    <a:pt x="14891" y="25171"/>
                    <a:pt x="14891" y="45131"/>
                  </a:cubicBezTo>
                  <a:cubicBezTo>
                    <a:pt x="14891" y="65090"/>
                    <a:pt x="27633" y="77694"/>
                    <a:pt x="45228" y="77694"/>
                  </a:cubicBezTo>
                  <a:cubicBezTo>
                    <a:pt x="55822" y="77694"/>
                    <a:pt x="64230" y="73259"/>
                    <a:pt x="68934" y="63833"/>
                  </a:cubicBezTo>
                  <a:lnTo>
                    <a:pt x="86381" y="63833"/>
                  </a:lnTo>
                  <a:cubicBezTo>
                    <a:pt x="79640" y="81132"/>
                    <a:pt x="63712" y="90298"/>
                    <a:pt x="45228" y="90298"/>
                  </a:cubicBezTo>
                  <a:cubicBezTo>
                    <a:pt x="20262" y="90298"/>
                    <a:pt x="0" y="71743"/>
                    <a:pt x="0" y="45168"/>
                  </a:cubicBezTo>
                  <a:cubicBezTo>
                    <a:pt x="0" y="18592"/>
                    <a:pt x="20262" y="37"/>
                    <a:pt x="45228" y="37"/>
                  </a:cubicBezTo>
                  <a:close/>
                </a:path>
              </a:pathLst>
            </a:custGeom>
            <a:grpFill/>
            <a:ln w="3692" cap="flat">
              <a:noFill/>
              <a:prstDash val="solid"/>
              <a:miter/>
            </a:ln>
          </p:spPr>
          <p:txBody>
            <a:bodyPr rtlCol="0" anchor="ctr"/>
            <a:lstStyle/>
            <a:p>
              <a:endParaRPr lang="en-US">
                <a:solidFill>
                  <a:schemeClr val="bg2"/>
                </a:solidFill>
              </a:endParaRPr>
            </a:p>
          </p:txBody>
        </p:sp>
        <p:sp>
          <p:nvSpPr>
            <p:cNvPr id="32" name="Freeform 31">
              <a:extLst>
                <a:ext uri="{FF2B5EF4-FFF2-40B4-BE49-F238E27FC236}">
                  <a16:creationId xmlns:a16="http://schemas.microsoft.com/office/drawing/2014/main" id="{DF4EA2CA-0344-942A-FA1F-D784C5876C35}"/>
                </a:ext>
              </a:extLst>
            </p:cNvPr>
            <p:cNvSpPr/>
            <p:nvPr/>
          </p:nvSpPr>
          <p:spPr>
            <a:xfrm>
              <a:off x="4187300"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8" y="72372"/>
                    <a:pt x="0" y="57476"/>
                    <a:pt x="0" y="35853"/>
                  </a:cubicBezTo>
                  <a:cubicBezTo>
                    <a:pt x="0" y="14230"/>
                    <a:pt x="14668"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bg2"/>
                </a:solidFill>
              </a:endParaRPr>
            </a:p>
          </p:txBody>
        </p:sp>
        <p:sp>
          <p:nvSpPr>
            <p:cNvPr id="33" name="Freeform 32">
              <a:extLst>
                <a:ext uri="{FF2B5EF4-FFF2-40B4-BE49-F238E27FC236}">
                  <a16:creationId xmlns:a16="http://schemas.microsoft.com/office/drawing/2014/main" id="{9C3106FA-1EC5-84D7-A313-42E680951B67}"/>
                </a:ext>
              </a:extLst>
            </p:cNvPr>
            <p:cNvSpPr/>
            <p:nvPr/>
          </p:nvSpPr>
          <p:spPr>
            <a:xfrm>
              <a:off x="4274422" y="6030615"/>
              <a:ext cx="35559" cy="71225"/>
            </a:xfrm>
            <a:custGeom>
              <a:avLst/>
              <a:gdLst>
                <a:gd name="connsiteX0" fmla="*/ 14520 w 35559"/>
                <a:gd name="connsiteY0" fmla="*/ 71226 h 71225"/>
                <a:gd name="connsiteX1" fmla="*/ 0 w 35559"/>
                <a:gd name="connsiteY1" fmla="*/ 71226 h 71225"/>
                <a:gd name="connsiteX2" fmla="*/ 0 w 35559"/>
                <a:gd name="connsiteY2" fmla="*/ 1146 h 71225"/>
                <a:gd name="connsiteX3" fmla="*/ 14520 w 35559"/>
                <a:gd name="connsiteY3" fmla="*/ 1146 h 71225"/>
                <a:gd name="connsiteX4" fmla="*/ 14520 w 35559"/>
                <a:gd name="connsiteY4" fmla="*/ 11310 h 71225"/>
                <a:gd name="connsiteX5" fmla="*/ 35560 w 35559"/>
                <a:gd name="connsiteY5" fmla="*/ 0 h 71225"/>
                <a:gd name="connsiteX6" fmla="*/ 35560 w 35559"/>
                <a:gd name="connsiteY6" fmla="*/ 15007 h 71225"/>
                <a:gd name="connsiteX7" fmla="*/ 31856 w 35559"/>
                <a:gd name="connsiteY7" fmla="*/ 15007 h 71225"/>
                <a:gd name="connsiteX8" fmla="*/ 14520 w 35559"/>
                <a:gd name="connsiteY8" fmla="*/ 34338 h 71225"/>
                <a:gd name="connsiteX9" fmla="*/ 14520 w 35559"/>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59"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bg2"/>
                </a:solidFill>
              </a:endParaRPr>
            </a:p>
          </p:txBody>
        </p:sp>
        <p:sp>
          <p:nvSpPr>
            <p:cNvPr id="34" name="Freeform 33">
              <a:extLst>
                <a:ext uri="{FF2B5EF4-FFF2-40B4-BE49-F238E27FC236}">
                  <a16:creationId xmlns:a16="http://schemas.microsoft.com/office/drawing/2014/main" id="{93BCCAB2-7B8F-B9E1-4201-D5CE9DBF3DA8}"/>
                </a:ext>
              </a:extLst>
            </p:cNvPr>
            <p:cNvSpPr/>
            <p:nvPr/>
          </p:nvSpPr>
          <p:spPr>
            <a:xfrm>
              <a:off x="431583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0 w 69193"/>
                <a:gd name="connsiteY8" fmla="*/ 50342 h 72371"/>
                <a:gd name="connsiteX9" fmla="*/ 34967 w 69193"/>
                <a:gd name="connsiteY9" fmla="*/ 72335 h 72371"/>
                <a:gd name="connsiteX10" fmla="*/ 15150 w 69193"/>
                <a:gd name="connsiteY10" fmla="*/ 29865 h 72371"/>
                <a:gd name="connsiteX11" fmla="*/ 54007 w 69193"/>
                <a:gd name="connsiteY11" fmla="*/ 29865 h 72371"/>
                <a:gd name="connsiteX12" fmla="*/ 34375 w 69193"/>
                <a:gd name="connsiteY12" fmla="*/ 12197 h 72371"/>
                <a:gd name="connsiteX13" fmla="*/ 15113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83" y="39143"/>
                    <a:pt x="68675" y="41582"/>
                  </a:cubicBezTo>
                  <a:lnTo>
                    <a:pt x="15002" y="41582"/>
                  </a:lnTo>
                  <a:cubicBezTo>
                    <a:pt x="16039" y="53151"/>
                    <a:pt x="24299" y="60137"/>
                    <a:pt x="35004" y="60137"/>
                  </a:cubicBezTo>
                  <a:cubicBezTo>
                    <a:pt x="43931" y="60137"/>
                    <a:pt x="48895" y="55813"/>
                    <a:pt x="51562" y="50342"/>
                  </a:cubicBezTo>
                  <a:lnTo>
                    <a:pt x="67230" y="50342"/>
                  </a:lnTo>
                  <a:cubicBezTo>
                    <a:pt x="63267" y="62540"/>
                    <a:pt x="52192" y="72335"/>
                    <a:pt x="34967" y="72335"/>
                  </a:cubicBezTo>
                  <a:close/>
                  <a:moveTo>
                    <a:pt x="15150" y="29865"/>
                  </a:moveTo>
                  <a:lnTo>
                    <a:pt x="54007" y="29865"/>
                  </a:lnTo>
                  <a:cubicBezTo>
                    <a:pt x="53747" y="19072"/>
                    <a:pt x="45228" y="12197"/>
                    <a:pt x="34375" y="12197"/>
                  </a:cubicBezTo>
                  <a:cubicBezTo>
                    <a:pt x="24559" y="12197"/>
                    <a:pt x="16669" y="18814"/>
                    <a:pt x="15113" y="29865"/>
                  </a:cubicBezTo>
                  <a:close/>
                </a:path>
              </a:pathLst>
            </a:custGeom>
            <a:grpFill/>
            <a:ln w="3692" cap="flat">
              <a:noFill/>
              <a:prstDash val="solid"/>
              <a:miter/>
            </a:ln>
          </p:spPr>
          <p:txBody>
            <a:bodyPr rtlCol="0" anchor="ctr"/>
            <a:lstStyle/>
            <a:p>
              <a:endParaRPr lang="en-US">
                <a:solidFill>
                  <a:schemeClr val="bg2"/>
                </a:solidFill>
              </a:endParaRPr>
            </a:p>
          </p:txBody>
        </p:sp>
        <p:sp>
          <p:nvSpPr>
            <p:cNvPr id="35" name="Freeform 34">
              <a:extLst>
                <a:ext uri="{FF2B5EF4-FFF2-40B4-BE49-F238E27FC236}">
                  <a16:creationId xmlns:a16="http://schemas.microsoft.com/office/drawing/2014/main" id="{FFEA4E7C-191E-7EB6-AB38-7DCABAAD327A}"/>
                </a:ext>
              </a:extLst>
            </p:cNvPr>
            <p:cNvSpPr/>
            <p:nvPr/>
          </p:nvSpPr>
          <p:spPr>
            <a:xfrm>
              <a:off x="4432442" y="6013428"/>
              <a:ext cx="61933" cy="88376"/>
            </a:xfrm>
            <a:custGeom>
              <a:avLst/>
              <a:gdLst>
                <a:gd name="connsiteX0" fmla="*/ 30596 w 61933"/>
                <a:gd name="connsiteY0" fmla="*/ 52523 h 88376"/>
                <a:gd name="connsiteX1" fmla="*/ 14520 w 61933"/>
                <a:gd name="connsiteY1" fmla="*/ 52523 h 88376"/>
                <a:gd name="connsiteX2" fmla="*/ 14520 w 61933"/>
                <a:gd name="connsiteY2" fmla="*/ 88376 h 88376"/>
                <a:gd name="connsiteX3" fmla="*/ 0 w 61933"/>
                <a:gd name="connsiteY3" fmla="*/ 88376 h 88376"/>
                <a:gd name="connsiteX4" fmla="*/ 0 w 61933"/>
                <a:gd name="connsiteY4" fmla="*/ 0 h 88376"/>
                <a:gd name="connsiteX5" fmla="*/ 30596 w 61933"/>
                <a:gd name="connsiteY5" fmla="*/ 0 h 88376"/>
                <a:gd name="connsiteX6" fmla="*/ 61933 w 61933"/>
                <a:gd name="connsiteY6" fmla="*/ 26317 h 88376"/>
                <a:gd name="connsiteX7" fmla="*/ 30596 w 61933"/>
                <a:gd name="connsiteY7" fmla="*/ 52523 h 88376"/>
                <a:gd name="connsiteX8" fmla="*/ 30596 w 61933"/>
                <a:gd name="connsiteY8" fmla="*/ 40695 h 88376"/>
                <a:gd name="connsiteX9" fmla="*/ 47043 w 61933"/>
                <a:gd name="connsiteY9" fmla="*/ 26317 h 88376"/>
                <a:gd name="connsiteX10" fmla="*/ 30596 w 61933"/>
                <a:gd name="connsiteY10" fmla="*/ 11828 h 88376"/>
                <a:gd name="connsiteX11" fmla="*/ 14520 w 61933"/>
                <a:gd name="connsiteY11" fmla="*/ 11828 h 88376"/>
                <a:gd name="connsiteX12" fmla="*/ 14520 w 61933"/>
                <a:gd name="connsiteY12" fmla="*/ 40695 h 88376"/>
                <a:gd name="connsiteX13" fmla="*/ 30596 w 61933"/>
                <a:gd name="connsiteY13" fmla="*/ 40695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933" h="88376">
                  <a:moveTo>
                    <a:pt x="30596" y="52523"/>
                  </a:moveTo>
                  <a:lnTo>
                    <a:pt x="14520" y="52523"/>
                  </a:lnTo>
                  <a:lnTo>
                    <a:pt x="14520" y="88376"/>
                  </a:lnTo>
                  <a:lnTo>
                    <a:pt x="0" y="88376"/>
                  </a:lnTo>
                  <a:lnTo>
                    <a:pt x="0" y="0"/>
                  </a:lnTo>
                  <a:lnTo>
                    <a:pt x="30596" y="0"/>
                  </a:lnTo>
                  <a:cubicBezTo>
                    <a:pt x="51636" y="0"/>
                    <a:pt x="61933" y="11939"/>
                    <a:pt x="61933" y="26317"/>
                  </a:cubicBezTo>
                  <a:cubicBezTo>
                    <a:pt x="61933" y="38921"/>
                    <a:pt x="53636" y="52523"/>
                    <a:pt x="30596" y="52523"/>
                  </a:cubicBezTo>
                  <a:close/>
                  <a:moveTo>
                    <a:pt x="30596" y="40695"/>
                  </a:moveTo>
                  <a:cubicBezTo>
                    <a:pt x="41931" y="40695"/>
                    <a:pt x="47043" y="35225"/>
                    <a:pt x="47043" y="26317"/>
                  </a:cubicBezTo>
                  <a:cubicBezTo>
                    <a:pt x="47043" y="17409"/>
                    <a:pt x="41931" y="11828"/>
                    <a:pt x="30596" y="11828"/>
                  </a:cubicBezTo>
                  <a:lnTo>
                    <a:pt x="14520" y="11828"/>
                  </a:lnTo>
                  <a:lnTo>
                    <a:pt x="14520" y="40695"/>
                  </a:lnTo>
                  <a:lnTo>
                    <a:pt x="30596" y="40695"/>
                  </a:lnTo>
                  <a:close/>
                </a:path>
              </a:pathLst>
            </a:custGeom>
            <a:grpFill/>
            <a:ln w="3692" cap="flat">
              <a:noFill/>
              <a:prstDash val="solid"/>
              <a:miter/>
            </a:ln>
          </p:spPr>
          <p:txBody>
            <a:bodyPr rtlCol="0" anchor="ctr"/>
            <a:lstStyle/>
            <a:p>
              <a:endParaRPr lang="en-US">
                <a:solidFill>
                  <a:schemeClr val="bg2"/>
                </a:solidFill>
              </a:endParaRPr>
            </a:p>
          </p:txBody>
        </p:sp>
        <p:sp>
          <p:nvSpPr>
            <p:cNvPr id="36" name="Freeform 35">
              <a:extLst>
                <a:ext uri="{FF2B5EF4-FFF2-40B4-BE49-F238E27FC236}">
                  <a16:creationId xmlns:a16="http://schemas.microsoft.com/office/drawing/2014/main" id="{C079D062-90E9-58B9-A1E1-9F5902945D0C}"/>
                </a:ext>
              </a:extLst>
            </p:cNvPr>
            <p:cNvSpPr/>
            <p:nvPr/>
          </p:nvSpPr>
          <p:spPr>
            <a:xfrm>
              <a:off x="4505117"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37" name="Freeform 36">
              <a:extLst>
                <a:ext uri="{FF2B5EF4-FFF2-40B4-BE49-F238E27FC236}">
                  <a16:creationId xmlns:a16="http://schemas.microsoft.com/office/drawing/2014/main" id="{D664E66A-6CC8-E1B6-5F0C-396C6172E740}"/>
                </a:ext>
              </a:extLst>
            </p:cNvPr>
            <p:cNvSpPr/>
            <p:nvPr/>
          </p:nvSpPr>
          <p:spPr>
            <a:xfrm>
              <a:off x="4532861"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190 w 72157"/>
                <a:gd name="connsiteY10" fmla="*/ 12604 h 72371"/>
                <a:gd name="connsiteX11" fmla="*/ 14891 w 72157"/>
                <a:gd name="connsiteY11" fmla="*/ 35890 h 72371"/>
                <a:gd name="connsiteX12" fmla="*/ 36190 w 72157"/>
                <a:gd name="connsiteY12" fmla="*/ 59804 h 72371"/>
                <a:gd name="connsiteX13" fmla="*/ 57489 w 72157"/>
                <a:gd name="connsiteY13" fmla="*/ 36149 h 72371"/>
                <a:gd name="connsiteX14" fmla="*/ 36190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190" y="12604"/>
                  </a:moveTo>
                  <a:cubicBezTo>
                    <a:pt x="25374" y="12604"/>
                    <a:pt x="14891" y="20736"/>
                    <a:pt x="14891" y="35890"/>
                  </a:cubicBezTo>
                  <a:cubicBezTo>
                    <a:pt x="14891" y="51044"/>
                    <a:pt x="25337" y="59804"/>
                    <a:pt x="36190" y="59804"/>
                  </a:cubicBezTo>
                  <a:cubicBezTo>
                    <a:pt x="47043" y="59804"/>
                    <a:pt x="57489" y="51266"/>
                    <a:pt x="57489" y="36149"/>
                  </a:cubicBezTo>
                  <a:cubicBezTo>
                    <a:pt x="57489" y="21031"/>
                    <a:pt x="47154" y="12604"/>
                    <a:pt x="36190" y="12604"/>
                  </a:cubicBezTo>
                  <a:close/>
                </a:path>
              </a:pathLst>
            </a:custGeom>
            <a:grpFill/>
            <a:ln w="3692" cap="flat">
              <a:noFill/>
              <a:prstDash val="solid"/>
              <a:miter/>
            </a:ln>
          </p:spPr>
          <p:txBody>
            <a:bodyPr rtlCol="0" anchor="ctr"/>
            <a:lstStyle/>
            <a:p>
              <a:endParaRPr lang="en-US">
                <a:solidFill>
                  <a:schemeClr val="bg2"/>
                </a:solidFill>
              </a:endParaRPr>
            </a:p>
          </p:txBody>
        </p:sp>
        <p:sp>
          <p:nvSpPr>
            <p:cNvPr id="38" name="Freeform 37">
              <a:extLst>
                <a:ext uri="{FF2B5EF4-FFF2-40B4-BE49-F238E27FC236}">
                  <a16:creationId xmlns:a16="http://schemas.microsoft.com/office/drawing/2014/main" id="{14D54484-F8BF-4D57-6C98-84B4D66AF66C}"/>
                </a:ext>
              </a:extLst>
            </p:cNvPr>
            <p:cNvSpPr/>
            <p:nvPr/>
          </p:nvSpPr>
          <p:spPr>
            <a:xfrm>
              <a:off x="4616427"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bg2"/>
                </a:solidFill>
              </a:endParaRPr>
            </a:p>
          </p:txBody>
        </p:sp>
        <p:sp>
          <p:nvSpPr>
            <p:cNvPr id="39" name="Freeform 38">
              <a:extLst>
                <a:ext uri="{FF2B5EF4-FFF2-40B4-BE49-F238E27FC236}">
                  <a16:creationId xmlns:a16="http://schemas.microsoft.com/office/drawing/2014/main" id="{7986BE19-6CC8-F523-F324-CF9956022725}"/>
                </a:ext>
              </a:extLst>
            </p:cNvPr>
            <p:cNvSpPr/>
            <p:nvPr/>
          </p:nvSpPr>
          <p:spPr>
            <a:xfrm>
              <a:off x="4663804" y="6003670"/>
              <a:ext cx="35967" cy="98170"/>
            </a:xfrm>
            <a:custGeom>
              <a:avLst/>
              <a:gdLst>
                <a:gd name="connsiteX0" fmla="*/ 8297 w 35967"/>
                <a:gd name="connsiteY0" fmla="*/ 39919 h 98170"/>
                <a:gd name="connsiteX1" fmla="*/ 0 w 35967"/>
                <a:gd name="connsiteY1" fmla="*/ 39919 h 98170"/>
                <a:gd name="connsiteX2" fmla="*/ 0 w 35967"/>
                <a:gd name="connsiteY2" fmla="*/ 28091 h 98170"/>
                <a:gd name="connsiteX3" fmla="*/ 8297 w 35967"/>
                <a:gd name="connsiteY3" fmla="*/ 28091 h 98170"/>
                <a:gd name="connsiteX4" fmla="*/ 8297 w 35967"/>
                <a:gd name="connsiteY4" fmla="*/ 23138 h 98170"/>
                <a:gd name="connsiteX5" fmla="*/ 34930 w 35967"/>
                <a:gd name="connsiteY5" fmla="*/ 0 h 98170"/>
                <a:gd name="connsiteX6" fmla="*/ 34930 w 35967"/>
                <a:gd name="connsiteY6" fmla="*/ 12087 h 98170"/>
                <a:gd name="connsiteX7" fmla="*/ 22966 w 35967"/>
                <a:gd name="connsiteY7" fmla="*/ 23138 h 98170"/>
                <a:gd name="connsiteX8" fmla="*/ 22966 w 35967"/>
                <a:gd name="connsiteY8" fmla="*/ 28091 h 98170"/>
                <a:gd name="connsiteX9" fmla="*/ 35967 w 35967"/>
                <a:gd name="connsiteY9" fmla="*/ 28091 h 98170"/>
                <a:gd name="connsiteX10" fmla="*/ 35967 w 35967"/>
                <a:gd name="connsiteY10" fmla="*/ 39919 h 98170"/>
                <a:gd name="connsiteX11" fmla="*/ 22966 w 35967"/>
                <a:gd name="connsiteY11" fmla="*/ 39919 h 98170"/>
                <a:gd name="connsiteX12" fmla="*/ 22966 w 35967"/>
                <a:gd name="connsiteY12" fmla="*/ 98171 h 98170"/>
                <a:gd name="connsiteX13" fmla="*/ 8297 w 35967"/>
                <a:gd name="connsiteY13" fmla="*/ 98171 h 98170"/>
                <a:gd name="connsiteX14" fmla="*/ 8297 w 35967"/>
                <a:gd name="connsiteY14" fmla="*/ 39919 h 9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67" h="98170">
                  <a:moveTo>
                    <a:pt x="8297" y="39919"/>
                  </a:moveTo>
                  <a:lnTo>
                    <a:pt x="0" y="39919"/>
                  </a:lnTo>
                  <a:lnTo>
                    <a:pt x="0" y="28091"/>
                  </a:lnTo>
                  <a:lnTo>
                    <a:pt x="8297" y="28091"/>
                  </a:lnTo>
                  <a:lnTo>
                    <a:pt x="8297" y="23138"/>
                  </a:lnTo>
                  <a:cubicBezTo>
                    <a:pt x="8297" y="6986"/>
                    <a:pt x="16595" y="0"/>
                    <a:pt x="34930" y="0"/>
                  </a:cubicBezTo>
                  <a:lnTo>
                    <a:pt x="34930" y="12087"/>
                  </a:lnTo>
                  <a:cubicBezTo>
                    <a:pt x="26003" y="12087"/>
                    <a:pt x="22966" y="15154"/>
                    <a:pt x="22966" y="23138"/>
                  </a:cubicBezTo>
                  <a:lnTo>
                    <a:pt x="22966" y="28091"/>
                  </a:lnTo>
                  <a:lnTo>
                    <a:pt x="35967" y="28091"/>
                  </a:lnTo>
                  <a:lnTo>
                    <a:pt x="35967" y="39919"/>
                  </a:lnTo>
                  <a:lnTo>
                    <a:pt x="22966" y="39919"/>
                  </a:lnTo>
                  <a:lnTo>
                    <a:pt x="22966" y="98171"/>
                  </a:lnTo>
                  <a:lnTo>
                    <a:pt x="8297" y="98171"/>
                  </a:lnTo>
                  <a:lnTo>
                    <a:pt x="8297" y="39919"/>
                  </a:lnTo>
                  <a:close/>
                </a:path>
              </a:pathLst>
            </a:custGeom>
            <a:grpFill/>
            <a:ln w="3692" cap="flat">
              <a:noFill/>
              <a:prstDash val="solid"/>
              <a:miter/>
            </a:ln>
          </p:spPr>
          <p:txBody>
            <a:bodyPr rtlCol="0" anchor="ctr"/>
            <a:lstStyle/>
            <a:p>
              <a:endParaRPr lang="en-US">
                <a:solidFill>
                  <a:schemeClr val="bg2"/>
                </a:solidFill>
              </a:endParaRPr>
            </a:p>
          </p:txBody>
        </p:sp>
        <p:sp>
          <p:nvSpPr>
            <p:cNvPr id="40" name="Freeform 39">
              <a:extLst>
                <a:ext uri="{FF2B5EF4-FFF2-40B4-BE49-F238E27FC236}">
                  <a16:creationId xmlns:a16="http://schemas.microsoft.com/office/drawing/2014/main" id="{E8934474-6BC8-7CD3-9DFA-1D24A8AEC9D7}"/>
                </a:ext>
              </a:extLst>
            </p:cNvPr>
            <p:cNvSpPr/>
            <p:nvPr/>
          </p:nvSpPr>
          <p:spPr>
            <a:xfrm>
              <a:off x="4704364" y="6030615"/>
              <a:ext cx="71638" cy="72371"/>
            </a:xfrm>
            <a:custGeom>
              <a:avLst/>
              <a:gdLst>
                <a:gd name="connsiteX0" fmla="*/ 35190 w 71638"/>
                <a:gd name="connsiteY0" fmla="*/ 72372 h 72371"/>
                <a:gd name="connsiteX1" fmla="*/ 0 w 71638"/>
                <a:gd name="connsiteY1" fmla="*/ 36112 h 72371"/>
                <a:gd name="connsiteX2" fmla="*/ 35819 w 71638"/>
                <a:gd name="connsiteY2" fmla="*/ 0 h 72371"/>
                <a:gd name="connsiteX3" fmla="*/ 71639 w 71638"/>
                <a:gd name="connsiteY3" fmla="*/ 36112 h 72371"/>
                <a:gd name="connsiteX4" fmla="*/ 35190 w 71638"/>
                <a:gd name="connsiteY4" fmla="*/ 72372 h 72371"/>
                <a:gd name="connsiteX5" fmla="*/ 35190 w 71638"/>
                <a:gd name="connsiteY5" fmla="*/ 59767 h 72371"/>
                <a:gd name="connsiteX6" fmla="*/ 56711 w 71638"/>
                <a:gd name="connsiteY6" fmla="*/ 36112 h 72371"/>
                <a:gd name="connsiteX7" fmla="*/ 35560 w 71638"/>
                <a:gd name="connsiteY7" fmla="*/ 12567 h 72371"/>
                <a:gd name="connsiteX8" fmla="*/ 14780 w 71638"/>
                <a:gd name="connsiteY8" fmla="*/ 36112 h 72371"/>
                <a:gd name="connsiteX9" fmla="*/ 35190 w 71638"/>
                <a:gd name="connsiteY9" fmla="*/ 59767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638" h="72371">
                  <a:moveTo>
                    <a:pt x="35190" y="72372"/>
                  </a:moveTo>
                  <a:cubicBezTo>
                    <a:pt x="15187" y="72372"/>
                    <a:pt x="0" y="58141"/>
                    <a:pt x="0" y="36112"/>
                  </a:cubicBezTo>
                  <a:cubicBezTo>
                    <a:pt x="0" y="14083"/>
                    <a:pt x="15817" y="0"/>
                    <a:pt x="35819" y="0"/>
                  </a:cubicBezTo>
                  <a:cubicBezTo>
                    <a:pt x="55822" y="0"/>
                    <a:pt x="71639" y="14119"/>
                    <a:pt x="71639" y="36112"/>
                  </a:cubicBezTo>
                  <a:cubicBezTo>
                    <a:pt x="71639" y="58104"/>
                    <a:pt x="55340" y="72372"/>
                    <a:pt x="35190" y="72372"/>
                  </a:cubicBezTo>
                  <a:close/>
                  <a:moveTo>
                    <a:pt x="35190" y="59767"/>
                  </a:moveTo>
                  <a:cubicBezTo>
                    <a:pt x="46006" y="59767"/>
                    <a:pt x="56711" y="52006"/>
                    <a:pt x="56711" y="36112"/>
                  </a:cubicBezTo>
                  <a:cubicBezTo>
                    <a:pt x="56711" y="20218"/>
                    <a:pt x="46376" y="12567"/>
                    <a:pt x="35560" y="12567"/>
                  </a:cubicBezTo>
                  <a:cubicBezTo>
                    <a:pt x="24744" y="12567"/>
                    <a:pt x="14780" y="20181"/>
                    <a:pt x="14780" y="36112"/>
                  </a:cubicBezTo>
                  <a:cubicBezTo>
                    <a:pt x="14780" y="52042"/>
                    <a:pt x="24225" y="59767"/>
                    <a:pt x="35190" y="59767"/>
                  </a:cubicBezTo>
                  <a:close/>
                </a:path>
              </a:pathLst>
            </a:custGeom>
            <a:grpFill/>
            <a:ln w="3692" cap="flat">
              <a:noFill/>
              <a:prstDash val="solid"/>
              <a:miter/>
            </a:ln>
          </p:spPr>
          <p:txBody>
            <a:bodyPr rtlCol="0" anchor="ctr"/>
            <a:lstStyle/>
            <a:p>
              <a:endParaRPr lang="en-US">
                <a:solidFill>
                  <a:schemeClr val="bg2"/>
                </a:solidFill>
              </a:endParaRPr>
            </a:p>
          </p:txBody>
        </p:sp>
        <p:sp>
          <p:nvSpPr>
            <p:cNvPr id="41" name="Freeform 40">
              <a:extLst>
                <a:ext uri="{FF2B5EF4-FFF2-40B4-BE49-F238E27FC236}">
                  <a16:creationId xmlns:a16="http://schemas.microsoft.com/office/drawing/2014/main" id="{C067E84F-27C9-2E15-1AE9-DC1BEF99E6C5}"/>
                </a:ext>
              </a:extLst>
            </p:cNvPr>
            <p:cNvSpPr/>
            <p:nvPr/>
          </p:nvSpPr>
          <p:spPr>
            <a:xfrm>
              <a:off x="4786560" y="6030615"/>
              <a:ext cx="35560" cy="71225"/>
            </a:xfrm>
            <a:custGeom>
              <a:avLst/>
              <a:gdLst>
                <a:gd name="connsiteX0" fmla="*/ 14520 w 35560"/>
                <a:gd name="connsiteY0" fmla="*/ 71226 h 71225"/>
                <a:gd name="connsiteX1" fmla="*/ 0 w 35560"/>
                <a:gd name="connsiteY1" fmla="*/ 71226 h 71225"/>
                <a:gd name="connsiteX2" fmla="*/ 0 w 35560"/>
                <a:gd name="connsiteY2" fmla="*/ 1146 h 71225"/>
                <a:gd name="connsiteX3" fmla="*/ 14520 w 35560"/>
                <a:gd name="connsiteY3" fmla="*/ 1146 h 71225"/>
                <a:gd name="connsiteX4" fmla="*/ 14520 w 35560"/>
                <a:gd name="connsiteY4" fmla="*/ 11310 h 71225"/>
                <a:gd name="connsiteX5" fmla="*/ 35560 w 35560"/>
                <a:gd name="connsiteY5" fmla="*/ 0 h 71225"/>
                <a:gd name="connsiteX6" fmla="*/ 35560 w 35560"/>
                <a:gd name="connsiteY6" fmla="*/ 15007 h 71225"/>
                <a:gd name="connsiteX7" fmla="*/ 31856 w 35560"/>
                <a:gd name="connsiteY7" fmla="*/ 15007 h 71225"/>
                <a:gd name="connsiteX8" fmla="*/ 14520 w 35560"/>
                <a:gd name="connsiteY8" fmla="*/ 34338 h 71225"/>
                <a:gd name="connsiteX9" fmla="*/ 14520 w 35560"/>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bg2"/>
                </a:solidFill>
              </a:endParaRPr>
            </a:p>
          </p:txBody>
        </p:sp>
        <p:sp>
          <p:nvSpPr>
            <p:cNvPr id="42" name="Freeform 41">
              <a:extLst>
                <a:ext uri="{FF2B5EF4-FFF2-40B4-BE49-F238E27FC236}">
                  <a16:creationId xmlns:a16="http://schemas.microsoft.com/office/drawing/2014/main" id="{5827F944-1A04-7F08-43BD-1727E8A06355}"/>
                </a:ext>
              </a:extLst>
            </p:cNvPr>
            <p:cNvSpPr/>
            <p:nvPr/>
          </p:nvSpPr>
          <p:spPr>
            <a:xfrm>
              <a:off x="4832602" y="6030615"/>
              <a:ext cx="113939" cy="71225"/>
            </a:xfrm>
            <a:custGeom>
              <a:avLst/>
              <a:gdLst>
                <a:gd name="connsiteX0" fmla="*/ 99531 w 113939"/>
                <a:gd name="connsiteY0" fmla="*/ 32046 h 71225"/>
                <a:gd name="connsiteX1" fmla="*/ 81936 w 113939"/>
                <a:gd name="connsiteY1" fmla="*/ 12604 h 71225"/>
                <a:gd name="connsiteX2" fmla="*/ 64230 w 113939"/>
                <a:gd name="connsiteY2" fmla="*/ 32046 h 71225"/>
                <a:gd name="connsiteX3" fmla="*/ 64230 w 113939"/>
                <a:gd name="connsiteY3" fmla="*/ 71226 h 71225"/>
                <a:gd name="connsiteX4" fmla="*/ 49821 w 113939"/>
                <a:gd name="connsiteY4" fmla="*/ 71226 h 71225"/>
                <a:gd name="connsiteX5" fmla="*/ 49821 w 113939"/>
                <a:gd name="connsiteY5" fmla="*/ 32046 h 71225"/>
                <a:gd name="connsiteX6" fmla="*/ 32226 w 113939"/>
                <a:gd name="connsiteY6" fmla="*/ 12604 h 71225"/>
                <a:gd name="connsiteX7" fmla="*/ 14520 w 113939"/>
                <a:gd name="connsiteY7" fmla="*/ 32046 h 71225"/>
                <a:gd name="connsiteX8" fmla="*/ 14520 w 113939"/>
                <a:gd name="connsiteY8" fmla="*/ 71226 h 71225"/>
                <a:gd name="connsiteX9" fmla="*/ 0 w 113939"/>
                <a:gd name="connsiteY9" fmla="*/ 71226 h 71225"/>
                <a:gd name="connsiteX10" fmla="*/ 0 w 113939"/>
                <a:gd name="connsiteY10" fmla="*/ 1146 h 71225"/>
                <a:gd name="connsiteX11" fmla="*/ 14520 w 113939"/>
                <a:gd name="connsiteY11" fmla="*/ 1146 h 71225"/>
                <a:gd name="connsiteX12" fmla="*/ 14520 w 113939"/>
                <a:gd name="connsiteY12" fmla="*/ 9167 h 71225"/>
                <a:gd name="connsiteX13" fmla="*/ 35301 w 113939"/>
                <a:gd name="connsiteY13" fmla="*/ 0 h 71225"/>
                <a:gd name="connsiteX14" fmla="*/ 60526 w 113939"/>
                <a:gd name="connsiteY14" fmla="*/ 13861 h 71225"/>
                <a:gd name="connsiteX15" fmla="*/ 85010 w 113939"/>
                <a:gd name="connsiteY15" fmla="*/ 0 h 71225"/>
                <a:gd name="connsiteX16" fmla="*/ 113940 w 113939"/>
                <a:gd name="connsiteY16" fmla="*/ 29902 h 71225"/>
                <a:gd name="connsiteX17" fmla="*/ 113940 w 113939"/>
                <a:gd name="connsiteY17" fmla="*/ 71226 h 71225"/>
                <a:gd name="connsiteX18" fmla="*/ 99531 w 113939"/>
                <a:gd name="connsiteY18" fmla="*/ 71226 h 71225"/>
                <a:gd name="connsiteX19" fmla="*/ 99531 w 113939"/>
                <a:gd name="connsiteY19" fmla="*/ 3204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939" h="71225">
                  <a:moveTo>
                    <a:pt x="99531" y="32046"/>
                  </a:moveTo>
                  <a:cubicBezTo>
                    <a:pt x="99531" y="19183"/>
                    <a:pt x="92530" y="12604"/>
                    <a:pt x="81936" y="12604"/>
                  </a:cubicBezTo>
                  <a:cubicBezTo>
                    <a:pt x="71342" y="12604"/>
                    <a:pt x="64230" y="19220"/>
                    <a:pt x="64230" y="32046"/>
                  </a:cubicBezTo>
                  <a:lnTo>
                    <a:pt x="64230" y="71226"/>
                  </a:lnTo>
                  <a:lnTo>
                    <a:pt x="49821" y="71226"/>
                  </a:lnTo>
                  <a:lnTo>
                    <a:pt x="49821" y="32046"/>
                  </a:lnTo>
                  <a:cubicBezTo>
                    <a:pt x="49821" y="19183"/>
                    <a:pt x="42820" y="12604"/>
                    <a:pt x="32226" y="12604"/>
                  </a:cubicBezTo>
                  <a:cubicBezTo>
                    <a:pt x="21632" y="12604"/>
                    <a:pt x="14520" y="19220"/>
                    <a:pt x="14520" y="32046"/>
                  </a:cubicBezTo>
                  <a:lnTo>
                    <a:pt x="14520" y="71226"/>
                  </a:lnTo>
                  <a:lnTo>
                    <a:pt x="0" y="71226"/>
                  </a:lnTo>
                  <a:lnTo>
                    <a:pt x="0" y="1146"/>
                  </a:lnTo>
                  <a:lnTo>
                    <a:pt x="14520" y="1146"/>
                  </a:lnTo>
                  <a:lnTo>
                    <a:pt x="14520" y="9167"/>
                  </a:lnTo>
                  <a:cubicBezTo>
                    <a:pt x="19224" y="3437"/>
                    <a:pt x="26892" y="0"/>
                    <a:pt x="35301" y="0"/>
                  </a:cubicBezTo>
                  <a:cubicBezTo>
                    <a:pt x="46376" y="0"/>
                    <a:pt x="55673" y="4694"/>
                    <a:pt x="60526" y="13861"/>
                  </a:cubicBezTo>
                  <a:cubicBezTo>
                    <a:pt x="64860" y="5359"/>
                    <a:pt x="74787" y="0"/>
                    <a:pt x="85010" y="0"/>
                  </a:cubicBezTo>
                  <a:cubicBezTo>
                    <a:pt x="101457" y="0"/>
                    <a:pt x="113940" y="10312"/>
                    <a:pt x="113940" y="29902"/>
                  </a:cubicBezTo>
                  <a:lnTo>
                    <a:pt x="113940" y="71226"/>
                  </a:lnTo>
                  <a:lnTo>
                    <a:pt x="99531" y="71226"/>
                  </a:lnTo>
                  <a:lnTo>
                    <a:pt x="99531" y="32046"/>
                  </a:lnTo>
                  <a:close/>
                </a:path>
              </a:pathLst>
            </a:custGeom>
            <a:grpFill/>
            <a:ln w="3692" cap="flat">
              <a:noFill/>
              <a:prstDash val="solid"/>
              <a:miter/>
            </a:ln>
          </p:spPr>
          <p:txBody>
            <a:bodyPr rtlCol="0" anchor="ctr"/>
            <a:lstStyle/>
            <a:p>
              <a:endParaRPr lang="en-US">
                <a:solidFill>
                  <a:schemeClr val="bg2"/>
                </a:solidFill>
              </a:endParaRPr>
            </a:p>
          </p:txBody>
        </p:sp>
      </p:grpSp>
    </p:spTree>
    <p:extLst>
      <p:ext uri="{BB962C8B-B14F-4D97-AF65-F5344CB8AC3E}">
        <p14:creationId xmlns:p14="http://schemas.microsoft.com/office/powerpoint/2010/main" val="13059132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olid (Crea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7A820F9-E9D1-E91A-FF2D-9803FCD8ECB2}"/>
              </a:ext>
            </a:extLst>
          </p:cNvPr>
          <p:cNvSpPr>
            <a:spLocks noGrp="1"/>
          </p:cNvSpPr>
          <p:nvPr>
            <p:ph type="ctrTitle"/>
          </p:nvPr>
        </p:nvSpPr>
        <p:spPr>
          <a:xfrm>
            <a:off x="838200" y="1040248"/>
            <a:ext cx="10515598" cy="1950521"/>
          </a:xfrm>
        </p:spPr>
        <p:txBody>
          <a:bodyPr anchor="b">
            <a:noAutofit/>
          </a:bodyPr>
          <a:lstStyle>
            <a:lvl1pPr algn="ctr">
              <a:lnSpc>
                <a:spcPts val="4400"/>
              </a:lnSpc>
              <a:defRPr sz="4000" b="0" i="0">
                <a:solidFill>
                  <a:schemeClr val="tx1"/>
                </a:solidFill>
              </a:defRPr>
            </a:lvl1pPr>
          </a:lstStyle>
          <a:p>
            <a:r>
              <a:rPr lang="en-US"/>
              <a:t>Click to edit Master title style</a:t>
            </a:r>
          </a:p>
        </p:txBody>
      </p:sp>
      <p:sp>
        <p:nvSpPr>
          <p:cNvPr id="6" name="Subtitle 2">
            <a:extLst>
              <a:ext uri="{FF2B5EF4-FFF2-40B4-BE49-F238E27FC236}">
                <a16:creationId xmlns:a16="http://schemas.microsoft.com/office/drawing/2014/main" id="{D72DA3B1-FE0C-BFFA-7D11-6DDA5C6344A3}"/>
              </a:ext>
            </a:extLst>
          </p:cNvPr>
          <p:cNvSpPr>
            <a:spLocks noGrp="1"/>
          </p:cNvSpPr>
          <p:nvPr>
            <p:ph type="subTitle" idx="1"/>
          </p:nvPr>
        </p:nvSpPr>
        <p:spPr>
          <a:xfrm>
            <a:off x="838199" y="3219370"/>
            <a:ext cx="10515597" cy="720024"/>
          </a:xfrm>
        </p:spPr>
        <p:txBody>
          <a:bodyPr>
            <a:noAutofit/>
          </a:bodyPr>
          <a:lstStyle>
            <a:lvl1pPr marL="0" indent="0" algn="ctr">
              <a:lnSpc>
                <a:spcPts val="2400"/>
              </a:lnSpc>
              <a:buNone/>
              <a:defRPr sz="2000" b="0" i="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Text Placeholder 16">
            <a:extLst>
              <a:ext uri="{FF2B5EF4-FFF2-40B4-BE49-F238E27FC236}">
                <a16:creationId xmlns:a16="http://schemas.microsoft.com/office/drawing/2014/main" id="{7DBFFB9F-DAA6-17F2-9BE1-F77100D92F11}"/>
              </a:ext>
            </a:extLst>
          </p:cNvPr>
          <p:cNvSpPr>
            <a:spLocks noGrp="1"/>
          </p:cNvSpPr>
          <p:nvPr>
            <p:ph type="body" sz="quarter" idx="10"/>
          </p:nvPr>
        </p:nvSpPr>
        <p:spPr>
          <a:xfrm>
            <a:off x="838200" y="4152820"/>
            <a:ext cx="10515600" cy="205184"/>
          </a:xfrm>
        </p:spPr>
        <p:txBody>
          <a:bodyPr>
            <a:spAutoFit/>
          </a:bodyPr>
          <a:lstStyle>
            <a:lvl1pPr marL="0" indent="0" algn="ctr">
              <a:buFontTx/>
              <a:buNone/>
              <a:defRPr b="0" i="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grpSp>
        <p:nvGrpSpPr>
          <p:cNvPr id="8" name="Group 7">
            <a:extLst>
              <a:ext uri="{FF2B5EF4-FFF2-40B4-BE49-F238E27FC236}">
                <a16:creationId xmlns:a16="http://schemas.microsoft.com/office/drawing/2014/main" id="{C5D0C655-A11B-C253-AFB0-4F04797514B9}"/>
              </a:ext>
            </a:extLst>
          </p:cNvPr>
          <p:cNvGrpSpPr/>
          <p:nvPr userDrawn="1"/>
        </p:nvGrpSpPr>
        <p:grpSpPr>
          <a:xfrm>
            <a:off x="5034663" y="5626761"/>
            <a:ext cx="2122674" cy="623780"/>
            <a:chOff x="2649665" y="5459914"/>
            <a:chExt cx="2297877" cy="675266"/>
          </a:xfrm>
          <a:solidFill>
            <a:schemeClr val="tx1"/>
          </a:solidFill>
        </p:grpSpPr>
        <p:sp>
          <p:nvSpPr>
            <p:cNvPr id="9" name="Freeform 8">
              <a:extLst>
                <a:ext uri="{FF2B5EF4-FFF2-40B4-BE49-F238E27FC236}">
                  <a16:creationId xmlns:a16="http://schemas.microsoft.com/office/drawing/2014/main" id="{BF7B778D-7E73-9D7A-661B-D1C46542967B}"/>
                </a:ext>
              </a:extLst>
            </p:cNvPr>
            <p:cNvSpPr/>
            <p:nvPr/>
          </p:nvSpPr>
          <p:spPr>
            <a:xfrm>
              <a:off x="3209512" y="5624255"/>
              <a:ext cx="144721" cy="250528"/>
            </a:xfrm>
            <a:custGeom>
              <a:avLst/>
              <a:gdLst>
                <a:gd name="connsiteX0" fmla="*/ 141203 w 144721"/>
                <a:gd name="connsiteY0" fmla="*/ 204511 h 250528"/>
                <a:gd name="connsiteX1" fmla="*/ 144722 w 144721"/>
                <a:gd name="connsiteY1" fmla="*/ 208022 h 250528"/>
                <a:gd name="connsiteX2" fmla="*/ 144722 w 144721"/>
                <a:gd name="connsiteY2" fmla="*/ 247017 h 250528"/>
                <a:gd name="connsiteX3" fmla="*/ 141203 w 144721"/>
                <a:gd name="connsiteY3" fmla="*/ 250528 h 250528"/>
                <a:gd name="connsiteX4" fmla="*/ 3519 w 144721"/>
                <a:gd name="connsiteY4" fmla="*/ 250528 h 250528"/>
                <a:gd name="connsiteX5" fmla="*/ 0 w 144721"/>
                <a:gd name="connsiteY5" fmla="*/ 247017 h 250528"/>
                <a:gd name="connsiteX6" fmla="*/ 0 w 144721"/>
                <a:gd name="connsiteY6" fmla="*/ 3511 h 250528"/>
                <a:gd name="connsiteX7" fmla="*/ 3519 w 144721"/>
                <a:gd name="connsiteY7" fmla="*/ 0 h 250528"/>
                <a:gd name="connsiteX8" fmla="*/ 48599 w 144721"/>
                <a:gd name="connsiteY8" fmla="*/ 0 h 250528"/>
                <a:gd name="connsiteX9" fmla="*/ 52118 w 144721"/>
                <a:gd name="connsiteY9" fmla="*/ 3511 h 250528"/>
                <a:gd name="connsiteX10" fmla="*/ 52118 w 144721"/>
                <a:gd name="connsiteY10" fmla="*/ 200999 h 250528"/>
                <a:gd name="connsiteX11" fmla="*/ 55636 w 144721"/>
                <a:gd name="connsiteY11" fmla="*/ 204511 h 250528"/>
                <a:gd name="connsiteX12" fmla="*/ 141203 w 144721"/>
                <a:gd name="connsiteY12" fmla="*/ 204511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21" h="250528">
                  <a:moveTo>
                    <a:pt x="141203" y="204511"/>
                  </a:moveTo>
                  <a:cubicBezTo>
                    <a:pt x="143536" y="204511"/>
                    <a:pt x="144722" y="205693"/>
                    <a:pt x="144722" y="208022"/>
                  </a:cubicBezTo>
                  <a:lnTo>
                    <a:pt x="144722" y="247017"/>
                  </a:lnTo>
                  <a:cubicBezTo>
                    <a:pt x="144722" y="249345"/>
                    <a:pt x="143536" y="250528"/>
                    <a:pt x="141203" y="250528"/>
                  </a:cubicBezTo>
                  <a:lnTo>
                    <a:pt x="3519" y="250528"/>
                  </a:lnTo>
                  <a:cubicBezTo>
                    <a:pt x="1185" y="250528"/>
                    <a:pt x="0" y="249345"/>
                    <a:pt x="0" y="247017"/>
                  </a:cubicBezTo>
                  <a:lnTo>
                    <a:pt x="0" y="3511"/>
                  </a:lnTo>
                  <a:cubicBezTo>
                    <a:pt x="0" y="1183"/>
                    <a:pt x="1185" y="0"/>
                    <a:pt x="3519" y="0"/>
                  </a:cubicBezTo>
                  <a:lnTo>
                    <a:pt x="48599" y="0"/>
                  </a:lnTo>
                  <a:cubicBezTo>
                    <a:pt x="50932" y="0"/>
                    <a:pt x="52118" y="1183"/>
                    <a:pt x="52118" y="3511"/>
                  </a:cubicBezTo>
                  <a:lnTo>
                    <a:pt x="52118" y="200999"/>
                  </a:lnTo>
                  <a:cubicBezTo>
                    <a:pt x="52118" y="203328"/>
                    <a:pt x="53303" y="204511"/>
                    <a:pt x="55636" y="204511"/>
                  </a:cubicBezTo>
                  <a:lnTo>
                    <a:pt x="141203" y="204511"/>
                  </a:lnTo>
                  <a:close/>
                </a:path>
              </a:pathLst>
            </a:custGeom>
            <a:grpFill/>
            <a:ln w="3692" cap="flat">
              <a:noFill/>
              <a:prstDash val="solid"/>
              <a:miter/>
            </a:ln>
          </p:spPr>
          <p:txBody>
            <a:bodyPr rtlCol="0" anchor="ctr"/>
            <a:lstStyle/>
            <a:p>
              <a:endParaRPr lang="en-US">
                <a:solidFill>
                  <a:schemeClr val="tx1"/>
                </a:solidFill>
              </a:endParaRPr>
            </a:p>
          </p:txBody>
        </p:sp>
        <p:sp>
          <p:nvSpPr>
            <p:cNvPr id="10" name="Freeform 9">
              <a:extLst>
                <a:ext uri="{FF2B5EF4-FFF2-40B4-BE49-F238E27FC236}">
                  <a16:creationId xmlns:a16="http://schemas.microsoft.com/office/drawing/2014/main" id="{00BDF6CD-649E-3C0F-2591-4222ADB461E2}"/>
                </a:ext>
              </a:extLst>
            </p:cNvPr>
            <p:cNvSpPr/>
            <p:nvPr/>
          </p:nvSpPr>
          <p:spPr>
            <a:xfrm>
              <a:off x="3418177" y="5624255"/>
              <a:ext cx="255689" cy="250602"/>
            </a:xfrm>
            <a:custGeom>
              <a:avLst/>
              <a:gdLst>
                <a:gd name="connsiteX0" fmla="*/ 113412 w 255689"/>
                <a:gd name="connsiteY0" fmla="*/ 2476 h 250602"/>
                <a:gd name="connsiteX1" fmla="*/ 117635 w 255689"/>
                <a:gd name="connsiteY1" fmla="*/ 0 h 250602"/>
                <a:gd name="connsiteX2" fmla="*/ 138415 w 255689"/>
                <a:gd name="connsiteY2" fmla="*/ 0 h 250602"/>
                <a:gd name="connsiteX3" fmla="*/ 142638 w 255689"/>
                <a:gd name="connsiteY3" fmla="*/ 2476 h 250602"/>
                <a:gd name="connsiteX4" fmla="*/ 255319 w 255689"/>
                <a:gd name="connsiteY4" fmla="*/ 246352 h 250602"/>
                <a:gd name="connsiteX5" fmla="*/ 255689 w 255689"/>
                <a:gd name="connsiteY5" fmla="*/ 248126 h 250602"/>
                <a:gd name="connsiteX6" fmla="*/ 252874 w 255689"/>
                <a:gd name="connsiteY6" fmla="*/ 250602 h 250602"/>
                <a:gd name="connsiteX7" fmla="*/ 202868 w 255689"/>
                <a:gd name="connsiteY7" fmla="*/ 250602 h 250602"/>
                <a:gd name="connsiteX8" fmla="*/ 198645 w 255689"/>
                <a:gd name="connsiteY8" fmla="*/ 248126 h 250602"/>
                <a:gd name="connsiteX9" fmla="*/ 181050 w 255689"/>
                <a:gd name="connsiteY9" fmla="*/ 210166 h 250602"/>
                <a:gd name="connsiteX10" fmla="*/ 177161 w 255689"/>
                <a:gd name="connsiteY10" fmla="*/ 207689 h 250602"/>
                <a:gd name="connsiteX11" fmla="*/ 78556 w 255689"/>
                <a:gd name="connsiteY11" fmla="*/ 207689 h 250602"/>
                <a:gd name="connsiteX12" fmla="*/ 74333 w 255689"/>
                <a:gd name="connsiteY12" fmla="*/ 210166 h 250602"/>
                <a:gd name="connsiteX13" fmla="*/ 56739 w 255689"/>
                <a:gd name="connsiteY13" fmla="*/ 248126 h 250602"/>
                <a:gd name="connsiteX14" fmla="*/ 52849 w 255689"/>
                <a:gd name="connsiteY14" fmla="*/ 250602 h 250602"/>
                <a:gd name="connsiteX15" fmla="*/ 2843 w 255689"/>
                <a:gd name="connsiteY15" fmla="*/ 250602 h 250602"/>
                <a:gd name="connsiteX16" fmla="*/ 361 w 255689"/>
                <a:gd name="connsiteY16" fmla="*/ 249382 h 250602"/>
                <a:gd name="connsiteX17" fmla="*/ 361 w 255689"/>
                <a:gd name="connsiteY17" fmla="*/ 246388 h 250602"/>
                <a:gd name="connsiteX18" fmla="*/ 113412 w 255689"/>
                <a:gd name="connsiteY18" fmla="*/ 2513 h 250602"/>
                <a:gd name="connsiteX19" fmla="*/ 96188 w 255689"/>
                <a:gd name="connsiteY19" fmla="*/ 157421 h 250602"/>
                <a:gd name="connsiteX20" fmla="*/ 95817 w 255689"/>
                <a:gd name="connsiteY20" fmla="*/ 159195 h 250602"/>
                <a:gd name="connsiteX21" fmla="*/ 98633 w 255689"/>
                <a:gd name="connsiteY21" fmla="*/ 161672 h 250602"/>
                <a:gd name="connsiteX22" fmla="*/ 157084 w 255689"/>
                <a:gd name="connsiteY22" fmla="*/ 161672 h 250602"/>
                <a:gd name="connsiteX23" fmla="*/ 159566 w 255689"/>
                <a:gd name="connsiteY23" fmla="*/ 160452 h 250602"/>
                <a:gd name="connsiteX24" fmla="*/ 159566 w 255689"/>
                <a:gd name="connsiteY24" fmla="*/ 157458 h 250602"/>
                <a:gd name="connsiteX25" fmla="*/ 130340 w 255689"/>
                <a:gd name="connsiteY25" fmla="*/ 89633 h 250602"/>
                <a:gd name="connsiteX26" fmla="*/ 127859 w 255689"/>
                <a:gd name="connsiteY26" fmla="*/ 87859 h 250602"/>
                <a:gd name="connsiteX27" fmla="*/ 125377 w 255689"/>
                <a:gd name="connsiteY27" fmla="*/ 89633 h 250602"/>
                <a:gd name="connsiteX28" fmla="*/ 96151 w 255689"/>
                <a:gd name="connsiteY28" fmla="*/ 157458 h 25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5689" h="250602">
                  <a:moveTo>
                    <a:pt x="113412" y="2476"/>
                  </a:moveTo>
                  <a:cubicBezTo>
                    <a:pt x="114116" y="850"/>
                    <a:pt x="115524" y="0"/>
                    <a:pt x="117635" y="0"/>
                  </a:cubicBezTo>
                  <a:lnTo>
                    <a:pt x="138415" y="0"/>
                  </a:lnTo>
                  <a:cubicBezTo>
                    <a:pt x="140527" y="0"/>
                    <a:pt x="141934" y="813"/>
                    <a:pt x="142638" y="2476"/>
                  </a:cubicBezTo>
                  <a:lnTo>
                    <a:pt x="255319" y="246352"/>
                  </a:lnTo>
                  <a:cubicBezTo>
                    <a:pt x="255541" y="246832"/>
                    <a:pt x="255689" y="247423"/>
                    <a:pt x="255689" y="248126"/>
                  </a:cubicBezTo>
                  <a:cubicBezTo>
                    <a:pt x="255689" y="249752"/>
                    <a:pt x="254763" y="250602"/>
                    <a:pt x="252874" y="250602"/>
                  </a:cubicBezTo>
                  <a:lnTo>
                    <a:pt x="202868" y="250602"/>
                  </a:lnTo>
                  <a:cubicBezTo>
                    <a:pt x="200756" y="250602"/>
                    <a:pt x="199349" y="249789"/>
                    <a:pt x="198645" y="248126"/>
                  </a:cubicBezTo>
                  <a:lnTo>
                    <a:pt x="181050" y="210166"/>
                  </a:lnTo>
                  <a:cubicBezTo>
                    <a:pt x="180346" y="208539"/>
                    <a:pt x="179050" y="207689"/>
                    <a:pt x="177161" y="207689"/>
                  </a:cubicBezTo>
                  <a:lnTo>
                    <a:pt x="78556" y="207689"/>
                  </a:lnTo>
                  <a:cubicBezTo>
                    <a:pt x="76445" y="207689"/>
                    <a:pt x="75037" y="208502"/>
                    <a:pt x="74333" y="210166"/>
                  </a:cubicBezTo>
                  <a:lnTo>
                    <a:pt x="56739" y="248126"/>
                  </a:lnTo>
                  <a:cubicBezTo>
                    <a:pt x="56035" y="249752"/>
                    <a:pt x="54738" y="250602"/>
                    <a:pt x="52849" y="250602"/>
                  </a:cubicBezTo>
                  <a:lnTo>
                    <a:pt x="2843" y="250602"/>
                  </a:lnTo>
                  <a:cubicBezTo>
                    <a:pt x="1658" y="250602"/>
                    <a:pt x="843" y="250196"/>
                    <a:pt x="361" y="249382"/>
                  </a:cubicBezTo>
                  <a:cubicBezTo>
                    <a:pt x="-120" y="248569"/>
                    <a:pt x="-120" y="247571"/>
                    <a:pt x="361" y="246388"/>
                  </a:cubicBezTo>
                  <a:lnTo>
                    <a:pt x="113412" y="2513"/>
                  </a:lnTo>
                  <a:close/>
                  <a:moveTo>
                    <a:pt x="96188" y="157421"/>
                  </a:moveTo>
                  <a:cubicBezTo>
                    <a:pt x="95966" y="157902"/>
                    <a:pt x="95817" y="158493"/>
                    <a:pt x="95817" y="159195"/>
                  </a:cubicBezTo>
                  <a:cubicBezTo>
                    <a:pt x="95817" y="160822"/>
                    <a:pt x="96743" y="161672"/>
                    <a:pt x="98633" y="161672"/>
                  </a:cubicBezTo>
                  <a:lnTo>
                    <a:pt x="157084" y="161672"/>
                  </a:lnTo>
                  <a:cubicBezTo>
                    <a:pt x="158270" y="161672"/>
                    <a:pt x="159085" y="161265"/>
                    <a:pt x="159566" y="160452"/>
                  </a:cubicBezTo>
                  <a:cubicBezTo>
                    <a:pt x="160048" y="159639"/>
                    <a:pt x="160048" y="158641"/>
                    <a:pt x="159566" y="157458"/>
                  </a:cubicBezTo>
                  <a:lnTo>
                    <a:pt x="130340" y="89633"/>
                  </a:lnTo>
                  <a:cubicBezTo>
                    <a:pt x="130118" y="88450"/>
                    <a:pt x="129266" y="87859"/>
                    <a:pt x="127859" y="87859"/>
                  </a:cubicBezTo>
                  <a:cubicBezTo>
                    <a:pt x="126932" y="87859"/>
                    <a:pt x="126080" y="88450"/>
                    <a:pt x="125377" y="89633"/>
                  </a:cubicBezTo>
                  <a:lnTo>
                    <a:pt x="96151" y="157458"/>
                  </a:lnTo>
                  <a:close/>
                </a:path>
              </a:pathLst>
            </a:custGeom>
            <a:grpFill/>
            <a:ln w="3692" cap="flat">
              <a:noFill/>
              <a:prstDash val="solid"/>
              <a:miter/>
            </a:ln>
          </p:spPr>
          <p:txBody>
            <a:bodyPr rtlCol="0" anchor="ctr"/>
            <a:lstStyle/>
            <a:p>
              <a:endParaRPr lang="en-US">
                <a:solidFill>
                  <a:schemeClr val="tx1"/>
                </a:solidFill>
              </a:endParaRPr>
            </a:p>
          </p:txBody>
        </p:sp>
        <p:sp>
          <p:nvSpPr>
            <p:cNvPr id="11" name="Freeform 10">
              <a:extLst>
                <a:ext uri="{FF2B5EF4-FFF2-40B4-BE49-F238E27FC236}">
                  <a16:creationId xmlns:a16="http://schemas.microsoft.com/office/drawing/2014/main" id="{6C998A20-2DF6-7F25-727D-61D8F4D6D7AD}"/>
                </a:ext>
              </a:extLst>
            </p:cNvPr>
            <p:cNvSpPr/>
            <p:nvPr/>
          </p:nvSpPr>
          <p:spPr>
            <a:xfrm>
              <a:off x="3736096"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2 w 202839"/>
                <a:gd name="connsiteY3" fmla="*/ 248421 h 250528"/>
                <a:gd name="connsiteX4" fmla="*/ 56377 w 202839"/>
                <a:gd name="connsiteY4" fmla="*/ 105748 h 250528"/>
                <a:gd name="connsiteX5" fmla="*/ 53896 w 202839"/>
                <a:gd name="connsiteY5" fmla="*/ 104344 h 250528"/>
                <a:gd name="connsiteX6" fmla="*/ 52117 w 202839"/>
                <a:gd name="connsiteY6" fmla="*/ 107522 h 250528"/>
                <a:gd name="connsiteX7" fmla="*/ 52117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7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2" y="248421"/>
                  </a:cubicBezTo>
                  <a:lnTo>
                    <a:pt x="56377" y="105748"/>
                  </a:lnTo>
                  <a:cubicBezTo>
                    <a:pt x="55451" y="104824"/>
                    <a:pt x="54599" y="104344"/>
                    <a:pt x="53896" y="104344"/>
                  </a:cubicBezTo>
                  <a:cubicBezTo>
                    <a:pt x="52710" y="104344"/>
                    <a:pt x="52117" y="105416"/>
                    <a:pt x="52117" y="107522"/>
                  </a:cubicBezTo>
                  <a:lnTo>
                    <a:pt x="52117" y="247017"/>
                  </a:lnTo>
                  <a:cubicBezTo>
                    <a:pt x="52117"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7" y="2107"/>
                  </a:cubicBezTo>
                  <a:lnTo>
                    <a:pt x="146463" y="144410"/>
                  </a:lnTo>
                  <a:cubicBezTo>
                    <a:pt x="147166"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tx1"/>
                </a:solidFill>
              </a:endParaRPr>
            </a:p>
          </p:txBody>
        </p:sp>
        <p:sp>
          <p:nvSpPr>
            <p:cNvPr id="12" name="Freeform 11">
              <a:extLst>
                <a:ext uri="{FF2B5EF4-FFF2-40B4-BE49-F238E27FC236}">
                  <a16:creationId xmlns:a16="http://schemas.microsoft.com/office/drawing/2014/main" id="{AF05F644-7ED2-596D-E43D-685C20212C47}"/>
                </a:ext>
              </a:extLst>
            </p:cNvPr>
            <p:cNvSpPr/>
            <p:nvPr/>
          </p:nvSpPr>
          <p:spPr>
            <a:xfrm>
              <a:off x="4009389" y="5624255"/>
              <a:ext cx="176058" cy="250528"/>
            </a:xfrm>
            <a:custGeom>
              <a:avLst/>
              <a:gdLst>
                <a:gd name="connsiteX0" fmla="*/ 172540 w 176058"/>
                <a:gd name="connsiteY0" fmla="*/ 0 h 250528"/>
                <a:gd name="connsiteX1" fmla="*/ 176059 w 176058"/>
                <a:gd name="connsiteY1" fmla="*/ 3511 h 250528"/>
                <a:gd name="connsiteX2" fmla="*/ 176059 w 176058"/>
                <a:gd name="connsiteY2" fmla="*/ 42506 h 250528"/>
                <a:gd name="connsiteX3" fmla="*/ 172540 w 176058"/>
                <a:gd name="connsiteY3" fmla="*/ 46018 h 250528"/>
                <a:gd name="connsiteX4" fmla="*/ 117607 w 176058"/>
                <a:gd name="connsiteY4" fmla="*/ 46018 h 250528"/>
                <a:gd name="connsiteX5" fmla="*/ 114088 w 176058"/>
                <a:gd name="connsiteY5" fmla="*/ 49529 h 250528"/>
                <a:gd name="connsiteX6" fmla="*/ 114088 w 176058"/>
                <a:gd name="connsiteY6" fmla="*/ 247017 h 250528"/>
                <a:gd name="connsiteX7" fmla="*/ 110569 w 176058"/>
                <a:gd name="connsiteY7" fmla="*/ 250528 h 250528"/>
                <a:gd name="connsiteX8" fmla="*/ 65860 w 176058"/>
                <a:gd name="connsiteY8" fmla="*/ 250528 h 250528"/>
                <a:gd name="connsiteX9" fmla="*/ 62341 w 176058"/>
                <a:gd name="connsiteY9" fmla="*/ 247017 h 250528"/>
                <a:gd name="connsiteX10" fmla="*/ 62341 w 176058"/>
                <a:gd name="connsiteY10" fmla="*/ 49529 h 250528"/>
                <a:gd name="connsiteX11" fmla="*/ 58822 w 176058"/>
                <a:gd name="connsiteY11" fmla="*/ 46018 h 250528"/>
                <a:gd name="connsiteX12" fmla="*/ 3519 w 176058"/>
                <a:gd name="connsiteY12" fmla="*/ 46018 h 250528"/>
                <a:gd name="connsiteX13" fmla="*/ 0 w 176058"/>
                <a:gd name="connsiteY13" fmla="*/ 42506 h 250528"/>
                <a:gd name="connsiteX14" fmla="*/ 0 w 176058"/>
                <a:gd name="connsiteY14" fmla="*/ 3511 h 250528"/>
                <a:gd name="connsiteX15" fmla="*/ 3519 w 176058"/>
                <a:gd name="connsiteY15" fmla="*/ 0 h 250528"/>
                <a:gd name="connsiteX16" fmla="*/ 172540 w 176058"/>
                <a:gd name="connsiteY16" fmla="*/ 0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058" h="250528">
                  <a:moveTo>
                    <a:pt x="172540" y="0"/>
                  </a:moveTo>
                  <a:cubicBezTo>
                    <a:pt x="174873" y="0"/>
                    <a:pt x="176059" y="1183"/>
                    <a:pt x="176059" y="3511"/>
                  </a:cubicBezTo>
                  <a:lnTo>
                    <a:pt x="176059" y="42506"/>
                  </a:lnTo>
                  <a:cubicBezTo>
                    <a:pt x="176059" y="44835"/>
                    <a:pt x="174873" y="46018"/>
                    <a:pt x="172540" y="46018"/>
                  </a:cubicBezTo>
                  <a:lnTo>
                    <a:pt x="117607" y="46018"/>
                  </a:lnTo>
                  <a:cubicBezTo>
                    <a:pt x="115274" y="46018"/>
                    <a:pt x="114088" y="47200"/>
                    <a:pt x="114088" y="49529"/>
                  </a:cubicBezTo>
                  <a:lnTo>
                    <a:pt x="114088" y="247017"/>
                  </a:lnTo>
                  <a:cubicBezTo>
                    <a:pt x="114088" y="249345"/>
                    <a:pt x="112903" y="250528"/>
                    <a:pt x="110569" y="250528"/>
                  </a:cubicBezTo>
                  <a:lnTo>
                    <a:pt x="65860" y="250528"/>
                  </a:lnTo>
                  <a:cubicBezTo>
                    <a:pt x="63526" y="250528"/>
                    <a:pt x="62341" y="249345"/>
                    <a:pt x="62341" y="247017"/>
                  </a:cubicBezTo>
                  <a:lnTo>
                    <a:pt x="62341" y="49529"/>
                  </a:lnTo>
                  <a:cubicBezTo>
                    <a:pt x="62341" y="47200"/>
                    <a:pt x="61156" y="46018"/>
                    <a:pt x="58822" y="46018"/>
                  </a:cubicBezTo>
                  <a:lnTo>
                    <a:pt x="3519" y="46018"/>
                  </a:lnTo>
                  <a:cubicBezTo>
                    <a:pt x="1185" y="46018"/>
                    <a:pt x="0" y="44835"/>
                    <a:pt x="0" y="42506"/>
                  </a:cubicBezTo>
                  <a:lnTo>
                    <a:pt x="0" y="3511"/>
                  </a:lnTo>
                  <a:cubicBezTo>
                    <a:pt x="0" y="1183"/>
                    <a:pt x="1185" y="0"/>
                    <a:pt x="3519" y="0"/>
                  </a:cubicBezTo>
                  <a:lnTo>
                    <a:pt x="172540" y="0"/>
                  </a:lnTo>
                  <a:close/>
                </a:path>
              </a:pathLst>
            </a:custGeom>
            <a:grpFill/>
            <a:ln w="3692" cap="flat">
              <a:noFill/>
              <a:prstDash val="solid"/>
              <a:miter/>
            </a:ln>
          </p:spPr>
          <p:txBody>
            <a:bodyPr rtlCol="0" anchor="ctr"/>
            <a:lstStyle/>
            <a:p>
              <a:endParaRPr lang="en-US">
                <a:solidFill>
                  <a:schemeClr val="tx1"/>
                </a:solidFill>
              </a:endParaRPr>
            </a:p>
          </p:txBody>
        </p:sp>
        <p:sp>
          <p:nvSpPr>
            <p:cNvPr id="13" name="Freeform 12">
              <a:extLst>
                <a:ext uri="{FF2B5EF4-FFF2-40B4-BE49-F238E27FC236}">
                  <a16:creationId xmlns:a16="http://schemas.microsoft.com/office/drawing/2014/main" id="{3D83650D-F790-7949-F186-50AE18F72761}"/>
                </a:ext>
              </a:extLst>
            </p:cNvPr>
            <p:cNvSpPr/>
            <p:nvPr/>
          </p:nvSpPr>
          <p:spPr>
            <a:xfrm>
              <a:off x="4251012" y="5624255"/>
              <a:ext cx="156352" cy="250528"/>
            </a:xfrm>
            <a:custGeom>
              <a:avLst/>
              <a:gdLst>
                <a:gd name="connsiteX0" fmla="*/ 152834 w 156352"/>
                <a:gd name="connsiteY0" fmla="*/ 204511 h 250528"/>
                <a:gd name="connsiteX1" fmla="*/ 156353 w 156352"/>
                <a:gd name="connsiteY1" fmla="*/ 208022 h 250528"/>
                <a:gd name="connsiteX2" fmla="*/ 156353 w 156352"/>
                <a:gd name="connsiteY2" fmla="*/ 247017 h 250528"/>
                <a:gd name="connsiteX3" fmla="*/ 152834 w 156352"/>
                <a:gd name="connsiteY3" fmla="*/ 250528 h 250528"/>
                <a:gd name="connsiteX4" fmla="*/ 3519 w 156352"/>
                <a:gd name="connsiteY4" fmla="*/ 250528 h 250528"/>
                <a:gd name="connsiteX5" fmla="*/ 0 w 156352"/>
                <a:gd name="connsiteY5" fmla="*/ 247017 h 250528"/>
                <a:gd name="connsiteX6" fmla="*/ 0 w 156352"/>
                <a:gd name="connsiteY6" fmla="*/ 3511 h 250528"/>
                <a:gd name="connsiteX7" fmla="*/ 3519 w 156352"/>
                <a:gd name="connsiteY7" fmla="*/ 0 h 250528"/>
                <a:gd name="connsiteX8" fmla="*/ 149315 w 156352"/>
                <a:gd name="connsiteY8" fmla="*/ 0 h 250528"/>
                <a:gd name="connsiteX9" fmla="*/ 152834 w 156352"/>
                <a:gd name="connsiteY9" fmla="*/ 3511 h 250528"/>
                <a:gd name="connsiteX10" fmla="*/ 152834 w 156352"/>
                <a:gd name="connsiteY10" fmla="*/ 42506 h 250528"/>
                <a:gd name="connsiteX11" fmla="*/ 149315 w 156352"/>
                <a:gd name="connsiteY11" fmla="*/ 46018 h 250528"/>
                <a:gd name="connsiteX12" fmla="*/ 55636 w 156352"/>
                <a:gd name="connsiteY12" fmla="*/ 46018 h 250528"/>
                <a:gd name="connsiteX13" fmla="*/ 52118 w 156352"/>
                <a:gd name="connsiteY13" fmla="*/ 49529 h 250528"/>
                <a:gd name="connsiteX14" fmla="*/ 52118 w 156352"/>
                <a:gd name="connsiteY14" fmla="*/ 100832 h 250528"/>
                <a:gd name="connsiteX15" fmla="*/ 55636 w 156352"/>
                <a:gd name="connsiteY15" fmla="*/ 104344 h 250528"/>
                <a:gd name="connsiteX16" fmla="*/ 122904 w 156352"/>
                <a:gd name="connsiteY16" fmla="*/ 104344 h 250528"/>
                <a:gd name="connsiteX17" fmla="*/ 126423 w 156352"/>
                <a:gd name="connsiteY17" fmla="*/ 107855 h 250528"/>
                <a:gd name="connsiteX18" fmla="*/ 126423 w 156352"/>
                <a:gd name="connsiteY18" fmla="*/ 146850 h 250528"/>
                <a:gd name="connsiteX19" fmla="*/ 122904 w 156352"/>
                <a:gd name="connsiteY19" fmla="*/ 150361 h 250528"/>
                <a:gd name="connsiteX20" fmla="*/ 55636 w 156352"/>
                <a:gd name="connsiteY20" fmla="*/ 150361 h 250528"/>
                <a:gd name="connsiteX21" fmla="*/ 52118 w 156352"/>
                <a:gd name="connsiteY21" fmla="*/ 153873 h 250528"/>
                <a:gd name="connsiteX22" fmla="*/ 52118 w 156352"/>
                <a:gd name="connsiteY22" fmla="*/ 200962 h 250528"/>
                <a:gd name="connsiteX23" fmla="*/ 55636 w 156352"/>
                <a:gd name="connsiteY23" fmla="*/ 204474 h 250528"/>
                <a:gd name="connsiteX24" fmla="*/ 152834 w 156352"/>
                <a:gd name="connsiteY24" fmla="*/ 204474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52" h="250528">
                  <a:moveTo>
                    <a:pt x="152834" y="204511"/>
                  </a:moveTo>
                  <a:cubicBezTo>
                    <a:pt x="155167" y="204511"/>
                    <a:pt x="156353" y="205693"/>
                    <a:pt x="156353" y="208022"/>
                  </a:cubicBezTo>
                  <a:lnTo>
                    <a:pt x="156353" y="247017"/>
                  </a:lnTo>
                  <a:cubicBezTo>
                    <a:pt x="156353" y="249345"/>
                    <a:pt x="155167" y="250528"/>
                    <a:pt x="152834" y="250528"/>
                  </a:cubicBezTo>
                  <a:lnTo>
                    <a:pt x="3519" y="250528"/>
                  </a:lnTo>
                  <a:cubicBezTo>
                    <a:pt x="1185" y="250528"/>
                    <a:pt x="0" y="249345"/>
                    <a:pt x="0" y="247017"/>
                  </a:cubicBezTo>
                  <a:lnTo>
                    <a:pt x="0" y="3511"/>
                  </a:lnTo>
                  <a:cubicBezTo>
                    <a:pt x="0" y="1183"/>
                    <a:pt x="1185" y="0"/>
                    <a:pt x="3519" y="0"/>
                  </a:cubicBezTo>
                  <a:lnTo>
                    <a:pt x="149315" y="0"/>
                  </a:lnTo>
                  <a:cubicBezTo>
                    <a:pt x="151649" y="0"/>
                    <a:pt x="152834" y="1183"/>
                    <a:pt x="152834" y="3511"/>
                  </a:cubicBezTo>
                  <a:lnTo>
                    <a:pt x="152834" y="42506"/>
                  </a:lnTo>
                  <a:cubicBezTo>
                    <a:pt x="152834" y="44835"/>
                    <a:pt x="151649" y="46018"/>
                    <a:pt x="149315" y="46018"/>
                  </a:cubicBezTo>
                  <a:lnTo>
                    <a:pt x="55636" y="46018"/>
                  </a:lnTo>
                  <a:cubicBezTo>
                    <a:pt x="53303" y="46018"/>
                    <a:pt x="52118" y="47200"/>
                    <a:pt x="52118" y="49529"/>
                  </a:cubicBezTo>
                  <a:lnTo>
                    <a:pt x="52118" y="100832"/>
                  </a:lnTo>
                  <a:cubicBezTo>
                    <a:pt x="52118" y="103161"/>
                    <a:pt x="53303" y="104344"/>
                    <a:pt x="55636" y="104344"/>
                  </a:cubicBezTo>
                  <a:lnTo>
                    <a:pt x="122904" y="104344"/>
                  </a:lnTo>
                  <a:cubicBezTo>
                    <a:pt x="125238" y="104344"/>
                    <a:pt x="126423" y="105526"/>
                    <a:pt x="126423" y="107855"/>
                  </a:cubicBezTo>
                  <a:lnTo>
                    <a:pt x="126423" y="146850"/>
                  </a:lnTo>
                  <a:cubicBezTo>
                    <a:pt x="126423" y="149178"/>
                    <a:pt x="125238" y="150361"/>
                    <a:pt x="122904" y="150361"/>
                  </a:cubicBezTo>
                  <a:lnTo>
                    <a:pt x="55636" y="150361"/>
                  </a:lnTo>
                  <a:cubicBezTo>
                    <a:pt x="53303" y="150361"/>
                    <a:pt x="52118" y="151544"/>
                    <a:pt x="52118" y="153873"/>
                  </a:cubicBezTo>
                  <a:lnTo>
                    <a:pt x="52118" y="200962"/>
                  </a:lnTo>
                  <a:cubicBezTo>
                    <a:pt x="52118" y="203291"/>
                    <a:pt x="53303" y="204474"/>
                    <a:pt x="55636" y="204474"/>
                  </a:cubicBezTo>
                  <a:lnTo>
                    <a:pt x="152834" y="204474"/>
                  </a:lnTo>
                  <a:close/>
                </a:path>
              </a:pathLst>
            </a:custGeom>
            <a:grpFill/>
            <a:ln w="3692" cap="flat">
              <a:noFill/>
              <a:prstDash val="solid"/>
              <a:miter/>
            </a:ln>
          </p:spPr>
          <p:txBody>
            <a:bodyPr rtlCol="0" anchor="ctr"/>
            <a:lstStyle/>
            <a:p>
              <a:endParaRPr lang="en-US">
                <a:solidFill>
                  <a:schemeClr val="tx1"/>
                </a:solidFill>
              </a:endParaRPr>
            </a:p>
          </p:txBody>
        </p:sp>
        <p:sp>
          <p:nvSpPr>
            <p:cNvPr id="14" name="Freeform 13">
              <a:extLst>
                <a:ext uri="{FF2B5EF4-FFF2-40B4-BE49-F238E27FC236}">
                  <a16:creationId xmlns:a16="http://schemas.microsoft.com/office/drawing/2014/main" id="{F9AD3D59-DB07-F10F-C359-7D93E8473737}"/>
                </a:ext>
              </a:extLst>
            </p:cNvPr>
            <p:cNvSpPr/>
            <p:nvPr/>
          </p:nvSpPr>
          <p:spPr>
            <a:xfrm>
              <a:off x="4479596" y="5624255"/>
              <a:ext cx="196839" cy="250565"/>
            </a:xfrm>
            <a:custGeom>
              <a:avLst/>
              <a:gdLst>
                <a:gd name="connsiteX0" fmla="*/ 3519 w 196839"/>
                <a:gd name="connsiteY0" fmla="*/ 250528 h 250565"/>
                <a:gd name="connsiteX1" fmla="*/ 0 w 196839"/>
                <a:gd name="connsiteY1" fmla="*/ 247017 h 250565"/>
                <a:gd name="connsiteX2" fmla="*/ 0 w 196839"/>
                <a:gd name="connsiteY2" fmla="*/ 3511 h 250565"/>
                <a:gd name="connsiteX3" fmla="*/ 3519 w 196839"/>
                <a:gd name="connsiteY3" fmla="*/ 0 h 250565"/>
                <a:gd name="connsiteX4" fmla="*/ 106717 w 196839"/>
                <a:gd name="connsiteY4" fmla="*/ 0 h 250565"/>
                <a:gd name="connsiteX5" fmla="*/ 152315 w 196839"/>
                <a:gd name="connsiteY5" fmla="*/ 11052 h 250565"/>
                <a:gd name="connsiteX6" fmla="*/ 184875 w 196839"/>
                <a:gd name="connsiteY6" fmla="*/ 41989 h 250565"/>
                <a:gd name="connsiteX7" fmla="*/ 196839 w 196839"/>
                <a:gd name="connsiteY7" fmla="*/ 86787 h 250565"/>
                <a:gd name="connsiteX8" fmla="*/ 185394 w 196839"/>
                <a:gd name="connsiteY8" fmla="*/ 130365 h 250565"/>
                <a:gd name="connsiteX9" fmla="*/ 153167 w 196839"/>
                <a:gd name="connsiteY9" fmla="*/ 161635 h 250565"/>
                <a:gd name="connsiteX10" fmla="*/ 151575 w 196839"/>
                <a:gd name="connsiteY10" fmla="*/ 163557 h 250565"/>
                <a:gd name="connsiteX11" fmla="*/ 152093 w 196839"/>
                <a:gd name="connsiteY11" fmla="*/ 166551 h 250565"/>
                <a:gd name="connsiteX12" fmla="*/ 194691 w 196839"/>
                <a:gd name="connsiteY12" fmla="*/ 246315 h 250565"/>
                <a:gd name="connsiteX13" fmla="*/ 195395 w 196839"/>
                <a:gd name="connsiteY13" fmla="*/ 248089 h 250565"/>
                <a:gd name="connsiteX14" fmla="*/ 194506 w 196839"/>
                <a:gd name="connsiteY14" fmla="*/ 249863 h 250565"/>
                <a:gd name="connsiteX15" fmla="*/ 192209 w 196839"/>
                <a:gd name="connsiteY15" fmla="*/ 250565 h 250565"/>
                <a:gd name="connsiteX16" fmla="*/ 143610 w 196839"/>
                <a:gd name="connsiteY16" fmla="*/ 250565 h 250565"/>
                <a:gd name="connsiteX17" fmla="*/ 139388 w 196839"/>
                <a:gd name="connsiteY17" fmla="*/ 248089 h 250565"/>
                <a:gd name="connsiteX18" fmla="*/ 102420 w 196839"/>
                <a:gd name="connsiteY18" fmla="*/ 176050 h 250565"/>
                <a:gd name="connsiteX19" fmla="*/ 98197 w 196839"/>
                <a:gd name="connsiteY19" fmla="*/ 173573 h 250565"/>
                <a:gd name="connsiteX20" fmla="*/ 55600 w 196839"/>
                <a:gd name="connsiteY20" fmla="*/ 173573 h 250565"/>
                <a:gd name="connsiteX21" fmla="*/ 52081 w 196839"/>
                <a:gd name="connsiteY21" fmla="*/ 177085 h 250565"/>
                <a:gd name="connsiteX22" fmla="*/ 52081 w 196839"/>
                <a:gd name="connsiteY22" fmla="*/ 247017 h 250565"/>
                <a:gd name="connsiteX23" fmla="*/ 48562 w 196839"/>
                <a:gd name="connsiteY23" fmla="*/ 250528 h 250565"/>
                <a:gd name="connsiteX24" fmla="*/ 3482 w 196839"/>
                <a:gd name="connsiteY24" fmla="*/ 250528 h 250565"/>
                <a:gd name="connsiteX25" fmla="*/ 102828 w 196839"/>
                <a:gd name="connsiteY25" fmla="*/ 127556 h 250565"/>
                <a:gd name="connsiteX26" fmla="*/ 123423 w 196839"/>
                <a:gd name="connsiteY26" fmla="*/ 122455 h 250565"/>
                <a:gd name="connsiteX27" fmla="*/ 139091 w 196839"/>
                <a:gd name="connsiteY27" fmla="*/ 108225 h 250565"/>
                <a:gd name="connsiteX28" fmla="*/ 145092 w 196839"/>
                <a:gd name="connsiteY28" fmla="*/ 86787 h 250565"/>
                <a:gd name="connsiteX29" fmla="*/ 132239 w 196839"/>
                <a:gd name="connsiteY29" fmla="*/ 56921 h 250565"/>
                <a:gd name="connsiteX30" fmla="*/ 101087 w 196839"/>
                <a:gd name="connsiteY30" fmla="*/ 46018 h 250565"/>
                <a:gd name="connsiteX31" fmla="*/ 55674 w 196839"/>
                <a:gd name="connsiteY31" fmla="*/ 46018 h 250565"/>
                <a:gd name="connsiteX32" fmla="*/ 52155 w 196839"/>
                <a:gd name="connsiteY32" fmla="*/ 49529 h 250565"/>
                <a:gd name="connsiteX33" fmla="*/ 52155 w 196839"/>
                <a:gd name="connsiteY33" fmla="*/ 124007 h 250565"/>
                <a:gd name="connsiteX34" fmla="*/ 55674 w 196839"/>
                <a:gd name="connsiteY34" fmla="*/ 127519 h 250565"/>
                <a:gd name="connsiteX35" fmla="*/ 102865 w 196839"/>
                <a:gd name="connsiteY35" fmla="*/ 127519 h 2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6839" h="250565">
                  <a:moveTo>
                    <a:pt x="3519" y="250528"/>
                  </a:moveTo>
                  <a:cubicBezTo>
                    <a:pt x="1185" y="250528"/>
                    <a:pt x="0" y="249345"/>
                    <a:pt x="0" y="247017"/>
                  </a:cubicBezTo>
                  <a:lnTo>
                    <a:pt x="0" y="3511"/>
                  </a:lnTo>
                  <a:cubicBezTo>
                    <a:pt x="0" y="1183"/>
                    <a:pt x="1185" y="0"/>
                    <a:pt x="3519" y="0"/>
                  </a:cubicBezTo>
                  <a:lnTo>
                    <a:pt x="106717" y="0"/>
                  </a:lnTo>
                  <a:cubicBezTo>
                    <a:pt x="123386" y="0"/>
                    <a:pt x="138573" y="3696"/>
                    <a:pt x="152315" y="11052"/>
                  </a:cubicBezTo>
                  <a:cubicBezTo>
                    <a:pt x="166058" y="18444"/>
                    <a:pt x="176911" y="28756"/>
                    <a:pt x="184875" y="41989"/>
                  </a:cubicBezTo>
                  <a:cubicBezTo>
                    <a:pt x="192839" y="55221"/>
                    <a:pt x="196839" y="70154"/>
                    <a:pt x="196839" y="86787"/>
                  </a:cubicBezTo>
                  <a:cubicBezTo>
                    <a:pt x="196839" y="103420"/>
                    <a:pt x="193024" y="117724"/>
                    <a:pt x="185394" y="130365"/>
                  </a:cubicBezTo>
                  <a:cubicBezTo>
                    <a:pt x="177763" y="143006"/>
                    <a:pt x="167021" y="153429"/>
                    <a:pt x="153167" y="161635"/>
                  </a:cubicBezTo>
                  <a:cubicBezTo>
                    <a:pt x="152241" y="161856"/>
                    <a:pt x="151686" y="162522"/>
                    <a:pt x="151575" y="163557"/>
                  </a:cubicBezTo>
                  <a:cubicBezTo>
                    <a:pt x="151463" y="164592"/>
                    <a:pt x="151648" y="165627"/>
                    <a:pt x="152093" y="166551"/>
                  </a:cubicBezTo>
                  <a:lnTo>
                    <a:pt x="194691" y="246315"/>
                  </a:lnTo>
                  <a:lnTo>
                    <a:pt x="195395" y="248089"/>
                  </a:lnTo>
                  <a:cubicBezTo>
                    <a:pt x="195395" y="248791"/>
                    <a:pt x="195098" y="249382"/>
                    <a:pt x="194506" y="249863"/>
                  </a:cubicBezTo>
                  <a:cubicBezTo>
                    <a:pt x="193913" y="250343"/>
                    <a:pt x="193172" y="250565"/>
                    <a:pt x="192209" y="250565"/>
                  </a:cubicBezTo>
                  <a:lnTo>
                    <a:pt x="143610" y="250565"/>
                  </a:lnTo>
                  <a:cubicBezTo>
                    <a:pt x="141499" y="250565"/>
                    <a:pt x="140091" y="249752"/>
                    <a:pt x="139388" y="248089"/>
                  </a:cubicBezTo>
                  <a:lnTo>
                    <a:pt x="102420" y="176050"/>
                  </a:lnTo>
                  <a:cubicBezTo>
                    <a:pt x="101716" y="174424"/>
                    <a:pt x="100309" y="173573"/>
                    <a:pt x="98197" y="173573"/>
                  </a:cubicBezTo>
                  <a:lnTo>
                    <a:pt x="55600" y="173573"/>
                  </a:lnTo>
                  <a:cubicBezTo>
                    <a:pt x="53266" y="173573"/>
                    <a:pt x="52081" y="174756"/>
                    <a:pt x="52081" y="177085"/>
                  </a:cubicBezTo>
                  <a:lnTo>
                    <a:pt x="52081" y="247017"/>
                  </a:lnTo>
                  <a:cubicBezTo>
                    <a:pt x="52081" y="249345"/>
                    <a:pt x="50895" y="250528"/>
                    <a:pt x="48562" y="250528"/>
                  </a:cubicBezTo>
                  <a:lnTo>
                    <a:pt x="3482" y="250528"/>
                  </a:lnTo>
                  <a:close/>
                  <a:moveTo>
                    <a:pt x="102828" y="127556"/>
                  </a:moveTo>
                  <a:cubicBezTo>
                    <a:pt x="110088" y="127556"/>
                    <a:pt x="116978" y="125855"/>
                    <a:pt x="123423" y="122455"/>
                  </a:cubicBezTo>
                  <a:cubicBezTo>
                    <a:pt x="129868" y="119054"/>
                    <a:pt x="135091" y="114323"/>
                    <a:pt x="139091" y="108225"/>
                  </a:cubicBezTo>
                  <a:cubicBezTo>
                    <a:pt x="143092" y="102126"/>
                    <a:pt x="145092" y="94992"/>
                    <a:pt x="145092" y="86787"/>
                  </a:cubicBezTo>
                  <a:cubicBezTo>
                    <a:pt x="145092" y="74146"/>
                    <a:pt x="140795" y="64166"/>
                    <a:pt x="132239" y="56921"/>
                  </a:cubicBezTo>
                  <a:cubicBezTo>
                    <a:pt x="123682" y="49677"/>
                    <a:pt x="113273" y="46018"/>
                    <a:pt x="101087" y="46018"/>
                  </a:cubicBezTo>
                  <a:lnTo>
                    <a:pt x="55674" y="46018"/>
                  </a:lnTo>
                  <a:cubicBezTo>
                    <a:pt x="53340" y="46018"/>
                    <a:pt x="52155" y="47200"/>
                    <a:pt x="52155" y="49529"/>
                  </a:cubicBezTo>
                  <a:lnTo>
                    <a:pt x="52155" y="124007"/>
                  </a:lnTo>
                  <a:cubicBezTo>
                    <a:pt x="52155" y="126336"/>
                    <a:pt x="53340" y="127519"/>
                    <a:pt x="55674" y="127519"/>
                  </a:cubicBezTo>
                  <a:lnTo>
                    <a:pt x="102865" y="127519"/>
                  </a:lnTo>
                  <a:close/>
                </a:path>
              </a:pathLst>
            </a:custGeom>
            <a:grpFill/>
            <a:ln w="3692" cap="flat">
              <a:noFill/>
              <a:prstDash val="solid"/>
              <a:miter/>
            </a:ln>
          </p:spPr>
          <p:txBody>
            <a:bodyPr rtlCol="0" anchor="ctr"/>
            <a:lstStyle/>
            <a:p>
              <a:endParaRPr lang="en-US">
                <a:solidFill>
                  <a:schemeClr val="tx1"/>
                </a:solidFill>
              </a:endParaRPr>
            </a:p>
          </p:txBody>
        </p:sp>
        <p:sp>
          <p:nvSpPr>
            <p:cNvPr id="15" name="Freeform 14">
              <a:extLst>
                <a:ext uri="{FF2B5EF4-FFF2-40B4-BE49-F238E27FC236}">
                  <a16:creationId xmlns:a16="http://schemas.microsoft.com/office/drawing/2014/main" id="{DF5591F0-1742-CBE0-5CB0-B1367BE133E1}"/>
                </a:ext>
              </a:extLst>
            </p:cNvPr>
            <p:cNvSpPr/>
            <p:nvPr/>
          </p:nvSpPr>
          <p:spPr>
            <a:xfrm>
              <a:off x="4744703"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3 w 202839"/>
                <a:gd name="connsiteY3" fmla="*/ 248421 h 250528"/>
                <a:gd name="connsiteX4" fmla="*/ 56377 w 202839"/>
                <a:gd name="connsiteY4" fmla="*/ 105748 h 250528"/>
                <a:gd name="connsiteX5" fmla="*/ 53896 w 202839"/>
                <a:gd name="connsiteY5" fmla="*/ 104344 h 250528"/>
                <a:gd name="connsiteX6" fmla="*/ 52118 w 202839"/>
                <a:gd name="connsiteY6" fmla="*/ 107522 h 250528"/>
                <a:gd name="connsiteX7" fmla="*/ 52118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8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3" y="248421"/>
                  </a:cubicBezTo>
                  <a:lnTo>
                    <a:pt x="56377" y="105748"/>
                  </a:lnTo>
                  <a:cubicBezTo>
                    <a:pt x="55451" y="104824"/>
                    <a:pt x="54599" y="104344"/>
                    <a:pt x="53896" y="104344"/>
                  </a:cubicBezTo>
                  <a:cubicBezTo>
                    <a:pt x="52710" y="104344"/>
                    <a:pt x="52118" y="105416"/>
                    <a:pt x="52118" y="107522"/>
                  </a:cubicBezTo>
                  <a:lnTo>
                    <a:pt x="52118" y="247017"/>
                  </a:lnTo>
                  <a:cubicBezTo>
                    <a:pt x="52118"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8" y="2107"/>
                  </a:cubicBezTo>
                  <a:lnTo>
                    <a:pt x="146463" y="144410"/>
                  </a:lnTo>
                  <a:cubicBezTo>
                    <a:pt x="147167"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tx1"/>
                </a:solidFill>
              </a:endParaRPr>
            </a:p>
          </p:txBody>
        </p:sp>
        <p:sp>
          <p:nvSpPr>
            <p:cNvPr id="16" name="Freeform 15">
              <a:extLst>
                <a:ext uri="{FF2B5EF4-FFF2-40B4-BE49-F238E27FC236}">
                  <a16:creationId xmlns:a16="http://schemas.microsoft.com/office/drawing/2014/main" id="{FD800CE8-47EE-A1BB-3B70-18410042420E}"/>
                </a:ext>
              </a:extLst>
            </p:cNvPr>
            <p:cNvSpPr/>
            <p:nvPr/>
          </p:nvSpPr>
          <p:spPr>
            <a:xfrm>
              <a:off x="2649665" y="5714387"/>
              <a:ext cx="129608" cy="253611"/>
            </a:xfrm>
            <a:custGeom>
              <a:avLst/>
              <a:gdLst>
                <a:gd name="connsiteX0" fmla="*/ 51488 w 129608"/>
                <a:gd name="connsiteY0" fmla="*/ 172003 h 253611"/>
                <a:gd name="connsiteX1" fmla="*/ 114866 w 129608"/>
                <a:gd name="connsiteY1" fmla="*/ 95454 h 253611"/>
                <a:gd name="connsiteX2" fmla="*/ 129609 w 129608"/>
                <a:gd name="connsiteY2" fmla="*/ 77491 h 253611"/>
                <a:gd name="connsiteX3" fmla="*/ 129609 w 129608"/>
                <a:gd name="connsiteY3" fmla="*/ 18463 h 253611"/>
                <a:gd name="connsiteX4" fmla="*/ 108310 w 129608"/>
                <a:gd name="connsiteY4" fmla="*/ 277 h 253611"/>
                <a:gd name="connsiteX5" fmla="*/ 0 w 129608"/>
                <a:gd name="connsiteY5" fmla="*/ 127870 h 253611"/>
                <a:gd name="connsiteX6" fmla="*/ 98716 w 129608"/>
                <a:gd name="connsiteY6" fmla="*/ 253467 h 253611"/>
                <a:gd name="connsiteX7" fmla="*/ 104531 w 129608"/>
                <a:gd name="connsiteY7" fmla="*/ 248994 h 253611"/>
                <a:gd name="connsiteX8" fmla="*/ 104531 w 129608"/>
                <a:gd name="connsiteY8" fmla="*/ 248994 h 253611"/>
                <a:gd name="connsiteX9" fmla="*/ 101494 w 129608"/>
                <a:gd name="connsiteY9" fmla="*/ 244670 h 253611"/>
                <a:gd name="connsiteX10" fmla="*/ 51525 w 129608"/>
                <a:gd name="connsiteY10" fmla="*/ 172040 h 25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08" h="253611">
                  <a:moveTo>
                    <a:pt x="51488" y="172003"/>
                  </a:moveTo>
                  <a:cubicBezTo>
                    <a:pt x="51488" y="133969"/>
                    <a:pt x="78751" y="102329"/>
                    <a:pt x="114866" y="95454"/>
                  </a:cubicBezTo>
                  <a:cubicBezTo>
                    <a:pt x="122978" y="93902"/>
                    <a:pt x="129609" y="85733"/>
                    <a:pt x="129609" y="77491"/>
                  </a:cubicBezTo>
                  <a:lnTo>
                    <a:pt x="129609" y="18463"/>
                  </a:lnTo>
                  <a:cubicBezTo>
                    <a:pt x="129609" y="6635"/>
                    <a:pt x="120015" y="-1645"/>
                    <a:pt x="108310" y="277"/>
                  </a:cubicBezTo>
                  <a:cubicBezTo>
                    <a:pt x="46858" y="10405"/>
                    <a:pt x="0" y="63704"/>
                    <a:pt x="0" y="127870"/>
                  </a:cubicBezTo>
                  <a:cubicBezTo>
                    <a:pt x="0" y="188673"/>
                    <a:pt x="42042" y="239643"/>
                    <a:pt x="98716" y="253467"/>
                  </a:cubicBezTo>
                  <a:cubicBezTo>
                    <a:pt x="101679" y="254206"/>
                    <a:pt x="104531" y="252025"/>
                    <a:pt x="104531" y="248994"/>
                  </a:cubicBezTo>
                  <a:lnTo>
                    <a:pt x="104531" y="248994"/>
                  </a:lnTo>
                  <a:cubicBezTo>
                    <a:pt x="104531" y="247073"/>
                    <a:pt x="103309" y="245372"/>
                    <a:pt x="101494" y="244670"/>
                  </a:cubicBezTo>
                  <a:cubicBezTo>
                    <a:pt x="72268" y="233397"/>
                    <a:pt x="51525" y="205158"/>
                    <a:pt x="51525" y="172040"/>
                  </a:cubicBezTo>
                  <a:close/>
                </a:path>
              </a:pathLst>
            </a:custGeom>
            <a:grpFill/>
            <a:ln w="3692" cap="flat">
              <a:noFill/>
              <a:prstDash val="solid"/>
              <a:miter/>
            </a:ln>
          </p:spPr>
          <p:txBody>
            <a:bodyPr rtlCol="0" anchor="ctr"/>
            <a:lstStyle/>
            <a:p>
              <a:endParaRPr lang="en-US">
                <a:solidFill>
                  <a:schemeClr val="tx1"/>
                </a:solidFill>
              </a:endParaRPr>
            </a:p>
          </p:txBody>
        </p:sp>
        <p:sp>
          <p:nvSpPr>
            <p:cNvPr id="18" name="Freeform 17">
              <a:extLst>
                <a:ext uri="{FF2B5EF4-FFF2-40B4-BE49-F238E27FC236}">
                  <a16:creationId xmlns:a16="http://schemas.microsoft.com/office/drawing/2014/main" id="{D51FBE7F-41FF-2FDB-0AFA-216B373A3823}"/>
                </a:ext>
              </a:extLst>
            </p:cNvPr>
            <p:cNvSpPr/>
            <p:nvPr/>
          </p:nvSpPr>
          <p:spPr>
            <a:xfrm>
              <a:off x="2779274" y="5459914"/>
              <a:ext cx="234362" cy="508006"/>
            </a:xfrm>
            <a:custGeom>
              <a:avLst/>
              <a:gdLst>
                <a:gd name="connsiteX0" fmla="*/ 234362 w 234362"/>
                <a:gd name="connsiteY0" fmla="*/ 255009 h 508006"/>
                <a:gd name="connsiteX1" fmla="*/ 21632 w 234362"/>
                <a:gd name="connsiteY1" fmla="*/ 341 h 508006"/>
                <a:gd name="connsiteX2" fmla="*/ 0 w 234362"/>
                <a:gd name="connsiteY2" fmla="*/ 18452 h 508006"/>
                <a:gd name="connsiteX3" fmla="*/ 0 w 234362"/>
                <a:gd name="connsiteY3" fmla="*/ 163047 h 508006"/>
                <a:gd name="connsiteX4" fmla="*/ 14076 w 234362"/>
                <a:gd name="connsiteY4" fmla="*/ 180863 h 508006"/>
                <a:gd name="connsiteX5" fmla="*/ 144055 w 234362"/>
                <a:gd name="connsiteY5" fmla="*/ 345085 h 508006"/>
                <a:gd name="connsiteX6" fmla="*/ 123830 w 234362"/>
                <a:gd name="connsiteY6" fmla="*/ 425108 h 508006"/>
                <a:gd name="connsiteX7" fmla="*/ 50599 w 234362"/>
                <a:gd name="connsiteY7" fmla="*/ 491528 h 508006"/>
                <a:gd name="connsiteX8" fmla="*/ 27966 w 234362"/>
                <a:gd name="connsiteY8" fmla="*/ 498625 h 508006"/>
                <a:gd name="connsiteX9" fmla="*/ 24262 w 234362"/>
                <a:gd name="connsiteY9" fmla="*/ 503245 h 508006"/>
                <a:gd name="connsiteX10" fmla="*/ 24262 w 234362"/>
                <a:gd name="connsiteY10" fmla="*/ 503245 h 508006"/>
                <a:gd name="connsiteX11" fmla="*/ 30004 w 234362"/>
                <a:gd name="connsiteY11" fmla="*/ 507902 h 508006"/>
                <a:gd name="connsiteX12" fmla="*/ 234362 w 234362"/>
                <a:gd name="connsiteY12" fmla="*/ 254972 h 50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362" h="508006">
                  <a:moveTo>
                    <a:pt x="234362" y="255009"/>
                  </a:moveTo>
                  <a:cubicBezTo>
                    <a:pt x="234362" y="127970"/>
                    <a:pt x="142610" y="22296"/>
                    <a:pt x="21632" y="341"/>
                  </a:cubicBezTo>
                  <a:cubicBezTo>
                    <a:pt x="9742" y="-1803"/>
                    <a:pt x="0" y="6402"/>
                    <a:pt x="0" y="18452"/>
                  </a:cubicBezTo>
                  <a:lnTo>
                    <a:pt x="0" y="163047"/>
                  </a:lnTo>
                  <a:cubicBezTo>
                    <a:pt x="0" y="170994"/>
                    <a:pt x="6334" y="179052"/>
                    <a:pt x="14076" y="180863"/>
                  </a:cubicBezTo>
                  <a:cubicBezTo>
                    <a:pt x="88604" y="198494"/>
                    <a:pt x="144055" y="265321"/>
                    <a:pt x="144055" y="345085"/>
                  </a:cubicBezTo>
                  <a:cubicBezTo>
                    <a:pt x="144055" y="374063"/>
                    <a:pt x="136721" y="401304"/>
                    <a:pt x="123830" y="425108"/>
                  </a:cubicBezTo>
                  <a:cubicBezTo>
                    <a:pt x="102679" y="461441"/>
                    <a:pt x="74157" y="480994"/>
                    <a:pt x="50599" y="491528"/>
                  </a:cubicBezTo>
                  <a:cubicBezTo>
                    <a:pt x="43302" y="494411"/>
                    <a:pt x="35745" y="496777"/>
                    <a:pt x="27966" y="498625"/>
                  </a:cubicBezTo>
                  <a:cubicBezTo>
                    <a:pt x="25818" y="499142"/>
                    <a:pt x="24262" y="501028"/>
                    <a:pt x="24262" y="503245"/>
                  </a:cubicBezTo>
                  <a:lnTo>
                    <a:pt x="24262" y="503245"/>
                  </a:lnTo>
                  <a:cubicBezTo>
                    <a:pt x="24262" y="506239"/>
                    <a:pt x="27040" y="508531"/>
                    <a:pt x="30004" y="507902"/>
                  </a:cubicBezTo>
                  <a:cubicBezTo>
                    <a:pt x="146833" y="482694"/>
                    <a:pt x="234362" y="379090"/>
                    <a:pt x="234362" y="254972"/>
                  </a:cubicBezTo>
                  <a:close/>
                </a:path>
              </a:pathLst>
            </a:custGeom>
            <a:grpFill/>
            <a:ln w="3692" cap="flat">
              <a:noFill/>
              <a:prstDash val="solid"/>
              <a:miter/>
            </a:ln>
          </p:spPr>
          <p:txBody>
            <a:bodyPr rtlCol="0" anchor="ctr"/>
            <a:lstStyle/>
            <a:p>
              <a:endParaRPr lang="en-US">
                <a:solidFill>
                  <a:schemeClr val="tx1"/>
                </a:solidFill>
              </a:endParaRPr>
            </a:p>
          </p:txBody>
        </p:sp>
        <p:sp>
          <p:nvSpPr>
            <p:cNvPr id="19" name="Freeform 18">
              <a:extLst>
                <a:ext uri="{FF2B5EF4-FFF2-40B4-BE49-F238E27FC236}">
                  <a16:creationId xmlns:a16="http://schemas.microsoft.com/office/drawing/2014/main" id="{7DE13287-D818-97AB-93EC-B94B37AA0E2E}"/>
                </a:ext>
              </a:extLst>
            </p:cNvPr>
            <p:cNvSpPr/>
            <p:nvPr/>
          </p:nvSpPr>
          <p:spPr>
            <a:xfrm>
              <a:off x="3210809" y="6013428"/>
              <a:ext cx="61822" cy="88376"/>
            </a:xfrm>
            <a:custGeom>
              <a:avLst/>
              <a:gdLst>
                <a:gd name="connsiteX0" fmla="*/ 0 w 61822"/>
                <a:gd name="connsiteY0" fmla="*/ 0 h 88376"/>
                <a:gd name="connsiteX1" fmla="*/ 61822 w 61822"/>
                <a:gd name="connsiteY1" fmla="*/ 0 h 88376"/>
                <a:gd name="connsiteX2" fmla="*/ 61822 w 61822"/>
                <a:gd name="connsiteY2" fmla="*/ 11828 h 88376"/>
                <a:gd name="connsiteX3" fmla="*/ 38227 w 61822"/>
                <a:gd name="connsiteY3" fmla="*/ 11828 h 88376"/>
                <a:gd name="connsiteX4" fmla="*/ 38227 w 61822"/>
                <a:gd name="connsiteY4" fmla="*/ 88376 h 88376"/>
                <a:gd name="connsiteX5" fmla="*/ 23707 w 61822"/>
                <a:gd name="connsiteY5" fmla="*/ 88376 h 88376"/>
                <a:gd name="connsiteX6" fmla="*/ 23707 w 61822"/>
                <a:gd name="connsiteY6" fmla="*/ 11828 h 88376"/>
                <a:gd name="connsiteX7" fmla="*/ 0 w 61822"/>
                <a:gd name="connsiteY7" fmla="*/ 11828 h 88376"/>
                <a:gd name="connsiteX8" fmla="*/ 0 w 61822"/>
                <a:gd name="connsiteY8" fmla="*/ 0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22" h="88376">
                  <a:moveTo>
                    <a:pt x="0" y="0"/>
                  </a:moveTo>
                  <a:lnTo>
                    <a:pt x="61822" y="0"/>
                  </a:lnTo>
                  <a:lnTo>
                    <a:pt x="61822" y="11828"/>
                  </a:lnTo>
                  <a:lnTo>
                    <a:pt x="38227" y="11828"/>
                  </a:lnTo>
                  <a:lnTo>
                    <a:pt x="38227" y="88376"/>
                  </a:lnTo>
                  <a:lnTo>
                    <a:pt x="23707" y="88376"/>
                  </a:lnTo>
                  <a:lnTo>
                    <a:pt x="23707" y="11828"/>
                  </a:lnTo>
                  <a:lnTo>
                    <a:pt x="0" y="11828"/>
                  </a:lnTo>
                  <a:lnTo>
                    <a:pt x="0" y="0"/>
                  </a:lnTo>
                  <a:close/>
                </a:path>
              </a:pathLst>
            </a:custGeom>
            <a:grpFill/>
            <a:ln w="3692" cap="flat">
              <a:noFill/>
              <a:prstDash val="solid"/>
              <a:miter/>
            </a:ln>
          </p:spPr>
          <p:txBody>
            <a:bodyPr rtlCol="0" anchor="ctr"/>
            <a:lstStyle/>
            <a:p>
              <a:endParaRPr lang="en-US">
                <a:solidFill>
                  <a:schemeClr val="tx1"/>
                </a:solidFill>
              </a:endParaRPr>
            </a:p>
          </p:txBody>
        </p:sp>
        <p:sp>
          <p:nvSpPr>
            <p:cNvPr id="20" name="Freeform 19">
              <a:extLst>
                <a:ext uri="{FF2B5EF4-FFF2-40B4-BE49-F238E27FC236}">
                  <a16:creationId xmlns:a16="http://schemas.microsoft.com/office/drawing/2014/main" id="{1BFC80D5-E0A4-0761-71F1-DD05AEBC2D5D}"/>
                </a:ext>
              </a:extLst>
            </p:cNvPr>
            <p:cNvSpPr/>
            <p:nvPr/>
          </p:nvSpPr>
          <p:spPr>
            <a:xfrm>
              <a:off x="3283707" y="6007735"/>
              <a:ext cx="64230" cy="94142"/>
            </a:xfrm>
            <a:custGeom>
              <a:avLst/>
              <a:gdLst>
                <a:gd name="connsiteX0" fmla="*/ 0 w 64230"/>
                <a:gd name="connsiteY0" fmla="*/ 0 h 94142"/>
                <a:gd name="connsiteX1" fmla="*/ 14520 w 64230"/>
                <a:gd name="connsiteY1" fmla="*/ 0 h 94142"/>
                <a:gd name="connsiteX2" fmla="*/ 14520 w 64230"/>
                <a:gd name="connsiteY2" fmla="*/ 32194 h 94142"/>
                <a:gd name="connsiteX3" fmla="*/ 36301 w 64230"/>
                <a:gd name="connsiteY3" fmla="*/ 22916 h 94142"/>
                <a:gd name="connsiteX4" fmla="*/ 64230 w 64230"/>
                <a:gd name="connsiteY4" fmla="*/ 52819 h 94142"/>
                <a:gd name="connsiteX5" fmla="*/ 64230 w 64230"/>
                <a:gd name="connsiteY5" fmla="*/ 94142 h 94142"/>
                <a:gd name="connsiteX6" fmla="*/ 49821 w 64230"/>
                <a:gd name="connsiteY6" fmla="*/ 94142 h 94142"/>
                <a:gd name="connsiteX7" fmla="*/ 49821 w 64230"/>
                <a:gd name="connsiteY7" fmla="*/ 54962 h 94142"/>
                <a:gd name="connsiteX8" fmla="*/ 32226 w 64230"/>
                <a:gd name="connsiteY8" fmla="*/ 35520 h 94142"/>
                <a:gd name="connsiteX9" fmla="*/ 14520 w 64230"/>
                <a:gd name="connsiteY9" fmla="*/ 54962 h 94142"/>
                <a:gd name="connsiteX10" fmla="*/ 14520 w 64230"/>
                <a:gd name="connsiteY10" fmla="*/ 94142 h 94142"/>
                <a:gd name="connsiteX11" fmla="*/ 0 w 64230"/>
                <a:gd name="connsiteY11" fmla="*/ 94142 h 94142"/>
                <a:gd name="connsiteX12" fmla="*/ 0 w 64230"/>
                <a:gd name="connsiteY12" fmla="*/ 37 h 9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0" h="94142">
                  <a:moveTo>
                    <a:pt x="0" y="0"/>
                  </a:moveTo>
                  <a:lnTo>
                    <a:pt x="14520" y="0"/>
                  </a:lnTo>
                  <a:lnTo>
                    <a:pt x="14520" y="32194"/>
                  </a:lnTo>
                  <a:cubicBezTo>
                    <a:pt x="19373" y="26354"/>
                    <a:pt x="27263" y="22916"/>
                    <a:pt x="36301" y="22916"/>
                  </a:cubicBezTo>
                  <a:cubicBezTo>
                    <a:pt x="51969" y="22916"/>
                    <a:pt x="64230" y="33229"/>
                    <a:pt x="64230" y="52819"/>
                  </a:cubicBezTo>
                  <a:lnTo>
                    <a:pt x="64230" y="94142"/>
                  </a:lnTo>
                  <a:lnTo>
                    <a:pt x="49821" y="94142"/>
                  </a:lnTo>
                  <a:lnTo>
                    <a:pt x="49821" y="54962"/>
                  </a:lnTo>
                  <a:cubicBezTo>
                    <a:pt x="49821" y="42100"/>
                    <a:pt x="42820" y="35520"/>
                    <a:pt x="32226" y="35520"/>
                  </a:cubicBezTo>
                  <a:cubicBezTo>
                    <a:pt x="21632" y="35520"/>
                    <a:pt x="14520" y="42137"/>
                    <a:pt x="14520" y="54962"/>
                  </a:cubicBezTo>
                  <a:lnTo>
                    <a:pt x="14520" y="94142"/>
                  </a:lnTo>
                  <a:lnTo>
                    <a:pt x="0" y="94142"/>
                  </a:lnTo>
                  <a:lnTo>
                    <a:pt x="0" y="37"/>
                  </a:lnTo>
                  <a:close/>
                </a:path>
              </a:pathLst>
            </a:custGeom>
            <a:grpFill/>
            <a:ln w="3692" cap="flat">
              <a:noFill/>
              <a:prstDash val="solid"/>
              <a:miter/>
            </a:ln>
          </p:spPr>
          <p:txBody>
            <a:bodyPr rtlCol="0" anchor="ctr"/>
            <a:lstStyle/>
            <a:p>
              <a:endParaRPr lang="en-US">
                <a:solidFill>
                  <a:schemeClr val="tx1"/>
                </a:solidFill>
              </a:endParaRPr>
            </a:p>
          </p:txBody>
        </p:sp>
        <p:sp>
          <p:nvSpPr>
            <p:cNvPr id="21" name="Freeform 20">
              <a:extLst>
                <a:ext uri="{FF2B5EF4-FFF2-40B4-BE49-F238E27FC236}">
                  <a16:creationId xmlns:a16="http://schemas.microsoft.com/office/drawing/2014/main" id="{A4B415A7-30C6-4767-8A29-C4E5C443E7D5}"/>
                </a:ext>
              </a:extLst>
            </p:cNvPr>
            <p:cNvSpPr/>
            <p:nvPr/>
          </p:nvSpPr>
          <p:spPr>
            <a:xfrm>
              <a:off x="3360420"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tx1"/>
                </a:solidFill>
              </a:endParaRPr>
            </a:p>
          </p:txBody>
        </p:sp>
        <p:sp>
          <p:nvSpPr>
            <p:cNvPr id="22" name="Freeform 21">
              <a:extLst>
                <a:ext uri="{FF2B5EF4-FFF2-40B4-BE49-F238E27FC236}">
                  <a16:creationId xmlns:a16="http://schemas.microsoft.com/office/drawing/2014/main" id="{7F1E795C-5016-2FD7-73AD-FA008B742893}"/>
                </a:ext>
              </a:extLst>
            </p:cNvPr>
            <p:cNvSpPr/>
            <p:nvPr/>
          </p:nvSpPr>
          <p:spPr>
            <a:xfrm>
              <a:off x="3474916" y="6012282"/>
              <a:ext cx="61896" cy="90445"/>
            </a:xfrm>
            <a:custGeom>
              <a:avLst/>
              <a:gdLst>
                <a:gd name="connsiteX0" fmla="*/ 31337 w 61896"/>
                <a:gd name="connsiteY0" fmla="*/ 90446 h 90445"/>
                <a:gd name="connsiteX1" fmla="*/ 0 w 61896"/>
                <a:gd name="connsiteY1" fmla="*/ 65127 h 90445"/>
                <a:gd name="connsiteX2" fmla="*/ 15558 w 61896"/>
                <a:gd name="connsiteY2" fmla="*/ 65127 h 90445"/>
                <a:gd name="connsiteX3" fmla="*/ 31374 w 61896"/>
                <a:gd name="connsiteY3" fmla="*/ 78211 h 90445"/>
                <a:gd name="connsiteX4" fmla="*/ 47302 w 61896"/>
                <a:gd name="connsiteY4" fmla="*/ 65238 h 90445"/>
                <a:gd name="connsiteX5" fmla="*/ 259 w 61896"/>
                <a:gd name="connsiteY5" fmla="*/ 25171 h 90445"/>
                <a:gd name="connsiteX6" fmla="*/ 30708 w 61896"/>
                <a:gd name="connsiteY6" fmla="*/ 0 h 90445"/>
                <a:gd name="connsiteX7" fmla="*/ 60934 w 61896"/>
                <a:gd name="connsiteY7" fmla="*/ 24025 h 90445"/>
                <a:gd name="connsiteX8" fmla="*/ 44857 w 61896"/>
                <a:gd name="connsiteY8" fmla="*/ 24025 h 90445"/>
                <a:gd name="connsiteX9" fmla="*/ 29930 w 61896"/>
                <a:gd name="connsiteY9" fmla="*/ 12308 h 90445"/>
                <a:gd name="connsiteX10" fmla="*/ 15002 w 61896"/>
                <a:gd name="connsiteY10" fmla="*/ 24654 h 90445"/>
                <a:gd name="connsiteX11" fmla="*/ 61897 w 61896"/>
                <a:gd name="connsiteY11" fmla="*/ 64462 h 90445"/>
                <a:gd name="connsiteX12" fmla="*/ 31300 w 61896"/>
                <a:gd name="connsiteY12" fmla="*/ 90409 h 9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896" h="90445">
                  <a:moveTo>
                    <a:pt x="31337" y="90446"/>
                  </a:moveTo>
                  <a:cubicBezTo>
                    <a:pt x="13631" y="90446"/>
                    <a:pt x="0" y="80762"/>
                    <a:pt x="0" y="65127"/>
                  </a:cubicBezTo>
                  <a:lnTo>
                    <a:pt x="15558" y="65127"/>
                  </a:lnTo>
                  <a:cubicBezTo>
                    <a:pt x="16187" y="72372"/>
                    <a:pt x="21299" y="78211"/>
                    <a:pt x="31374" y="78211"/>
                  </a:cubicBezTo>
                  <a:cubicBezTo>
                    <a:pt x="41450" y="78211"/>
                    <a:pt x="47302" y="72741"/>
                    <a:pt x="47302" y="65238"/>
                  </a:cubicBezTo>
                  <a:cubicBezTo>
                    <a:pt x="47302" y="43874"/>
                    <a:pt x="259" y="57735"/>
                    <a:pt x="259" y="25171"/>
                  </a:cubicBezTo>
                  <a:cubicBezTo>
                    <a:pt x="259" y="9647"/>
                    <a:pt x="12631" y="0"/>
                    <a:pt x="30708" y="0"/>
                  </a:cubicBezTo>
                  <a:cubicBezTo>
                    <a:pt x="47673" y="0"/>
                    <a:pt x="59637" y="8908"/>
                    <a:pt x="60934" y="24025"/>
                  </a:cubicBezTo>
                  <a:lnTo>
                    <a:pt x="44857" y="24025"/>
                  </a:lnTo>
                  <a:cubicBezTo>
                    <a:pt x="44339" y="18037"/>
                    <a:pt x="39116" y="12567"/>
                    <a:pt x="29930" y="12308"/>
                  </a:cubicBezTo>
                  <a:cubicBezTo>
                    <a:pt x="21521" y="12050"/>
                    <a:pt x="15002" y="16115"/>
                    <a:pt x="15002" y="24654"/>
                  </a:cubicBezTo>
                  <a:cubicBezTo>
                    <a:pt x="15002" y="44613"/>
                    <a:pt x="61897" y="32157"/>
                    <a:pt x="61897" y="64462"/>
                  </a:cubicBezTo>
                  <a:cubicBezTo>
                    <a:pt x="61897" y="77694"/>
                    <a:pt x="51080" y="90409"/>
                    <a:pt x="31300" y="90409"/>
                  </a:cubicBezTo>
                  <a:close/>
                </a:path>
              </a:pathLst>
            </a:custGeom>
            <a:grpFill/>
            <a:ln w="3692" cap="flat">
              <a:noFill/>
              <a:prstDash val="solid"/>
              <a:miter/>
            </a:ln>
          </p:spPr>
          <p:txBody>
            <a:bodyPr rtlCol="0" anchor="ctr"/>
            <a:lstStyle/>
            <a:p>
              <a:endParaRPr lang="en-US">
                <a:solidFill>
                  <a:schemeClr val="tx1"/>
                </a:solidFill>
              </a:endParaRPr>
            </a:p>
          </p:txBody>
        </p:sp>
        <p:sp>
          <p:nvSpPr>
            <p:cNvPr id="23" name="Freeform 22">
              <a:extLst>
                <a:ext uri="{FF2B5EF4-FFF2-40B4-BE49-F238E27FC236}">
                  <a16:creationId xmlns:a16="http://schemas.microsoft.com/office/drawing/2014/main" id="{BABFCB80-4E4F-5BCF-DBB2-5A57A206894E}"/>
                </a:ext>
              </a:extLst>
            </p:cNvPr>
            <p:cNvSpPr/>
            <p:nvPr/>
          </p:nvSpPr>
          <p:spPr>
            <a:xfrm>
              <a:off x="3552073" y="6030615"/>
              <a:ext cx="72008" cy="104565"/>
            </a:xfrm>
            <a:custGeom>
              <a:avLst/>
              <a:gdLst>
                <a:gd name="connsiteX0" fmla="*/ 39005 w 72008"/>
                <a:gd name="connsiteY0" fmla="*/ 0 h 104565"/>
                <a:gd name="connsiteX1" fmla="*/ 72009 w 72008"/>
                <a:gd name="connsiteY1" fmla="*/ 35853 h 104565"/>
                <a:gd name="connsiteX2" fmla="*/ 39005 w 72008"/>
                <a:gd name="connsiteY2" fmla="*/ 72372 h 104565"/>
                <a:gd name="connsiteX3" fmla="*/ 14520 w 72008"/>
                <a:gd name="connsiteY3" fmla="*/ 61061 h 104565"/>
                <a:gd name="connsiteX4" fmla="*/ 14520 w 72008"/>
                <a:gd name="connsiteY4" fmla="*/ 104565 h 104565"/>
                <a:gd name="connsiteX5" fmla="*/ 0 w 72008"/>
                <a:gd name="connsiteY5" fmla="*/ 104565 h 104565"/>
                <a:gd name="connsiteX6" fmla="*/ 0 w 72008"/>
                <a:gd name="connsiteY6" fmla="*/ 1183 h 104565"/>
                <a:gd name="connsiteX7" fmla="*/ 14520 w 72008"/>
                <a:gd name="connsiteY7" fmla="*/ 1183 h 104565"/>
                <a:gd name="connsiteX8" fmla="*/ 14520 w 72008"/>
                <a:gd name="connsiteY8" fmla="*/ 11495 h 104565"/>
                <a:gd name="connsiteX9" fmla="*/ 39005 w 72008"/>
                <a:gd name="connsiteY9" fmla="*/ 37 h 104565"/>
                <a:gd name="connsiteX10" fmla="*/ 35819 w 72008"/>
                <a:gd name="connsiteY10" fmla="*/ 12604 h 104565"/>
                <a:gd name="connsiteX11" fmla="*/ 14520 w 72008"/>
                <a:gd name="connsiteY11" fmla="*/ 36149 h 104565"/>
                <a:gd name="connsiteX12" fmla="*/ 35819 w 72008"/>
                <a:gd name="connsiteY12" fmla="*/ 59804 h 104565"/>
                <a:gd name="connsiteX13" fmla="*/ 57229 w 72008"/>
                <a:gd name="connsiteY13" fmla="*/ 35890 h 104565"/>
                <a:gd name="connsiteX14" fmla="*/ 35819 w 72008"/>
                <a:gd name="connsiteY14" fmla="*/ 12604 h 10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008" h="104565">
                  <a:moveTo>
                    <a:pt x="39005" y="0"/>
                  </a:moveTo>
                  <a:cubicBezTo>
                    <a:pt x="57489" y="0"/>
                    <a:pt x="72009" y="14230"/>
                    <a:pt x="72009" y="35853"/>
                  </a:cubicBezTo>
                  <a:cubicBezTo>
                    <a:pt x="72009" y="57476"/>
                    <a:pt x="57489" y="72372"/>
                    <a:pt x="39005" y="72372"/>
                  </a:cubicBezTo>
                  <a:cubicBezTo>
                    <a:pt x="27411" y="72372"/>
                    <a:pt x="19113" y="66532"/>
                    <a:pt x="14520" y="61061"/>
                  </a:cubicBezTo>
                  <a:lnTo>
                    <a:pt x="14520" y="104565"/>
                  </a:lnTo>
                  <a:lnTo>
                    <a:pt x="0" y="104565"/>
                  </a:lnTo>
                  <a:lnTo>
                    <a:pt x="0" y="1183"/>
                  </a:lnTo>
                  <a:lnTo>
                    <a:pt x="14520" y="1183"/>
                  </a:lnTo>
                  <a:lnTo>
                    <a:pt x="14520" y="11495"/>
                  </a:lnTo>
                  <a:cubicBezTo>
                    <a:pt x="18965" y="5655"/>
                    <a:pt x="27522" y="37"/>
                    <a:pt x="39005" y="37"/>
                  </a:cubicBezTo>
                  <a:close/>
                  <a:moveTo>
                    <a:pt x="35819" y="12604"/>
                  </a:moveTo>
                  <a:cubicBezTo>
                    <a:pt x="25003" y="12604"/>
                    <a:pt x="14520" y="21142"/>
                    <a:pt x="14520" y="36149"/>
                  </a:cubicBezTo>
                  <a:cubicBezTo>
                    <a:pt x="14520" y="51155"/>
                    <a:pt x="24966" y="59804"/>
                    <a:pt x="35819" y="59804"/>
                  </a:cubicBezTo>
                  <a:cubicBezTo>
                    <a:pt x="46672" y="59804"/>
                    <a:pt x="57229" y="51044"/>
                    <a:pt x="57229" y="35890"/>
                  </a:cubicBezTo>
                  <a:cubicBezTo>
                    <a:pt x="57229" y="20736"/>
                    <a:pt x="46784" y="12604"/>
                    <a:pt x="35819" y="12604"/>
                  </a:cubicBezTo>
                  <a:close/>
                </a:path>
              </a:pathLst>
            </a:custGeom>
            <a:grpFill/>
            <a:ln w="3692" cap="flat">
              <a:noFill/>
              <a:prstDash val="solid"/>
              <a:miter/>
            </a:ln>
          </p:spPr>
          <p:txBody>
            <a:bodyPr rtlCol="0" anchor="ctr"/>
            <a:lstStyle/>
            <a:p>
              <a:endParaRPr lang="en-US">
                <a:solidFill>
                  <a:schemeClr val="tx1"/>
                </a:solidFill>
              </a:endParaRPr>
            </a:p>
          </p:txBody>
        </p:sp>
        <p:sp>
          <p:nvSpPr>
            <p:cNvPr id="24" name="Freeform 23">
              <a:extLst>
                <a:ext uri="{FF2B5EF4-FFF2-40B4-BE49-F238E27FC236}">
                  <a16:creationId xmlns:a16="http://schemas.microsoft.com/office/drawing/2014/main" id="{80299DA5-A3D6-EF89-0C0D-D0AAC5649698}"/>
                </a:ext>
              </a:extLst>
            </p:cNvPr>
            <p:cNvSpPr/>
            <p:nvPr/>
          </p:nvSpPr>
          <p:spPr>
            <a:xfrm>
              <a:off x="363319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tx1"/>
                </a:solidFill>
              </a:endParaRPr>
            </a:p>
          </p:txBody>
        </p:sp>
        <p:sp>
          <p:nvSpPr>
            <p:cNvPr id="25" name="Freeform 24">
              <a:extLst>
                <a:ext uri="{FF2B5EF4-FFF2-40B4-BE49-F238E27FC236}">
                  <a16:creationId xmlns:a16="http://schemas.microsoft.com/office/drawing/2014/main" id="{786AABE9-2820-18C1-38CE-B633FE47E822}"/>
                </a:ext>
              </a:extLst>
            </p:cNvPr>
            <p:cNvSpPr/>
            <p:nvPr/>
          </p:nvSpPr>
          <p:spPr>
            <a:xfrm>
              <a:off x="3711463" y="6030615"/>
              <a:ext cx="66786" cy="72408"/>
            </a:xfrm>
            <a:custGeom>
              <a:avLst/>
              <a:gdLst>
                <a:gd name="connsiteX0" fmla="*/ 34412 w 66786"/>
                <a:gd name="connsiteY0" fmla="*/ 0 h 72408"/>
                <a:gd name="connsiteX1" fmla="*/ 66786 w 66786"/>
                <a:gd name="connsiteY1" fmla="*/ 23286 h 72408"/>
                <a:gd name="connsiteX2" fmla="*/ 51118 w 66786"/>
                <a:gd name="connsiteY2" fmla="*/ 23286 h 72408"/>
                <a:gd name="connsiteX3" fmla="*/ 34412 w 66786"/>
                <a:gd name="connsiteY3" fmla="*/ 12234 h 72408"/>
                <a:gd name="connsiteX4" fmla="*/ 14928 w 66786"/>
                <a:gd name="connsiteY4" fmla="*/ 36149 h 72408"/>
                <a:gd name="connsiteX5" fmla="*/ 34412 w 66786"/>
                <a:gd name="connsiteY5" fmla="*/ 60174 h 72408"/>
                <a:gd name="connsiteX6" fmla="*/ 51118 w 66786"/>
                <a:gd name="connsiteY6" fmla="*/ 49122 h 72408"/>
                <a:gd name="connsiteX7" fmla="*/ 66786 w 66786"/>
                <a:gd name="connsiteY7" fmla="*/ 49122 h 72408"/>
                <a:gd name="connsiteX8" fmla="*/ 34412 w 66786"/>
                <a:gd name="connsiteY8" fmla="*/ 72408 h 72408"/>
                <a:gd name="connsiteX9" fmla="*/ 0 w 66786"/>
                <a:gd name="connsiteY9" fmla="*/ 36149 h 72408"/>
                <a:gd name="connsiteX10" fmla="*/ 34412 w 66786"/>
                <a:gd name="connsiteY10" fmla="*/ 37 h 7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86" h="72408">
                  <a:moveTo>
                    <a:pt x="34412" y="0"/>
                  </a:moveTo>
                  <a:cubicBezTo>
                    <a:pt x="51599" y="0"/>
                    <a:pt x="62823" y="8501"/>
                    <a:pt x="66786" y="23286"/>
                  </a:cubicBezTo>
                  <a:lnTo>
                    <a:pt x="51118" y="23286"/>
                  </a:lnTo>
                  <a:cubicBezTo>
                    <a:pt x="48710" y="16559"/>
                    <a:pt x="43079" y="12234"/>
                    <a:pt x="34412" y="12234"/>
                  </a:cubicBezTo>
                  <a:cubicBezTo>
                    <a:pt x="22670" y="12234"/>
                    <a:pt x="14928" y="20884"/>
                    <a:pt x="14928" y="36149"/>
                  </a:cubicBezTo>
                  <a:cubicBezTo>
                    <a:pt x="14928" y="51414"/>
                    <a:pt x="22707" y="60174"/>
                    <a:pt x="34412" y="60174"/>
                  </a:cubicBezTo>
                  <a:cubicBezTo>
                    <a:pt x="43079" y="60174"/>
                    <a:pt x="48413" y="56367"/>
                    <a:pt x="51118" y="49122"/>
                  </a:cubicBezTo>
                  <a:lnTo>
                    <a:pt x="66786" y="49122"/>
                  </a:lnTo>
                  <a:cubicBezTo>
                    <a:pt x="62823" y="62872"/>
                    <a:pt x="51636" y="72408"/>
                    <a:pt x="34412" y="72408"/>
                  </a:cubicBezTo>
                  <a:cubicBezTo>
                    <a:pt x="14261" y="72408"/>
                    <a:pt x="0" y="58178"/>
                    <a:pt x="0" y="36149"/>
                  </a:cubicBezTo>
                  <a:cubicBezTo>
                    <a:pt x="0" y="14119"/>
                    <a:pt x="14261" y="37"/>
                    <a:pt x="34412" y="37"/>
                  </a:cubicBezTo>
                  <a:close/>
                </a:path>
              </a:pathLst>
            </a:custGeom>
            <a:grpFill/>
            <a:ln w="3692" cap="flat">
              <a:noFill/>
              <a:prstDash val="solid"/>
              <a:miter/>
            </a:ln>
          </p:spPr>
          <p:txBody>
            <a:bodyPr rtlCol="0" anchor="ctr"/>
            <a:lstStyle/>
            <a:p>
              <a:endParaRPr lang="en-US">
                <a:solidFill>
                  <a:schemeClr val="tx1"/>
                </a:solidFill>
              </a:endParaRPr>
            </a:p>
          </p:txBody>
        </p:sp>
        <p:sp>
          <p:nvSpPr>
            <p:cNvPr id="26" name="Freeform 25">
              <a:extLst>
                <a:ext uri="{FF2B5EF4-FFF2-40B4-BE49-F238E27FC236}">
                  <a16:creationId xmlns:a16="http://schemas.microsoft.com/office/drawing/2014/main" id="{053A5EFE-28B4-3871-3162-A0F800145F60}"/>
                </a:ext>
              </a:extLst>
            </p:cNvPr>
            <p:cNvSpPr/>
            <p:nvPr/>
          </p:nvSpPr>
          <p:spPr>
            <a:xfrm>
              <a:off x="3789066" y="6003891"/>
              <a:ext cx="18483" cy="97949"/>
            </a:xfrm>
            <a:custGeom>
              <a:avLst/>
              <a:gdLst>
                <a:gd name="connsiteX0" fmla="*/ 0 w 18483"/>
                <a:gd name="connsiteY0" fmla="*/ 9277 h 97949"/>
                <a:gd name="connsiteX1" fmla="*/ 9297 w 18483"/>
                <a:gd name="connsiteY1" fmla="*/ 0 h 97949"/>
                <a:gd name="connsiteX2" fmla="*/ 18484 w 18483"/>
                <a:gd name="connsiteY2" fmla="*/ 9277 h 97949"/>
                <a:gd name="connsiteX3" fmla="*/ 9297 w 18483"/>
                <a:gd name="connsiteY3" fmla="*/ 18555 h 97949"/>
                <a:gd name="connsiteX4" fmla="*/ 0 w 18483"/>
                <a:gd name="connsiteY4" fmla="*/ 9277 h 97949"/>
                <a:gd name="connsiteX5" fmla="*/ 1926 w 18483"/>
                <a:gd name="connsiteY5" fmla="*/ 27869 h 97949"/>
                <a:gd name="connsiteX6" fmla="*/ 16446 w 18483"/>
                <a:gd name="connsiteY6" fmla="*/ 27869 h 97949"/>
                <a:gd name="connsiteX7" fmla="*/ 16446 w 18483"/>
                <a:gd name="connsiteY7" fmla="*/ 97949 h 97949"/>
                <a:gd name="connsiteX8" fmla="*/ 1926 w 18483"/>
                <a:gd name="connsiteY8" fmla="*/ 97949 h 97949"/>
                <a:gd name="connsiteX9" fmla="*/ 1926 w 18483"/>
                <a:gd name="connsiteY9" fmla="*/ 27869 h 97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83" h="97949">
                  <a:moveTo>
                    <a:pt x="0" y="9277"/>
                  </a:moveTo>
                  <a:cubicBezTo>
                    <a:pt x="0" y="4066"/>
                    <a:pt x="4075" y="0"/>
                    <a:pt x="9297" y="0"/>
                  </a:cubicBezTo>
                  <a:cubicBezTo>
                    <a:pt x="14520" y="0"/>
                    <a:pt x="18484" y="4066"/>
                    <a:pt x="18484" y="9277"/>
                  </a:cubicBezTo>
                  <a:cubicBezTo>
                    <a:pt x="18484" y="14489"/>
                    <a:pt x="14409" y="18555"/>
                    <a:pt x="9297" y="18555"/>
                  </a:cubicBezTo>
                  <a:cubicBezTo>
                    <a:pt x="4186" y="18555"/>
                    <a:pt x="0" y="14489"/>
                    <a:pt x="0" y="9277"/>
                  </a:cubicBezTo>
                  <a:close/>
                  <a:moveTo>
                    <a:pt x="1926" y="27869"/>
                  </a:moveTo>
                  <a:lnTo>
                    <a:pt x="16446" y="27869"/>
                  </a:lnTo>
                  <a:lnTo>
                    <a:pt x="16446" y="97949"/>
                  </a:lnTo>
                  <a:lnTo>
                    <a:pt x="1926" y="97949"/>
                  </a:lnTo>
                  <a:lnTo>
                    <a:pt x="1926" y="27869"/>
                  </a:lnTo>
                  <a:close/>
                </a:path>
              </a:pathLst>
            </a:custGeom>
            <a:grpFill/>
            <a:ln w="3692" cap="flat">
              <a:noFill/>
              <a:prstDash val="solid"/>
              <a:miter/>
            </a:ln>
          </p:spPr>
          <p:txBody>
            <a:bodyPr rtlCol="0" anchor="ctr"/>
            <a:lstStyle/>
            <a:p>
              <a:endParaRPr lang="en-US">
                <a:solidFill>
                  <a:schemeClr val="tx1"/>
                </a:solidFill>
              </a:endParaRPr>
            </a:p>
          </p:txBody>
        </p:sp>
        <p:sp>
          <p:nvSpPr>
            <p:cNvPr id="27" name="Freeform 26">
              <a:extLst>
                <a:ext uri="{FF2B5EF4-FFF2-40B4-BE49-F238E27FC236}">
                  <a16:creationId xmlns:a16="http://schemas.microsoft.com/office/drawing/2014/main" id="{E330EB68-BD3E-D4A6-4C78-DAED9D0597F4}"/>
                </a:ext>
              </a:extLst>
            </p:cNvPr>
            <p:cNvSpPr/>
            <p:nvPr/>
          </p:nvSpPr>
          <p:spPr>
            <a:xfrm>
              <a:off x="3818328"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tx1"/>
                </a:solidFill>
              </a:endParaRPr>
            </a:p>
          </p:txBody>
        </p:sp>
        <p:sp>
          <p:nvSpPr>
            <p:cNvPr id="28" name="Freeform 27">
              <a:extLst>
                <a:ext uri="{FF2B5EF4-FFF2-40B4-BE49-F238E27FC236}">
                  <a16:creationId xmlns:a16="http://schemas.microsoft.com/office/drawing/2014/main" id="{D0E9DE69-05EE-5114-1691-8EA55A9FBB3E}"/>
                </a:ext>
              </a:extLst>
            </p:cNvPr>
            <p:cNvSpPr/>
            <p:nvPr/>
          </p:nvSpPr>
          <p:spPr>
            <a:xfrm>
              <a:off x="3907969"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tx1"/>
                </a:solidFill>
              </a:endParaRPr>
            </a:p>
          </p:txBody>
        </p:sp>
        <p:sp>
          <p:nvSpPr>
            <p:cNvPr id="29" name="Freeform 28">
              <a:extLst>
                <a:ext uri="{FF2B5EF4-FFF2-40B4-BE49-F238E27FC236}">
                  <a16:creationId xmlns:a16="http://schemas.microsoft.com/office/drawing/2014/main" id="{3856FAF7-132F-A0AB-61AD-160380E0688B}"/>
                </a:ext>
              </a:extLst>
            </p:cNvPr>
            <p:cNvSpPr/>
            <p:nvPr/>
          </p:nvSpPr>
          <p:spPr>
            <a:xfrm>
              <a:off x="3933935"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tx1"/>
                </a:solidFill>
              </a:endParaRPr>
            </a:p>
          </p:txBody>
        </p:sp>
        <p:sp>
          <p:nvSpPr>
            <p:cNvPr id="30" name="Freeform 29">
              <a:extLst>
                <a:ext uri="{FF2B5EF4-FFF2-40B4-BE49-F238E27FC236}">
                  <a16:creationId xmlns:a16="http://schemas.microsoft.com/office/drawing/2014/main" id="{C54C5F21-1C9E-EC43-EF57-5F0A0686E9AE}"/>
                </a:ext>
              </a:extLst>
            </p:cNvPr>
            <p:cNvSpPr/>
            <p:nvPr/>
          </p:nvSpPr>
          <p:spPr>
            <a:xfrm>
              <a:off x="3980460" y="6031761"/>
              <a:ext cx="71527" cy="103013"/>
            </a:xfrm>
            <a:custGeom>
              <a:avLst/>
              <a:gdLst>
                <a:gd name="connsiteX0" fmla="*/ 56488 w 71527"/>
                <a:gd name="connsiteY0" fmla="*/ 0 h 103013"/>
                <a:gd name="connsiteX1" fmla="*/ 71527 w 71527"/>
                <a:gd name="connsiteY1" fmla="*/ 0 h 103013"/>
                <a:gd name="connsiteX2" fmla="*/ 28448 w 71527"/>
                <a:gd name="connsiteY2" fmla="*/ 103013 h 103013"/>
                <a:gd name="connsiteX3" fmla="*/ 13409 w 71527"/>
                <a:gd name="connsiteY3" fmla="*/ 103013 h 103013"/>
                <a:gd name="connsiteX4" fmla="*/ 27670 w 71527"/>
                <a:gd name="connsiteY4" fmla="*/ 68934 h 103013"/>
                <a:gd name="connsiteX5" fmla="*/ 0 w 71527"/>
                <a:gd name="connsiteY5" fmla="*/ 0 h 103013"/>
                <a:gd name="connsiteX6" fmla="*/ 16187 w 71527"/>
                <a:gd name="connsiteY6" fmla="*/ 0 h 103013"/>
                <a:gd name="connsiteX7" fmla="*/ 35930 w 71527"/>
                <a:gd name="connsiteY7" fmla="*/ 53410 h 103013"/>
                <a:gd name="connsiteX8" fmla="*/ 56451 w 71527"/>
                <a:gd name="connsiteY8" fmla="*/ 0 h 10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 h="103013">
                  <a:moveTo>
                    <a:pt x="56488" y="0"/>
                  </a:moveTo>
                  <a:lnTo>
                    <a:pt x="71527" y="0"/>
                  </a:lnTo>
                  <a:lnTo>
                    <a:pt x="28448" y="103013"/>
                  </a:lnTo>
                  <a:lnTo>
                    <a:pt x="13409" y="103013"/>
                  </a:lnTo>
                  <a:lnTo>
                    <a:pt x="27670" y="68934"/>
                  </a:lnTo>
                  <a:lnTo>
                    <a:pt x="0" y="0"/>
                  </a:lnTo>
                  <a:lnTo>
                    <a:pt x="16187" y="0"/>
                  </a:lnTo>
                  <a:lnTo>
                    <a:pt x="35930" y="53410"/>
                  </a:lnTo>
                  <a:lnTo>
                    <a:pt x="56451" y="0"/>
                  </a:lnTo>
                  <a:close/>
                </a:path>
              </a:pathLst>
            </a:custGeom>
            <a:grpFill/>
            <a:ln w="3692" cap="flat">
              <a:noFill/>
              <a:prstDash val="solid"/>
              <a:miter/>
            </a:ln>
          </p:spPr>
          <p:txBody>
            <a:bodyPr rtlCol="0" anchor="ctr"/>
            <a:lstStyle/>
            <a:p>
              <a:endParaRPr lang="en-US">
                <a:solidFill>
                  <a:schemeClr val="tx1"/>
                </a:solidFill>
              </a:endParaRPr>
            </a:p>
          </p:txBody>
        </p:sp>
        <p:sp>
          <p:nvSpPr>
            <p:cNvPr id="31" name="Freeform 30">
              <a:extLst>
                <a:ext uri="{FF2B5EF4-FFF2-40B4-BE49-F238E27FC236}">
                  <a16:creationId xmlns:a16="http://schemas.microsoft.com/office/drawing/2014/main" id="{1845A3E2-F6CF-E745-27ED-1112EE892CCB}"/>
                </a:ext>
              </a:extLst>
            </p:cNvPr>
            <p:cNvSpPr/>
            <p:nvPr/>
          </p:nvSpPr>
          <p:spPr>
            <a:xfrm>
              <a:off x="4091251" y="6012282"/>
              <a:ext cx="86380" cy="90298"/>
            </a:xfrm>
            <a:custGeom>
              <a:avLst/>
              <a:gdLst>
                <a:gd name="connsiteX0" fmla="*/ 45228 w 86380"/>
                <a:gd name="connsiteY0" fmla="*/ 0 h 90298"/>
                <a:gd name="connsiteX1" fmla="*/ 86381 w 86380"/>
                <a:gd name="connsiteY1" fmla="*/ 26576 h 90298"/>
                <a:gd name="connsiteX2" fmla="*/ 68934 w 86380"/>
                <a:gd name="connsiteY2" fmla="*/ 26576 h 90298"/>
                <a:gd name="connsiteX3" fmla="*/ 45228 w 86380"/>
                <a:gd name="connsiteY3" fmla="*/ 12715 h 90298"/>
                <a:gd name="connsiteX4" fmla="*/ 14891 w 86380"/>
                <a:gd name="connsiteY4" fmla="*/ 45131 h 90298"/>
                <a:gd name="connsiteX5" fmla="*/ 45228 w 86380"/>
                <a:gd name="connsiteY5" fmla="*/ 77694 h 90298"/>
                <a:gd name="connsiteX6" fmla="*/ 68934 w 86380"/>
                <a:gd name="connsiteY6" fmla="*/ 63833 h 90298"/>
                <a:gd name="connsiteX7" fmla="*/ 86381 w 86380"/>
                <a:gd name="connsiteY7" fmla="*/ 63833 h 90298"/>
                <a:gd name="connsiteX8" fmla="*/ 45228 w 86380"/>
                <a:gd name="connsiteY8" fmla="*/ 90298 h 90298"/>
                <a:gd name="connsiteX9" fmla="*/ 0 w 86380"/>
                <a:gd name="connsiteY9" fmla="*/ 45168 h 90298"/>
                <a:gd name="connsiteX10" fmla="*/ 45228 w 86380"/>
                <a:gd name="connsiteY10" fmla="*/ 37 h 9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 h="90298">
                  <a:moveTo>
                    <a:pt x="45228" y="0"/>
                  </a:moveTo>
                  <a:cubicBezTo>
                    <a:pt x="63712" y="0"/>
                    <a:pt x="79640" y="9277"/>
                    <a:pt x="86381" y="26576"/>
                  </a:cubicBezTo>
                  <a:lnTo>
                    <a:pt x="68934" y="26576"/>
                  </a:lnTo>
                  <a:cubicBezTo>
                    <a:pt x="64230" y="17150"/>
                    <a:pt x="55822" y="12715"/>
                    <a:pt x="45228" y="12715"/>
                  </a:cubicBezTo>
                  <a:cubicBezTo>
                    <a:pt x="27633" y="12715"/>
                    <a:pt x="14891" y="25171"/>
                    <a:pt x="14891" y="45131"/>
                  </a:cubicBezTo>
                  <a:cubicBezTo>
                    <a:pt x="14891" y="65090"/>
                    <a:pt x="27633" y="77694"/>
                    <a:pt x="45228" y="77694"/>
                  </a:cubicBezTo>
                  <a:cubicBezTo>
                    <a:pt x="55822" y="77694"/>
                    <a:pt x="64230" y="73259"/>
                    <a:pt x="68934" y="63833"/>
                  </a:cubicBezTo>
                  <a:lnTo>
                    <a:pt x="86381" y="63833"/>
                  </a:lnTo>
                  <a:cubicBezTo>
                    <a:pt x="79640" y="81132"/>
                    <a:pt x="63712" y="90298"/>
                    <a:pt x="45228" y="90298"/>
                  </a:cubicBezTo>
                  <a:cubicBezTo>
                    <a:pt x="20262" y="90298"/>
                    <a:pt x="0" y="71743"/>
                    <a:pt x="0" y="45168"/>
                  </a:cubicBezTo>
                  <a:cubicBezTo>
                    <a:pt x="0" y="18592"/>
                    <a:pt x="20262" y="37"/>
                    <a:pt x="45228" y="37"/>
                  </a:cubicBezTo>
                  <a:close/>
                </a:path>
              </a:pathLst>
            </a:custGeom>
            <a:grpFill/>
            <a:ln w="3692" cap="flat">
              <a:noFill/>
              <a:prstDash val="solid"/>
              <a:miter/>
            </a:ln>
          </p:spPr>
          <p:txBody>
            <a:bodyPr rtlCol="0" anchor="ctr"/>
            <a:lstStyle/>
            <a:p>
              <a:endParaRPr lang="en-US">
                <a:solidFill>
                  <a:schemeClr val="tx1"/>
                </a:solidFill>
              </a:endParaRPr>
            </a:p>
          </p:txBody>
        </p:sp>
        <p:sp>
          <p:nvSpPr>
            <p:cNvPr id="32" name="Freeform 31">
              <a:extLst>
                <a:ext uri="{FF2B5EF4-FFF2-40B4-BE49-F238E27FC236}">
                  <a16:creationId xmlns:a16="http://schemas.microsoft.com/office/drawing/2014/main" id="{DF4EA2CA-0344-942A-FA1F-D784C5876C35}"/>
                </a:ext>
              </a:extLst>
            </p:cNvPr>
            <p:cNvSpPr/>
            <p:nvPr/>
          </p:nvSpPr>
          <p:spPr>
            <a:xfrm>
              <a:off x="4187300"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8" y="72372"/>
                    <a:pt x="0" y="57476"/>
                    <a:pt x="0" y="35853"/>
                  </a:cubicBezTo>
                  <a:cubicBezTo>
                    <a:pt x="0" y="14230"/>
                    <a:pt x="14668"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tx1"/>
                </a:solidFill>
              </a:endParaRPr>
            </a:p>
          </p:txBody>
        </p:sp>
        <p:sp>
          <p:nvSpPr>
            <p:cNvPr id="33" name="Freeform 32">
              <a:extLst>
                <a:ext uri="{FF2B5EF4-FFF2-40B4-BE49-F238E27FC236}">
                  <a16:creationId xmlns:a16="http://schemas.microsoft.com/office/drawing/2014/main" id="{9C3106FA-1EC5-84D7-A313-42E680951B67}"/>
                </a:ext>
              </a:extLst>
            </p:cNvPr>
            <p:cNvSpPr/>
            <p:nvPr/>
          </p:nvSpPr>
          <p:spPr>
            <a:xfrm>
              <a:off x="4274422" y="6030615"/>
              <a:ext cx="35559" cy="71225"/>
            </a:xfrm>
            <a:custGeom>
              <a:avLst/>
              <a:gdLst>
                <a:gd name="connsiteX0" fmla="*/ 14520 w 35559"/>
                <a:gd name="connsiteY0" fmla="*/ 71226 h 71225"/>
                <a:gd name="connsiteX1" fmla="*/ 0 w 35559"/>
                <a:gd name="connsiteY1" fmla="*/ 71226 h 71225"/>
                <a:gd name="connsiteX2" fmla="*/ 0 w 35559"/>
                <a:gd name="connsiteY2" fmla="*/ 1146 h 71225"/>
                <a:gd name="connsiteX3" fmla="*/ 14520 w 35559"/>
                <a:gd name="connsiteY3" fmla="*/ 1146 h 71225"/>
                <a:gd name="connsiteX4" fmla="*/ 14520 w 35559"/>
                <a:gd name="connsiteY4" fmla="*/ 11310 h 71225"/>
                <a:gd name="connsiteX5" fmla="*/ 35560 w 35559"/>
                <a:gd name="connsiteY5" fmla="*/ 0 h 71225"/>
                <a:gd name="connsiteX6" fmla="*/ 35560 w 35559"/>
                <a:gd name="connsiteY6" fmla="*/ 15007 h 71225"/>
                <a:gd name="connsiteX7" fmla="*/ 31856 w 35559"/>
                <a:gd name="connsiteY7" fmla="*/ 15007 h 71225"/>
                <a:gd name="connsiteX8" fmla="*/ 14520 w 35559"/>
                <a:gd name="connsiteY8" fmla="*/ 34338 h 71225"/>
                <a:gd name="connsiteX9" fmla="*/ 14520 w 35559"/>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59"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tx1"/>
                </a:solidFill>
              </a:endParaRPr>
            </a:p>
          </p:txBody>
        </p:sp>
        <p:sp>
          <p:nvSpPr>
            <p:cNvPr id="34" name="Freeform 33">
              <a:extLst>
                <a:ext uri="{FF2B5EF4-FFF2-40B4-BE49-F238E27FC236}">
                  <a16:creationId xmlns:a16="http://schemas.microsoft.com/office/drawing/2014/main" id="{93BCCAB2-7B8F-B9E1-4201-D5CE9DBF3DA8}"/>
                </a:ext>
              </a:extLst>
            </p:cNvPr>
            <p:cNvSpPr/>
            <p:nvPr/>
          </p:nvSpPr>
          <p:spPr>
            <a:xfrm>
              <a:off x="431583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0 w 69193"/>
                <a:gd name="connsiteY8" fmla="*/ 50342 h 72371"/>
                <a:gd name="connsiteX9" fmla="*/ 34967 w 69193"/>
                <a:gd name="connsiteY9" fmla="*/ 72335 h 72371"/>
                <a:gd name="connsiteX10" fmla="*/ 15150 w 69193"/>
                <a:gd name="connsiteY10" fmla="*/ 29865 h 72371"/>
                <a:gd name="connsiteX11" fmla="*/ 54007 w 69193"/>
                <a:gd name="connsiteY11" fmla="*/ 29865 h 72371"/>
                <a:gd name="connsiteX12" fmla="*/ 34375 w 69193"/>
                <a:gd name="connsiteY12" fmla="*/ 12197 h 72371"/>
                <a:gd name="connsiteX13" fmla="*/ 15113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83" y="39143"/>
                    <a:pt x="68675" y="41582"/>
                  </a:cubicBezTo>
                  <a:lnTo>
                    <a:pt x="15002" y="41582"/>
                  </a:lnTo>
                  <a:cubicBezTo>
                    <a:pt x="16039" y="53151"/>
                    <a:pt x="24299" y="60137"/>
                    <a:pt x="35004" y="60137"/>
                  </a:cubicBezTo>
                  <a:cubicBezTo>
                    <a:pt x="43931" y="60137"/>
                    <a:pt x="48895" y="55813"/>
                    <a:pt x="51562" y="50342"/>
                  </a:cubicBezTo>
                  <a:lnTo>
                    <a:pt x="67230" y="50342"/>
                  </a:lnTo>
                  <a:cubicBezTo>
                    <a:pt x="63267" y="62540"/>
                    <a:pt x="52192" y="72335"/>
                    <a:pt x="34967" y="72335"/>
                  </a:cubicBezTo>
                  <a:close/>
                  <a:moveTo>
                    <a:pt x="15150" y="29865"/>
                  </a:moveTo>
                  <a:lnTo>
                    <a:pt x="54007" y="29865"/>
                  </a:lnTo>
                  <a:cubicBezTo>
                    <a:pt x="53747" y="19072"/>
                    <a:pt x="45228" y="12197"/>
                    <a:pt x="34375" y="12197"/>
                  </a:cubicBezTo>
                  <a:cubicBezTo>
                    <a:pt x="24559" y="12197"/>
                    <a:pt x="16669" y="18814"/>
                    <a:pt x="15113" y="29865"/>
                  </a:cubicBezTo>
                  <a:close/>
                </a:path>
              </a:pathLst>
            </a:custGeom>
            <a:grpFill/>
            <a:ln w="3692" cap="flat">
              <a:noFill/>
              <a:prstDash val="solid"/>
              <a:miter/>
            </a:ln>
          </p:spPr>
          <p:txBody>
            <a:bodyPr rtlCol="0" anchor="ctr"/>
            <a:lstStyle/>
            <a:p>
              <a:endParaRPr lang="en-US">
                <a:solidFill>
                  <a:schemeClr val="tx1"/>
                </a:solidFill>
              </a:endParaRPr>
            </a:p>
          </p:txBody>
        </p:sp>
        <p:sp>
          <p:nvSpPr>
            <p:cNvPr id="35" name="Freeform 34">
              <a:extLst>
                <a:ext uri="{FF2B5EF4-FFF2-40B4-BE49-F238E27FC236}">
                  <a16:creationId xmlns:a16="http://schemas.microsoft.com/office/drawing/2014/main" id="{FFEA4E7C-191E-7EB6-AB38-7DCABAAD327A}"/>
                </a:ext>
              </a:extLst>
            </p:cNvPr>
            <p:cNvSpPr/>
            <p:nvPr/>
          </p:nvSpPr>
          <p:spPr>
            <a:xfrm>
              <a:off x="4432442" y="6013428"/>
              <a:ext cx="61933" cy="88376"/>
            </a:xfrm>
            <a:custGeom>
              <a:avLst/>
              <a:gdLst>
                <a:gd name="connsiteX0" fmla="*/ 30596 w 61933"/>
                <a:gd name="connsiteY0" fmla="*/ 52523 h 88376"/>
                <a:gd name="connsiteX1" fmla="*/ 14520 w 61933"/>
                <a:gd name="connsiteY1" fmla="*/ 52523 h 88376"/>
                <a:gd name="connsiteX2" fmla="*/ 14520 w 61933"/>
                <a:gd name="connsiteY2" fmla="*/ 88376 h 88376"/>
                <a:gd name="connsiteX3" fmla="*/ 0 w 61933"/>
                <a:gd name="connsiteY3" fmla="*/ 88376 h 88376"/>
                <a:gd name="connsiteX4" fmla="*/ 0 w 61933"/>
                <a:gd name="connsiteY4" fmla="*/ 0 h 88376"/>
                <a:gd name="connsiteX5" fmla="*/ 30596 w 61933"/>
                <a:gd name="connsiteY5" fmla="*/ 0 h 88376"/>
                <a:gd name="connsiteX6" fmla="*/ 61933 w 61933"/>
                <a:gd name="connsiteY6" fmla="*/ 26317 h 88376"/>
                <a:gd name="connsiteX7" fmla="*/ 30596 w 61933"/>
                <a:gd name="connsiteY7" fmla="*/ 52523 h 88376"/>
                <a:gd name="connsiteX8" fmla="*/ 30596 w 61933"/>
                <a:gd name="connsiteY8" fmla="*/ 40695 h 88376"/>
                <a:gd name="connsiteX9" fmla="*/ 47043 w 61933"/>
                <a:gd name="connsiteY9" fmla="*/ 26317 h 88376"/>
                <a:gd name="connsiteX10" fmla="*/ 30596 w 61933"/>
                <a:gd name="connsiteY10" fmla="*/ 11828 h 88376"/>
                <a:gd name="connsiteX11" fmla="*/ 14520 w 61933"/>
                <a:gd name="connsiteY11" fmla="*/ 11828 h 88376"/>
                <a:gd name="connsiteX12" fmla="*/ 14520 w 61933"/>
                <a:gd name="connsiteY12" fmla="*/ 40695 h 88376"/>
                <a:gd name="connsiteX13" fmla="*/ 30596 w 61933"/>
                <a:gd name="connsiteY13" fmla="*/ 40695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933" h="88376">
                  <a:moveTo>
                    <a:pt x="30596" y="52523"/>
                  </a:moveTo>
                  <a:lnTo>
                    <a:pt x="14520" y="52523"/>
                  </a:lnTo>
                  <a:lnTo>
                    <a:pt x="14520" y="88376"/>
                  </a:lnTo>
                  <a:lnTo>
                    <a:pt x="0" y="88376"/>
                  </a:lnTo>
                  <a:lnTo>
                    <a:pt x="0" y="0"/>
                  </a:lnTo>
                  <a:lnTo>
                    <a:pt x="30596" y="0"/>
                  </a:lnTo>
                  <a:cubicBezTo>
                    <a:pt x="51636" y="0"/>
                    <a:pt x="61933" y="11939"/>
                    <a:pt x="61933" y="26317"/>
                  </a:cubicBezTo>
                  <a:cubicBezTo>
                    <a:pt x="61933" y="38921"/>
                    <a:pt x="53636" y="52523"/>
                    <a:pt x="30596" y="52523"/>
                  </a:cubicBezTo>
                  <a:close/>
                  <a:moveTo>
                    <a:pt x="30596" y="40695"/>
                  </a:moveTo>
                  <a:cubicBezTo>
                    <a:pt x="41931" y="40695"/>
                    <a:pt x="47043" y="35225"/>
                    <a:pt x="47043" y="26317"/>
                  </a:cubicBezTo>
                  <a:cubicBezTo>
                    <a:pt x="47043" y="17409"/>
                    <a:pt x="41931" y="11828"/>
                    <a:pt x="30596" y="11828"/>
                  </a:cubicBezTo>
                  <a:lnTo>
                    <a:pt x="14520" y="11828"/>
                  </a:lnTo>
                  <a:lnTo>
                    <a:pt x="14520" y="40695"/>
                  </a:lnTo>
                  <a:lnTo>
                    <a:pt x="30596" y="40695"/>
                  </a:lnTo>
                  <a:close/>
                </a:path>
              </a:pathLst>
            </a:custGeom>
            <a:grpFill/>
            <a:ln w="3692" cap="flat">
              <a:noFill/>
              <a:prstDash val="solid"/>
              <a:miter/>
            </a:ln>
          </p:spPr>
          <p:txBody>
            <a:bodyPr rtlCol="0" anchor="ctr"/>
            <a:lstStyle/>
            <a:p>
              <a:endParaRPr lang="en-US">
                <a:solidFill>
                  <a:schemeClr val="tx1"/>
                </a:solidFill>
              </a:endParaRPr>
            </a:p>
          </p:txBody>
        </p:sp>
        <p:sp>
          <p:nvSpPr>
            <p:cNvPr id="36" name="Freeform 35">
              <a:extLst>
                <a:ext uri="{FF2B5EF4-FFF2-40B4-BE49-F238E27FC236}">
                  <a16:creationId xmlns:a16="http://schemas.microsoft.com/office/drawing/2014/main" id="{C079D062-90E9-58B9-A1E1-9F5902945D0C}"/>
                </a:ext>
              </a:extLst>
            </p:cNvPr>
            <p:cNvSpPr/>
            <p:nvPr/>
          </p:nvSpPr>
          <p:spPr>
            <a:xfrm>
              <a:off x="4505117"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tx1"/>
                </a:solidFill>
              </a:endParaRPr>
            </a:p>
          </p:txBody>
        </p:sp>
        <p:sp>
          <p:nvSpPr>
            <p:cNvPr id="37" name="Freeform 36">
              <a:extLst>
                <a:ext uri="{FF2B5EF4-FFF2-40B4-BE49-F238E27FC236}">
                  <a16:creationId xmlns:a16="http://schemas.microsoft.com/office/drawing/2014/main" id="{D664E66A-6CC8-E1B6-5F0C-396C6172E740}"/>
                </a:ext>
              </a:extLst>
            </p:cNvPr>
            <p:cNvSpPr/>
            <p:nvPr/>
          </p:nvSpPr>
          <p:spPr>
            <a:xfrm>
              <a:off x="4532861"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190 w 72157"/>
                <a:gd name="connsiteY10" fmla="*/ 12604 h 72371"/>
                <a:gd name="connsiteX11" fmla="*/ 14891 w 72157"/>
                <a:gd name="connsiteY11" fmla="*/ 35890 h 72371"/>
                <a:gd name="connsiteX12" fmla="*/ 36190 w 72157"/>
                <a:gd name="connsiteY12" fmla="*/ 59804 h 72371"/>
                <a:gd name="connsiteX13" fmla="*/ 57489 w 72157"/>
                <a:gd name="connsiteY13" fmla="*/ 36149 h 72371"/>
                <a:gd name="connsiteX14" fmla="*/ 36190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190" y="12604"/>
                  </a:moveTo>
                  <a:cubicBezTo>
                    <a:pt x="25374" y="12604"/>
                    <a:pt x="14891" y="20736"/>
                    <a:pt x="14891" y="35890"/>
                  </a:cubicBezTo>
                  <a:cubicBezTo>
                    <a:pt x="14891" y="51044"/>
                    <a:pt x="25337" y="59804"/>
                    <a:pt x="36190" y="59804"/>
                  </a:cubicBezTo>
                  <a:cubicBezTo>
                    <a:pt x="47043" y="59804"/>
                    <a:pt x="57489" y="51266"/>
                    <a:pt x="57489" y="36149"/>
                  </a:cubicBezTo>
                  <a:cubicBezTo>
                    <a:pt x="57489" y="21031"/>
                    <a:pt x="47154" y="12604"/>
                    <a:pt x="36190" y="12604"/>
                  </a:cubicBezTo>
                  <a:close/>
                </a:path>
              </a:pathLst>
            </a:custGeom>
            <a:grpFill/>
            <a:ln w="3692" cap="flat">
              <a:noFill/>
              <a:prstDash val="solid"/>
              <a:miter/>
            </a:ln>
          </p:spPr>
          <p:txBody>
            <a:bodyPr rtlCol="0" anchor="ctr"/>
            <a:lstStyle/>
            <a:p>
              <a:endParaRPr lang="en-US">
                <a:solidFill>
                  <a:schemeClr val="tx1"/>
                </a:solidFill>
              </a:endParaRPr>
            </a:p>
          </p:txBody>
        </p:sp>
        <p:sp>
          <p:nvSpPr>
            <p:cNvPr id="38" name="Freeform 37">
              <a:extLst>
                <a:ext uri="{FF2B5EF4-FFF2-40B4-BE49-F238E27FC236}">
                  <a16:creationId xmlns:a16="http://schemas.microsoft.com/office/drawing/2014/main" id="{14D54484-F8BF-4D57-6C98-84B4D66AF66C}"/>
                </a:ext>
              </a:extLst>
            </p:cNvPr>
            <p:cNvSpPr/>
            <p:nvPr/>
          </p:nvSpPr>
          <p:spPr>
            <a:xfrm>
              <a:off x="4616427"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tx1"/>
                </a:solidFill>
              </a:endParaRPr>
            </a:p>
          </p:txBody>
        </p:sp>
        <p:sp>
          <p:nvSpPr>
            <p:cNvPr id="39" name="Freeform 38">
              <a:extLst>
                <a:ext uri="{FF2B5EF4-FFF2-40B4-BE49-F238E27FC236}">
                  <a16:creationId xmlns:a16="http://schemas.microsoft.com/office/drawing/2014/main" id="{7986BE19-6CC8-F523-F324-CF9956022725}"/>
                </a:ext>
              </a:extLst>
            </p:cNvPr>
            <p:cNvSpPr/>
            <p:nvPr/>
          </p:nvSpPr>
          <p:spPr>
            <a:xfrm>
              <a:off x="4663804" y="6003670"/>
              <a:ext cx="35967" cy="98170"/>
            </a:xfrm>
            <a:custGeom>
              <a:avLst/>
              <a:gdLst>
                <a:gd name="connsiteX0" fmla="*/ 8297 w 35967"/>
                <a:gd name="connsiteY0" fmla="*/ 39919 h 98170"/>
                <a:gd name="connsiteX1" fmla="*/ 0 w 35967"/>
                <a:gd name="connsiteY1" fmla="*/ 39919 h 98170"/>
                <a:gd name="connsiteX2" fmla="*/ 0 w 35967"/>
                <a:gd name="connsiteY2" fmla="*/ 28091 h 98170"/>
                <a:gd name="connsiteX3" fmla="*/ 8297 w 35967"/>
                <a:gd name="connsiteY3" fmla="*/ 28091 h 98170"/>
                <a:gd name="connsiteX4" fmla="*/ 8297 w 35967"/>
                <a:gd name="connsiteY4" fmla="*/ 23138 h 98170"/>
                <a:gd name="connsiteX5" fmla="*/ 34930 w 35967"/>
                <a:gd name="connsiteY5" fmla="*/ 0 h 98170"/>
                <a:gd name="connsiteX6" fmla="*/ 34930 w 35967"/>
                <a:gd name="connsiteY6" fmla="*/ 12087 h 98170"/>
                <a:gd name="connsiteX7" fmla="*/ 22966 w 35967"/>
                <a:gd name="connsiteY7" fmla="*/ 23138 h 98170"/>
                <a:gd name="connsiteX8" fmla="*/ 22966 w 35967"/>
                <a:gd name="connsiteY8" fmla="*/ 28091 h 98170"/>
                <a:gd name="connsiteX9" fmla="*/ 35967 w 35967"/>
                <a:gd name="connsiteY9" fmla="*/ 28091 h 98170"/>
                <a:gd name="connsiteX10" fmla="*/ 35967 w 35967"/>
                <a:gd name="connsiteY10" fmla="*/ 39919 h 98170"/>
                <a:gd name="connsiteX11" fmla="*/ 22966 w 35967"/>
                <a:gd name="connsiteY11" fmla="*/ 39919 h 98170"/>
                <a:gd name="connsiteX12" fmla="*/ 22966 w 35967"/>
                <a:gd name="connsiteY12" fmla="*/ 98171 h 98170"/>
                <a:gd name="connsiteX13" fmla="*/ 8297 w 35967"/>
                <a:gd name="connsiteY13" fmla="*/ 98171 h 98170"/>
                <a:gd name="connsiteX14" fmla="*/ 8297 w 35967"/>
                <a:gd name="connsiteY14" fmla="*/ 39919 h 9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67" h="98170">
                  <a:moveTo>
                    <a:pt x="8297" y="39919"/>
                  </a:moveTo>
                  <a:lnTo>
                    <a:pt x="0" y="39919"/>
                  </a:lnTo>
                  <a:lnTo>
                    <a:pt x="0" y="28091"/>
                  </a:lnTo>
                  <a:lnTo>
                    <a:pt x="8297" y="28091"/>
                  </a:lnTo>
                  <a:lnTo>
                    <a:pt x="8297" y="23138"/>
                  </a:lnTo>
                  <a:cubicBezTo>
                    <a:pt x="8297" y="6986"/>
                    <a:pt x="16595" y="0"/>
                    <a:pt x="34930" y="0"/>
                  </a:cubicBezTo>
                  <a:lnTo>
                    <a:pt x="34930" y="12087"/>
                  </a:lnTo>
                  <a:cubicBezTo>
                    <a:pt x="26003" y="12087"/>
                    <a:pt x="22966" y="15154"/>
                    <a:pt x="22966" y="23138"/>
                  </a:cubicBezTo>
                  <a:lnTo>
                    <a:pt x="22966" y="28091"/>
                  </a:lnTo>
                  <a:lnTo>
                    <a:pt x="35967" y="28091"/>
                  </a:lnTo>
                  <a:lnTo>
                    <a:pt x="35967" y="39919"/>
                  </a:lnTo>
                  <a:lnTo>
                    <a:pt x="22966" y="39919"/>
                  </a:lnTo>
                  <a:lnTo>
                    <a:pt x="22966" y="98171"/>
                  </a:lnTo>
                  <a:lnTo>
                    <a:pt x="8297" y="98171"/>
                  </a:lnTo>
                  <a:lnTo>
                    <a:pt x="8297" y="39919"/>
                  </a:lnTo>
                  <a:close/>
                </a:path>
              </a:pathLst>
            </a:custGeom>
            <a:grpFill/>
            <a:ln w="3692" cap="flat">
              <a:noFill/>
              <a:prstDash val="solid"/>
              <a:miter/>
            </a:ln>
          </p:spPr>
          <p:txBody>
            <a:bodyPr rtlCol="0" anchor="ctr"/>
            <a:lstStyle/>
            <a:p>
              <a:endParaRPr lang="en-US">
                <a:solidFill>
                  <a:schemeClr val="tx1"/>
                </a:solidFill>
              </a:endParaRPr>
            </a:p>
          </p:txBody>
        </p:sp>
        <p:sp>
          <p:nvSpPr>
            <p:cNvPr id="40" name="Freeform 39">
              <a:extLst>
                <a:ext uri="{FF2B5EF4-FFF2-40B4-BE49-F238E27FC236}">
                  <a16:creationId xmlns:a16="http://schemas.microsoft.com/office/drawing/2014/main" id="{E8934474-6BC8-7CD3-9DFA-1D24A8AEC9D7}"/>
                </a:ext>
              </a:extLst>
            </p:cNvPr>
            <p:cNvSpPr/>
            <p:nvPr/>
          </p:nvSpPr>
          <p:spPr>
            <a:xfrm>
              <a:off x="4704364" y="6030615"/>
              <a:ext cx="71638" cy="72371"/>
            </a:xfrm>
            <a:custGeom>
              <a:avLst/>
              <a:gdLst>
                <a:gd name="connsiteX0" fmla="*/ 35190 w 71638"/>
                <a:gd name="connsiteY0" fmla="*/ 72372 h 72371"/>
                <a:gd name="connsiteX1" fmla="*/ 0 w 71638"/>
                <a:gd name="connsiteY1" fmla="*/ 36112 h 72371"/>
                <a:gd name="connsiteX2" fmla="*/ 35819 w 71638"/>
                <a:gd name="connsiteY2" fmla="*/ 0 h 72371"/>
                <a:gd name="connsiteX3" fmla="*/ 71639 w 71638"/>
                <a:gd name="connsiteY3" fmla="*/ 36112 h 72371"/>
                <a:gd name="connsiteX4" fmla="*/ 35190 w 71638"/>
                <a:gd name="connsiteY4" fmla="*/ 72372 h 72371"/>
                <a:gd name="connsiteX5" fmla="*/ 35190 w 71638"/>
                <a:gd name="connsiteY5" fmla="*/ 59767 h 72371"/>
                <a:gd name="connsiteX6" fmla="*/ 56711 w 71638"/>
                <a:gd name="connsiteY6" fmla="*/ 36112 h 72371"/>
                <a:gd name="connsiteX7" fmla="*/ 35560 w 71638"/>
                <a:gd name="connsiteY7" fmla="*/ 12567 h 72371"/>
                <a:gd name="connsiteX8" fmla="*/ 14780 w 71638"/>
                <a:gd name="connsiteY8" fmla="*/ 36112 h 72371"/>
                <a:gd name="connsiteX9" fmla="*/ 35190 w 71638"/>
                <a:gd name="connsiteY9" fmla="*/ 59767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638" h="72371">
                  <a:moveTo>
                    <a:pt x="35190" y="72372"/>
                  </a:moveTo>
                  <a:cubicBezTo>
                    <a:pt x="15187" y="72372"/>
                    <a:pt x="0" y="58141"/>
                    <a:pt x="0" y="36112"/>
                  </a:cubicBezTo>
                  <a:cubicBezTo>
                    <a:pt x="0" y="14083"/>
                    <a:pt x="15817" y="0"/>
                    <a:pt x="35819" y="0"/>
                  </a:cubicBezTo>
                  <a:cubicBezTo>
                    <a:pt x="55822" y="0"/>
                    <a:pt x="71639" y="14119"/>
                    <a:pt x="71639" y="36112"/>
                  </a:cubicBezTo>
                  <a:cubicBezTo>
                    <a:pt x="71639" y="58104"/>
                    <a:pt x="55340" y="72372"/>
                    <a:pt x="35190" y="72372"/>
                  </a:cubicBezTo>
                  <a:close/>
                  <a:moveTo>
                    <a:pt x="35190" y="59767"/>
                  </a:moveTo>
                  <a:cubicBezTo>
                    <a:pt x="46006" y="59767"/>
                    <a:pt x="56711" y="52006"/>
                    <a:pt x="56711" y="36112"/>
                  </a:cubicBezTo>
                  <a:cubicBezTo>
                    <a:pt x="56711" y="20218"/>
                    <a:pt x="46376" y="12567"/>
                    <a:pt x="35560" y="12567"/>
                  </a:cubicBezTo>
                  <a:cubicBezTo>
                    <a:pt x="24744" y="12567"/>
                    <a:pt x="14780" y="20181"/>
                    <a:pt x="14780" y="36112"/>
                  </a:cubicBezTo>
                  <a:cubicBezTo>
                    <a:pt x="14780" y="52042"/>
                    <a:pt x="24225" y="59767"/>
                    <a:pt x="35190" y="59767"/>
                  </a:cubicBezTo>
                  <a:close/>
                </a:path>
              </a:pathLst>
            </a:custGeom>
            <a:grpFill/>
            <a:ln w="3692" cap="flat">
              <a:noFill/>
              <a:prstDash val="solid"/>
              <a:miter/>
            </a:ln>
          </p:spPr>
          <p:txBody>
            <a:bodyPr rtlCol="0" anchor="ctr"/>
            <a:lstStyle/>
            <a:p>
              <a:endParaRPr lang="en-US">
                <a:solidFill>
                  <a:schemeClr val="tx1"/>
                </a:solidFill>
              </a:endParaRPr>
            </a:p>
          </p:txBody>
        </p:sp>
        <p:sp>
          <p:nvSpPr>
            <p:cNvPr id="41" name="Freeform 40">
              <a:extLst>
                <a:ext uri="{FF2B5EF4-FFF2-40B4-BE49-F238E27FC236}">
                  <a16:creationId xmlns:a16="http://schemas.microsoft.com/office/drawing/2014/main" id="{C067E84F-27C9-2E15-1AE9-DC1BEF99E6C5}"/>
                </a:ext>
              </a:extLst>
            </p:cNvPr>
            <p:cNvSpPr/>
            <p:nvPr/>
          </p:nvSpPr>
          <p:spPr>
            <a:xfrm>
              <a:off x="4786560" y="6030615"/>
              <a:ext cx="35560" cy="71225"/>
            </a:xfrm>
            <a:custGeom>
              <a:avLst/>
              <a:gdLst>
                <a:gd name="connsiteX0" fmla="*/ 14520 w 35560"/>
                <a:gd name="connsiteY0" fmla="*/ 71226 h 71225"/>
                <a:gd name="connsiteX1" fmla="*/ 0 w 35560"/>
                <a:gd name="connsiteY1" fmla="*/ 71226 h 71225"/>
                <a:gd name="connsiteX2" fmla="*/ 0 w 35560"/>
                <a:gd name="connsiteY2" fmla="*/ 1146 h 71225"/>
                <a:gd name="connsiteX3" fmla="*/ 14520 w 35560"/>
                <a:gd name="connsiteY3" fmla="*/ 1146 h 71225"/>
                <a:gd name="connsiteX4" fmla="*/ 14520 w 35560"/>
                <a:gd name="connsiteY4" fmla="*/ 11310 h 71225"/>
                <a:gd name="connsiteX5" fmla="*/ 35560 w 35560"/>
                <a:gd name="connsiteY5" fmla="*/ 0 h 71225"/>
                <a:gd name="connsiteX6" fmla="*/ 35560 w 35560"/>
                <a:gd name="connsiteY6" fmla="*/ 15007 h 71225"/>
                <a:gd name="connsiteX7" fmla="*/ 31856 w 35560"/>
                <a:gd name="connsiteY7" fmla="*/ 15007 h 71225"/>
                <a:gd name="connsiteX8" fmla="*/ 14520 w 35560"/>
                <a:gd name="connsiteY8" fmla="*/ 34338 h 71225"/>
                <a:gd name="connsiteX9" fmla="*/ 14520 w 35560"/>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tx1"/>
                </a:solidFill>
              </a:endParaRPr>
            </a:p>
          </p:txBody>
        </p:sp>
        <p:sp>
          <p:nvSpPr>
            <p:cNvPr id="42" name="Freeform 41">
              <a:extLst>
                <a:ext uri="{FF2B5EF4-FFF2-40B4-BE49-F238E27FC236}">
                  <a16:creationId xmlns:a16="http://schemas.microsoft.com/office/drawing/2014/main" id="{5827F944-1A04-7F08-43BD-1727E8A06355}"/>
                </a:ext>
              </a:extLst>
            </p:cNvPr>
            <p:cNvSpPr/>
            <p:nvPr/>
          </p:nvSpPr>
          <p:spPr>
            <a:xfrm>
              <a:off x="4832602" y="6030615"/>
              <a:ext cx="113939" cy="71225"/>
            </a:xfrm>
            <a:custGeom>
              <a:avLst/>
              <a:gdLst>
                <a:gd name="connsiteX0" fmla="*/ 99531 w 113939"/>
                <a:gd name="connsiteY0" fmla="*/ 32046 h 71225"/>
                <a:gd name="connsiteX1" fmla="*/ 81936 w 113939"/>
                <a:gd name="connsiteY1" fmla="*/ 12604 h 71225"/>
                <a:gd name="connsiteX2" fmla="*/ 64230 w 113939"/>
                <a:gd name="connsiteY2" fmla="*/ 32046 h 71225"/>
                <a:gd name="connsiteX3" fmla="*/ 64230 w 113939"/>
                <a:gd name="connsiteY3" fmla="*/ 71226 h 71225"/>
                <a:gd name="connsiteX4" fmla="*/ 49821 w 113939"/>
                <a:gd name="connsiteY4" fmla="*/ 71226 h 71225"/>
                <a:gd name="connsiteX5" fmla="*/ 49821 w 113939"/>
                <a:gd name="connsiteY5" fmla="*/ 32046 h 71225"/>
                <a:gd name="connsiteX6" fmla="*/ 32226 w 113939"/>
                <a:gd name="connsiteY6" fmla="*/ 12604 h 71225"/>
                <a:gd name="connsiteX7" fmla="*/ 14520 w 113939"/>
                <a:gd name="connsiteY7" fmla="*/ 32046 h 71225"/>
                <a:gd name="connsiteX8" fmla="*/ 14520 w 113939"/>
                <a:gd name="connsiteY8" fmla="*/ 71226 h 71225"/>
                <a:gd name="connsiteX9" fmla="*/ 0 w 113939"/>
                <a:gd name="connsiteY9" fmla="*/ 71226 h 71225"/>
                <a:gd name="connsiteX10" fmla="*/ 0 w 113939"/>
                <a:gd name="connsiteY10" fmla="*/ 1146 h 71225"/>
                <a:gd name="connsiteX11" fmla="*/ 14520 w 113939"/>
                <a:gd name="connsiteY11" fmla="*/ 1146 h 71225"/>
                <a:gd name="connsiteX12" fmla="*/ 14520 w 113939"/>
                <a:gd name="connsiteY12" fmla="*/ 9167 h 71225"/>
                <a:gd name="connsiteX13" fmla="*/ 35301 w 113939"/>
                <a:gd name="connsiteY13" fmla="*/ 0 h 71225"/>
                <a:gd name="connsiteX14" fmla="*/ 60526 w 113939"/>
                <a:gd name="connsiteY14" fmla="*/ 13861 h 71225"/>
                <a:gd name="connsiteX15" fmla="*/ 85010 w 113939"/>
                <a:gd name="connsiteY15" fmla="*/ 0 h 71225"/>
                <a:gd name="connsiteX16" fmla="*/ 113940 w 113939"/>
                <a:gd name="connsiteY16" fmla="*/ 29902 h 71225"/>
                <a:gd name="connsiteX17" fmla="*/ 113940 w 113939"/>
                <a:gd name="connsiteY17" fmla="*/ 71226 h 71225"/>
                <a:gd name="connsiteX18" fmla="*/ 99531 w 113939"/>
                <a:gd name="connsiteY18" fmla="*/ 71226 h 71225"/>
                <a:gd name="connsiteX19" fmla="*/ 99531 w 113939"/>
                <a:gd name="connsiteY19" fmla="*/ 3204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939" h="71225">
                  <a:moveTo>
                    <a:pt x="99531" y="32046"/>
                  </a:moveTo>
                  <a:cubicBezTo>
                    <a:pt x="99531" y="19183"/>
                    <a:pt x="92530" y="12604"/>
                    <a:pt x="81936" y="12604"/>
                  </a:cubicBezTo>
                  <a:cubicBezTo>
                    <a:pt x="71342" y="12604"/>
                    <a:pt x="64230" y="19220"/>
                    <a:pt x="64230" y="32046"/>
                  </a:cubicBezTo>
                  <a:lnTo>
                    <a:pt x="64230" y="71226"/>
                  </a:lnTo>
                  <a:lnTo>
                    <a:pt x="49821" y="71226"/>
                  </a:lnTo>
                  <a:lnTo>
                    <a:pt x="49821" y="32046"/>
                  </a:lnTo>
                  <a:cubicBezTo>
                    <a:pt x="49821" y="19183"/>
                    <a:pt x="42820" y="12604"/>
                    <a:pt x="32226" y="12604"/>
                  </a:cubicBezTo>
                  <a:cubicBezTo>
                    <a:pt x="21632" y="12604"/>
                    <a:pt x="14520" y="19220"/>
                    <a:pt x="14520" y="32046"/>
                  </a:cubicBezTo>
                  <a:lnTo>
                    <a:pt x="14520" y="71226"/>
                  </a:lnTo>
                  <a:lnTo>
                    <a:pt x="0" y="71226"/>
                  </a:lnTo>
                  <a:lnTo>
                    <a:pt x="0" y="1146"/>
                  </a:lnTo>
                  <a:lnTo>
                    <a:pt x="14520" y="1146"/>
                  </a:lnTo>
                  <a:lnTo>
                    <a:pt x="14520" y="9167"/>
                  </a:lnTo>
                  <a:cubicBezTo>
                    <a:pt x="19224" y="3437"/>
                    <a:pt x="26892" y="0"/>
                    <a:pt x="35301" y="0"/>
                  </a:cubicBezTo>
                  <a:cubicBezTo>
                    <a:pt x="46376" y="0"/>
                    <a:pt x="55673" y="4694"/>
                    <a:pt x="60526" y="13861"/>
                  </a:cubicBezTo>
                  <a:cubicBezTo>
                    <a:pt x="64860" y="5359"/>
                    <a:pt x="74787" y="0"/>
                    <a:pt x="85010" y="0"/>
                  </a:cubicBezTo>
                  <a:cubicBezTo>
                    <a:pt x="101457" y="0"/>
                    <a:pt x="113940" y="10312"/>
                    <a:pt x="113940" y="29902"/>
                  </a:cubicBezTo>
                  <a:lnTo>
                    <a:pt x="113940" y="71226"/>
                  </a:lnTo>
                  <a:lnTo>
                    <a:pt x="99531" y="71226"/>
                  </a:lnTo>
                  <a:lnTo>
                    <a:pt x="99531" y="32046"/>
                  </a:lnTo>
                  <a:close/>
                </a:path>
              </a:pathLst>
            </a:custGeom>
            <a:grpFill/>
            <a:ln w="3692" cap="flat">
              <a:noFill/>
              <a:prstDash val="solid"/>
              <a:miter/>
            </a:ln>
          </p:spPr>
          <p:txBody>
            <a:bodyPr rtlCol="0" anchor="ctr"/>
            <a:lstStyle/>
            <a:p>
              <a:endParaRPr lang="en-US">
                <a:solidFill>
                  <a:schemeClr val="tx1"/>
                </a:solidFill>
              </a:endParaRPr>
            </a:p>
          </p:txBody>
        </p:sp>
      </p:grpSp>
    </p:spTree>
    <p:extLst>
      <p:ext uri="{BB962C8B-B14F-4D97-AF65-F5344CB8AC3E}">
        <p14:creationId xmlns:p14="http://schemas.microsoft.com/office/powerpoint/2010/main" val="12393154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olid (Whit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87166-8C02-34CB-79A5-F46042E77BED}"/>
              </a:ext>
            </a:extLst>
          </p:cNvPr>
          <p:cNvSpPr>
            <a:spLocks noGrp="1"/>
          </p:cNvSpPr>
          <p:nvPr>
            <p:ph type="ctrTitle"/>
          </p:nvPr>
        </p:nvSpPr>
        <p:spPr>
          <a:xfrm>
            <a:off x="838200" y="2069025"/>
            <a:ext cx="5803605" cy="2383694"/>
          </a:xfrm>
        </p:spPr>
        <p:txBody>
          <a:bodyPr anchor="b">
            <a:noAutofit/>
          </a:bodyPr>
          <a:lstStyle>
            <a:lvl1pPr algn="l">
              <a:lnSpc>
                <a:spcPts val="4400"/>
              </a:lnSpc>
              <a:defRPr sz="4000" b="0" i="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1D7DCB6-F293-6F6A-A043-F9DBCE059902}"/>
              </a:ext>
            </a:extLst>
          </p:cNvPr>
          <p:cNvSpPr>
            <a:spLocks noGrp="1"/>
          </p:cNvSpPr>
          <p:nvPr>
            <p:ph type="subTitle" idx="1"/>
          </p:nvPr>
        </p:nvSpPr>
        <p:spPr>
          <a:xfrm>
            <a:off x="838200" y="4681319"/>
            <a:ext cx="5803606" cy="720024"/>
          </a:xfrm>
        </p:spPr>
        <p:txBody>
          <a:bodyPr>
            <a:noAutofit/>
          </a:bodyPr>
          <a:lstStyle>
            <a:lvl1pPr marL="0" indent="0" algn="l">
              <a:lnSpc>
                <a:spcPts val="2400"/>
              </a:lnSpc>
              <a:buNone/>
              <a:defRPr sz="2000" b="0" i="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7" name="Text Placeholder 16">
            <a:extLst>
              <a:ext uri="{FF2B5EF4-FFF2-40B4-BE49-F238E27FC236}">
                <a16:creationId xmlns:a16="http://schemas.microsoft.com/office/drawing/2014/main" id="{E770CD35-04C2-6CC5-51BB-2793E84BE345}"/>
              </a:ext>
            </a:extLst>
          </p:cNvPr>
          <p:cNvSpPr>
            <a:spLocks noGrp="1"/>
          </p:cNvSpPr>
          <p:nvPr>
            <p:ph type="body" sz="quarter" idx="10"/>
          </p:nvPr>
        </p:nvSpPr>
        <p:spPr>
          <a:xfrm>
            <a:off x="838200" y="5614769"/>
            <a:ext cx="5803605" cy="205184"/>
          </a:xfrm>
        </p:spPr>
        <p:txBody>
          <a:bodyPr wrap="square">
            <a:spAutoFit/>
          </a:bodyPr>
          <a:lstStyle>
            <a:lvl1pPr marL="0" indent="0" algn="l">
              <a:buFontTx/>
              <a:buNone/>
              <a:defRPr b="0" i="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20" name="Picture Placeholder 19">
            <a:extLst>
              <a:ext uri="{FF2B5EF4-FFF2-40B4-BE49-F238E27FC236}">
                <a16:creationId xmlns:a16="http://schemas.microsoft.com/office/drawing/2014/main" id="{DD85BAC3-0842-EBFD-5044-73C39DE4FE96}"/>
              </a:ext>
            </a:extLst>
          </p:cNvPr>
          <p:cNvSpPr>
            <a:spLocks noGrp="1"/>
          </p:cNvSpPr>
          <p:nvPr>
            <p:ph type="pic" sz="quarter" idx="11"/>
          </p:nvPr>
        </p:nvSpPr>
        <p:spPr>
          <a:xfrm>
            <a:off x="7154670" y="0"/>
            <a:ext cx="5037329" cy="6858000"/>
          </a:xfrm>
          <a:solidFill>
            <a:schemeClr val="bg2"/>
          </a:solidFill>
        </p:spPr>
        <p:txBody>
          <a:bodyPr tIns="548640"/>
          <a:lstStyle>
            <a:lvl1pPr marL="0" indent="0" algn="ctr">
              <a:buFontTx/>
              <a:buNone/>
              <a:defRPr b="0" i="0">
                <a:solidFill>
                  <a:schemeClr val="tx1"/>
                </a:solidFill>
              </a:defRPr>
            </a:lvl1pPr>
          </a:lstStyle>
          <a:p>
            <a:r>
              <a:rPr lang="en-US"/>
              <a:t>Click icon to add picture</a:t>
            </a:r>
          </a:p>
        </p:txBody>
      </p:sp>
      <p:grpSp>
        <p:nvGrpSpPr>
          <p:cNvPr id="6" name="Group 5">
            <a:extLst>
              <a:ext uri="{FF2B5EF4-FFF2-40B4-BE49-F238E27FC236}">
                <a16:creationId xmlns:a16="http://schemas.microsoft.com/office/drawing/2014/main" id="{5F325203-0A17-DCA4-9526-4C3D25611339}"/>
              </a:ext>
            </a:extLst>
          </p:cNvPr>
          <p:cNvGrpSpPr/>
          <p:nvPr userDrawn="1"/>
        </p:nvGrpSpPr>
        <p:grpSpPr>
          <a:xfrm>
            <a:off x="838199" y="782937"/>
            <a:ext cx="2122674" cy="623780"/>
            <a:chOff x="2649665" y="5459914"/>
            <a:chExt cx="2297877" cy="675266"/>
          </a:xfrm>
          <a:solidFill>
            <a:schemeClr val="tx2"/>
          </a:solidFill>
        </p:grpSpPr>
        <p:sp>
          <p:nvSpPr>
            <p:cNvPr id="7" name="Freeform 6">
              <a:extLst>
                <a:ext uri="{FF2B5EF4-FFF2-40B4-BE49-F238E27FC236}">
                  <a16:creationId xmlns:a16="http://schemas.microsoft.com/office/drawing/2014/main" id="{5498A33C-ED56-535C-71C1-C2FA3D84B43F}"/>
                </a:ext>
              </a:extLst>
            </p:cNvPr>
            <p:cNvSpPr/>
            <p:nvPr/>
          </p:nvSpPr>
          <p:spPr>
            <a:xfrm>
              <a:off x="3209512" y="5624255"/>
              <a:ext cx="144721" cy="250528"/>
            </a:xfrm>
            <a:custGeom>
              <a:avLst/>
              <a:gdLst>
                <a:gd name="connsiteX0" fmla="*/ 141203 w 144721"/>
                <a:gd name="connsiteY0" fmla="*/ 204511 h 250528"/>
                <a:gd name="connsiteX1" fmla="*/ 144722 w 144721"/>
                <a:gd name="connsiteY1" fmla="*/ 208022 h 250528"/>
                <a:gd name="connsiteX2" fmla="*/ 144722 w 144721"/>
                <a:gd name="connsiteY2" fmla="*/ 247017 h 250528"/>
                <a:gd name="connsiteX3" fmla="*/ 141203 w 144721"/>
                <a:gd name="connsiteY3" fmla="*/ 250528 h 250528"/>
                <a:gd name="connsiteX4" fmla="*/ 3519 w 144721"/>
                <a:gd name="connsiteY4" fmla="*/ 250528 h 250528"/>
                <a:gd name="connsiteX5" fmla="*/ 0 w 144721"/>
                <a:gd name="connsiteY5" fmla="*/ 247017 h 250528"/>
                <a:gd name="connsiteX6" fmla="*/ 0 w 144721"/>
                <a:gd name="connsiteY6" fmla="*/ 3511 h 250528"/>
                <a:gd name="connsiteX7" fmla="*/ 3519 w 144721"/>
                <a:gd name="connsiteY7" fmla="*/ 0 h 250528"/>
                <a:gd name="connsiteX8" fmla="*/ 48599 w 144721"/>
                <a:gd name="connsiteY8" fmla="*/ 0 h 250528"/>
                <a:gd name="connsiteX9" fmla="*/ 52118 w 144721"/>
                <a:gd name="connsiteY9" fmla="*/ 3511 h 250528"/>
                <a:gd name="connsiteX10" fmla="*/ 52118 w 144721"/>
                <a:gd name="connsiteY10" fmla="*/ 200999 h 250528"/>
                <a:gd name="connsiteX11" fmla="*/ 55636 w 144721"/>
                <a:gd name="connsiteY11" fmla="*/ 204511 h 250528"/>
                <a:gd name="connsiteX12" fmla="*/ 141203 w 144721"/>
                <a:gd name="connsiteY12" fmla="*/ 204511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21" h="250528">
                  <a:moveTo>
                    <a:pt x="141203" y="204511"/>
                  </a:moveTo>
                  <a:cubicBezTo>
                    <a:pt x="143536" y="204511"/>
                    <a:pt x="144722" y="205693"/>
                    <a:pt x="144722" y="208022"/>
                  </a:cubicBezTo>
                  <a:lnTo>
                    <a:pt x="144722" y="247017"/>
                  </a:lnTo>
                  <a:cubicBezTo>
                    <a:pt x="144722" y="249345"/>
                    <a:pt x="143536" y="250528"/>
                    <a:pt x="141203" y="250528"/>
                  </a:cubicBezTo>
                  <a:lnTo>
                    <a:pt x="3519" y="250528"/>
                  </a:lnTo>
                  <a:cubicBezTo>
                    <a:pt x="1185" y="250528"/>
                    <a:pt x="0" y="249345"/>
                    <a:pt x="0" y="247017"/>
                  </a:cubicBezTo>
                  <a:lnTo>
                    <a:pt x="0" y="3511"/>
                  </a:lnTo>
                  <a:cubicBezTo>
                    <a:pt x="0" y="1183"/>
                    <a:pt x="1185" y="0"/>
                    <a:pt x="3519" y="0"/>
                  </a:cubicBezTo>
                  <a:lnTo>
                    <a:pt x="48599" y="0"/>
                  </a:lnTo>
                  <a:cubicBezTo>
                    <a:pt x="50932" y="0"/>
                    <a:pt x="52118" y="1183"/>
                    <a:pt x="52118" y="3511"/>
                  </a:cubicBezTo>
                  <a:lnTo>
                    <a:pt x="52118" y="200999"/>
                  </a:lnTo>
                  <a:cubicBezTo>
                    <a:pt x="52118" y="203328"/>
                    <a:pt x="53303" y="204511"/>
                    <a:pt x="55636" y="204511"/>
                  </a:cubicBezTo>
                  <a:lnTo>
                    <a:pt x="141203" y="204511"/>
                  </a:lnTo>
                  <a:close/>
                </a:path>
              </a:pathLst>
            </a:custGeom>
            <a:grpFill/>
            <a:ln w="3692" cap="flat">
              <a:noFill/>
              <a:prstDash val="solid"/>
              <a:miter/>
            </a:ln>
          </p:spPr>
          <p:txBody>
            <a:bodyPr rtlCol="0" anchor="ctr"/>
            <a:lstStyle/>
            <a:p>
              <a:endParaRPr lang="en-US">
                <a:solidFill>
                  <a:schemeClr val="tx2"/>
                </a:solidFill>
              </a:endParaRPr>
            </a:p>
          </p:txBody>
        </p:sp>
        <p:sp>
          <p:nvSpPr>
            <p:cNvPr id="8" name="Freeform 7">
              <a:extLst>
                <a:ext uri="{FF2B5EF4-FFF2-40B4-BE49-F238E27FC236}">
                  <a16:creationId xmlns:a16="http://schemas.microsoft.com/office/drawing/2014/main" id="{5F9297AA-04DF-720C-DF3C-DDEC9E850426}"/>
                </a:ext>
              </a:extLst>
            </p:cNvPr>
            <p:cNvSpPr/>
            <p:nvPr/>
          </p:nvSpPr>
          <p:spPr>
            <a:xfrm>
              <a:off x="3418177" y="5624255"/>
              <a:ext cx="255689" cy="250602"/>
            </a:xfrm>
            <a:custGeom>
              <a:avLst/>
              <a:gdLst>
                <a:gd name="connsiteX0" fmla="*/ 113412 w 255689"/>
                <a:gd name="connsiteY0" fmla="*/ 2476 h 250602"/>
                <a:gd name="connsiteX1" fmla="*/ 117635 w 255689"/>
                <a:gd name="connsiteY1" fmla="*/ 0 h 250602"/>
                <a:gd name="connsiteX2" fmla="*/ 138415 w 255689"/>
                <a:gd name="connsiteY2" fmla="*/ 0 h 250602"/>
                <a:gd name="connsiteX3" fmla="*/ 142638 w 255689"/>
                <a:gd name="connsiteY3" fmla="*/ 2476 h 250602"/>
                <a:gd name="connsiteX4" fmla="*/ 255319 w 255689"/>
                <a:gd name="connsiteY4" fmla="*/ 246352 h 250602"/>
                <a:gd name="connsiteX5" fmla="*/ 255689 w 255689"/>
                <a:gd name="connsiteY5" fmla="*/ 248126 h 250602"/>
                <a:gd name="connsiteX6" fmla="*/ 252874 w 255689"/>
                <a:gd name="connsiteY6" fmla="*/ 250602 h 250602"/>
                <a:gd name="connsiteX7" fmla="*/ 202868 w 255689"/>
                <a:gd name="connsiteY7" fmla="*/ 250602 h 250602"/>
                <a:gd name="connsiteX8" fmla="*/ 198645 w 255689"/>
                <a:gd name="connsiteY8" fmla="*/ 248126 h 250602"/>
                <a:gd name="connsiteX9" fmla="*/ 181050 w 255689"/>
                <a:gd name="connsiteY9" fmla="*/ 210166 h 250602"/>
                <a:gd name="connsiteX10" fmla="*/ 177161 w 255689"/>
                <a:gd name="connsiteY10" fmla="*/ 207689 h 250602"/>
                <a:gd name="connsiteX11" fmla="*/ 78556 w 255689"/>
                <a:gd name="connsiteY11" fmla="*/ 207689 h 250602"/>
                <a:gd name="connsiteX12" fmla="*/ 74333 w 255689"/>
                <a:gd name="connsiteY12" fmla="*/ 210166 h 250602"/>
                <a:gd name="connsiteX13" fmla="*/ 56739 w 255689"/>
                <a:gd name="connsiteY13" fmla="*/ 248126 h 250602"/>
                <a:gd name="connsiteX14" fmla="*/ 52849 w 255689"/>
                <a:gd name="connsiteY14" fmla="*/ 250602 h 250602"/>
                <a:gd name="connsiteX15" fmla="*/ 2843 w 255689"/>
                <a:gd name="connsiteY15" fmla="*/ 250602 h 250602"/>
                <a:gd name="connsiteX16" fmla="*/ 361 w 255689"/>
                <a:gd name="connsiteY16" fmla="*/ 249382 h 250602"/>
                <a:gd name="connsiteX17" fmla="*/ 361 w 255689"/>
                <a:gd name="connsiteY17" fmla="*/ 246388 h 250602"/>
                <a:gd name="connsiteX18" fmla="*/ 113412 w 255689"/>
                <a:gd name="connsiteY18" fmla="*/ 2513 h 250602"/>
                <a:gd name="connsiteX19" fmla="*/ 96188 w 255689"/>
                <a:gd name="connsiteY19" fmla="*/ 157421 h 250602"/>
                <a:gd name="connsiteX20" fmla="*/ 95817 w 255689"/>
                <a:gd name="connsiteY20" fmla="*/ 159195 h 250602"/>
                <a:gd name="connsiteX21" fmla="*/ 98633 w 255689"/>
                <a:gd name="connsiteY21" fmla="*/ 161672 h 250602"/>
                <a:gd name="connsiteX22" fmla="*/ 157084 w 255689"/>
                <a:gd name="connsiteY22" fmla="*/ 161672 h 250602"/>
                <a:gd name="connsiteX23" fmla="*/ 159566 w 255689"/>
                <a:gd name="connsiteY23" fmla="*/ 160452 h 250602"/>
                <a:gd name="connsiteX24" fmla="*/ 159566 w 255689"/>
                <a:gd name="connsiteY24" fmla="*/ 157458 h 250602"/>
                <a:gd name="connsiteX25" fmla="*/ 130340 w 255689"/>
                <a:gd name="connsiteY25" fmla="*/ 89633 h 250602"/>
                <a:gd name="connsiteX26" fmla="*/ 127859 w 255689"/>
                <a:gd name="connsiteY26" fmla="*/ 87859 h 250602"/>
                <a:gd name="connsiteX27" fmla="*/ 125377 w 255689"/>
                <a:gd name="connsiteY27" fmla="*/ 89633 h 250602"/>
                <a:gd name="connsiteX28" fmla="*/ 96151 w 255689"/>
                <a:gd name="connsiteY28" fmla="*/ 157458 h 25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5689" h="250602">
                  <a:moveTo>
                    <a:pt x="113412" y="2476"/>
                  </a:moveTo>
                  <a:cubicBezTo>
                    <a:pt x="114116" y="850"/>
                    <a:pt x="115524" y="0"/>
                    <a:pt x="117635" y="0"/>
                  </a:cubicBezTo>
                  <a:lnTo>
                    <a:pt x="138415" y="0"/>
                  </a:lnTo>
                  <a:cubicBezTo>
                    <a:pt x="140527" y="0"/>
                    <a:pt x="141934" y="813"/>
                    <a:pt x="142638" y="2476"/>
                  </a:cubicBezTo>
                  <a:lnTo>
                    <a:pt x="255319" y="246352"/>
                  </a:lnTo>
                  <a:cubicBezTo>
                    <a:pt x="255541" y="246832"/>
                    <a:pt x="255689" y="247423"/>
                    <a:pt x="255689" y="248126"/>
                  </a:cubicBezTo>
                  <a:cubicBezTo>
                    <a:pt x="255689" y="249752"/>
                    <a:pt x="254763" y="250602"/>
                    <a:pt x="252874" y="250602"/>
                  </a:cubicBezTo>
                  <a:lnTo>
                    <a:pt x="202868" y="250602"/>
                  </a:lnTo>
                  <a:cubicBezTo>
                    <a:pt x="200756" y="250602"/>
                    <a:pt x="199349" y="249789"/>
                    <a:pt x="198645" y="248126"/>
                  </a:cubicBezTo>
                  <a:lnTo>
                    <a:pt x="181050" y="210166"/>
                  </a:lnTo>
                  <a:cubicBezTo>
                    <a:pt x="180346" y="208539"/>
                    <a:pt x="179050" y="207689"/>
                    <a:pt x="177161" y="207689"/>
                  </a:cubicBezTo>
                  <a:lnTo>
                    <a:pt x="78556" y="207689"/>
                  </a:lnTo>
                  <a:cubicBezTo>
                    <a:pt x="76445" y="207689"/>
                    <a:pt x="75037" y="208502"/>
                    <a:pt x="74333" y="210166"/>
                  </a:cubicBezTo>
                  <a:lnTo>
                    <a:pt x="56739" y="248126"/>
                  </a:lnTo>
                  <a:cubicBezTo>
                    <a:pt x="56035" y="249752"/>
                    <a:pt x="54738" y="250602"/>
                    <a:pt x="52849" y="250602"/>
                  </a:cubicBezTo>
                  <a:lnTo>
                    <a:pt x="2843" y="250602"/>
                  </a:lnTo>
                  <a:cubicBezTo>
                    <a:pt x="1658" y="250602"/>
                    <a:pt x="843" y="250196"/>
                    <a:pt x="361" y="249382"/>
                  </a:cubicBezTo>
                  <a:cubicBezTo>
                    <a:pt x="-120" y="248569"/>
                    <a:pt x="-120" y="247571"/>
                    <a:pt x="361" y="246388"/>
                  </a:cubicBezTo>
                  <a:lnTo>
                    <a:pt x="113412" y="2513"/>
                  </a:lnTo>
                  <a:close/>
                  <a:moveTo>
                    <a:pt x="96188" y="157421"/>
                  </a:moveTo>
                  <a:cubicBezTo>
                    <a:pt x="95966" y="157902"/>
                    <a:pt x="95817" y="158493"/>
                    <a:pt x="95817" y="159195"/>
                  </a:cubicBezTo>
                  <a:cubicBezTo>
                    <a:pt x="95817" y="160822"/>
                    <a:pt x="96743" y="161672"/>
                    <a:pt x="98633" y="161672"/>
                  </a:cubicBezTo>
                  <a:lnTo>
                    <a:pt x="157084" y="161672"/>
                  </a:lnTo>
                  <a:cubicBezTo>
                    <a:pt x="158270" y="161672"/>
                    <a:pt x="159085" y="161265"/>
                    <a:pt x="159566" y="160452"/>
                  </a:cubicBezTo>
                  <a:cubicBezTo>
                    <a:pt x="160048" y="159639"/>
                    <a:pt x="160048" y="158641"/>
                    <a:pt x="159566" y="157458"/>
                  </a:cubicBezTo>
                  <a:lnTo>
                    <a:pt x="130340" y="89633"/>
                  </a:lnTo>
                  <a:cubicBezTo>
                    <a:pt x="130118" y="88450"/>
                    <a:pt x="129266" y="87859"/>
                    <a:pt x="127859" y="87859"/>
                  </a:cubicBezTo>
                  <a:cubicBezTo>
                    <a:pt x="126932" y="87859"/>
                    <a:pt x="126080" y="88450"/>
                    <a:pt x="125377" y="89633"/>
                  </a:cubicBezTo>
                  <a:lnTo>
                    <a:pt x="96151" y="157458"/>
                  </a:lnTo>
                  <a:close/>
                </a:path>
              </a:pathLst>
            </a:custGeom>
            <a:grpFill/>
            <a:ln w="3692" cap="flat">
              <a:noFill/>
              <a:prstDash val="solid"/>
              <a:miter/>
            </a:ln>
          </p:spPr>
          <p:txBody>
            <a:bodyPr rtlCol="0" anchor="ctr"/>
            <a:lstStyle/>
            <a:p>
              <a:endParaRPr lang="en-US">
                <a:solidFill>
                  <a:schemeClr val="tx2"/>
                </a:solidFill>
              </a:endParaRPr>
            </a:p>
          </p:txBody>
        </p:sp>
        <p:sp>
          <p:nvSpPr>
            <p:cNvPr id="9" name="Freeform 8">
              <a:extLst>
                <a:ext uri="{FF2B5EF4-FFF2-40B4-BE49-F238E27FC236}">
                  <a16:creationId xmlns:a16="http://schemas.microsoft.com/office/drawing/2014/main" id="{4993EBF7-27D1-56D5-1329-0EFF8529C0E8}"/>
                </a:ext>
              </a:extLst>
            </p:cNvPr>
            <p:cNvSpPr/>
            <p:nvPr/>
          </p:nvSpPr>
          <p:spPr>
            <a:xfrm>
              <a:off x="3736096"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2 w 202839"/>
                <a:gd name="connsiteY3" fmla="*/ 248421 h 250528"/>
                <a:gd name="connsiteX4" fmla="*/ 56377 w 202839"/>
                <a:gd name="connsiteY4" fmla="*/ 105748 h 250528"/>
                <a:gd name="connsiteX5" fmla="*/ 53896 w 202839"/>
                <a:gd name="connsiteY5" fmla="*/ 104344 h 250528"/>
                <a:gd name="connsiteX6" fmla="*/ 52117 w 202839"/>
                <a:gd name="connsiteY6" fmla="*/ 107522 h 250528"/>
                <a:gd name="connsiteX7" fmla="*/ 52117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7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2" y="248421"/>
                  </a:cubicBezTo>
                  <a:lnTo>
                    <a:pt x="56377" y="105748"/>
                  </a:lnTo>
                  <a:cubicBezTo>
                    <a:pt x="55451" y="104824"/>
                    <a:pt x="54599" y="104344"/>
                    <a:pt x="53896" y="104344"/>
                  </a:cubicBezTo>
                  <a:cubicBezTo>
                    <a:pt x="52710" y="104344"/>
                    <a:pt x="52117" y="105416"/>
                    <a:pt x="52117" y="107522"/>
                  </a:cubicBezTo>
                  <a:lnTo>
                    <a:pt x="52117" y="247017"/>
                  </a:lnTo>
                  <a:cubicBezTo>
                    <a:pt x="52117"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7" y="2107"/>
                  </a:cubicBezTo>
                  <a:lnTo>
                    <a:pt x="146463" y="144410"/>
                  </a:lnTo>
                  <a:cubicBezTo>
                    <a:pt x="147166"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tx2"/>
                </a:solidFill>
              </a:endParaRPr>
            </a:p>
          </p:txBody>
        </p:sp>
        <p:sp>
          <p:nvSpPr>
            <p:cNvPr id="10" name="Freeform 9">
              <a:extLst>
                <a:ext uri="{FF2B5EF4-FFF2-40B4-BE49-F238E27FC236}">
                  <a16:creationId xmlns:a16="http://schemas.microsoft.com/office/drawing/2014/main" id="{68F19DB7-57FD-44E8-6E55-068C48FD2AD3}"/>
                </a:ext>
              </a:extLst>
            </p:cNvPr>
            <p:cNvSpPr/>
            <p:nvPr/>
          </p:nvSpPr>
          <p:spPr>
            <a:xfrm>
              <a:off x="4009389" y="5624255"/>
              <a:ext cx="176058" cy="250528"/>
            </a:xfrm>
            <a:custGeom>
              <a:avLst/>
              <a:gdLst>
                <a:gd name="connsiteX0" fmla="*/ 172540 w 176058"/>
                <a:gd name="connsiteY0" fmla="*/ 0 h 250528"/>
                <a:gd name="connsiteX1" fmla="*/ 176059 w 176058"/>
                <a:gd name="connsiteY1" fmla="*/ 3511 h 250528"/>
                <a:gd name="connsiteX2" fmla="*/ 176059 w 176058"/>
                <a:gd name="connsiteY2" fmla="*/ 42506 h 250528"/>
                <a:gd name="connsiteX3" fmla="*/ 172540 w 176058"/>
                <a:gd name="connsiteY3" fmla="*/ 46018 h 250528"/>
                <a:gd name="connsiteX4" fmla="*/ 117607 w 176058"/>
                <a:gd name="connsiteY4" fmla="*/ 46018 h 250528"/>
                <a:gd name="connsiteX5" fmla="*/ 114088 w 176058"/>
                <a:gd name="connsiteY5" fmla="*/ 49529 h 250528"/>
                <a:gd name="connsiteX6" fmla="*/ 114088 w 176058"/>
                <a:gd name="connsiteY6" fmla="*/ 247017 h 250528"/>
                <a:gd name="connsiteX7" fmla="*/ 110569 w 176058"/>
                <a:gd name="connsiteY7" fmla="*/ 250528 h 250528"/>
                <a:gd name="connsiteX8" fmla="*/ 65860 w 176058"/>
                <a:gd name="connsiteY8" fmla="*/ 250528 h 250528"/>
                <a:gd name="connsiteX9" fmla="*/ 62341 w 176058"/>
                <a:gd name="connsiteY9" fmla="*/ 247017 h 250528"/>
                <a:gd name="connsiteX10" fmla="*/ 62341 w 176058"/>
                <a:gd name="connsiteY10" fmla="*/ 49529 h 250528"/>
                <a:gd name="connsiteX11" fmla="*/ 58822 w 176058"/>
                <a:gd name="connsiteY11" fmla="*/ 46018 h 250528"/>
                <a:gd name="connsiteX12" fmla="*/ 3519 w 176058"/>
                <a:gd name="connsiteY12" fmla="*/ 46018 h 250528"/>
                <a:gd name="connsiteX13" fmla="*/ 0 w 176058"/>
                <a:gd name="connsiteY13" fmla="*/ 42506 h 250528"/>
                <a:gd name="connsiteX14" fmla="*/ 0 w 176058"/>
                <a:gd name="connsiteY14" fmla="*/ 3511 h 250528"/>
                <a:gd name="connsiteX15" fmla="*/ 3519 w 176058"/>
                <a:gd name="connsiteY15" fmla="*/ 0 h 250528"/>
                <a:gd name="connsiteX16" fmla="*/ 172540 w 176058"/>
                <a:gd name="connsiteY16" fmla="*/ 0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058" h="250528">
                  <a:moveTo>
                    <a:pt x="172540" y="0"/>
                  </a:moveTo>
                  <a:cubicBezTo>
                    <a:pt x="174873" y="0"/>
                    <a:pt x="176059" y="1183"/>
                    <a:pt x="176059" y="3511"/>
                  </a:cubicBezTo>
                  <a:lnTo>
                    <a:pt x="176059" y="42506"/>
                  </a:lnTo>
                  <a:cubicBezTo>
                    <a:pt x="176059" y="44835"/>
                    <a:pt x="174873" y="46018"/>
                    <a:pt x="172540" y="46018"/>
                  </a:cubicBezTo>
                  <a:lnTo>
                    <a:pt x="117607" y="46018"/>
                  </a:lnTo>
                  <a:cubicBezTo>
                    <a:pt x="115274" y="46018"/>
                    <a:pt x="114088" y="47200"/>
                    <a:pt x="114088" y="49529"/>
                  </a:cubicBezTo>
                  <a:lnTo>
                    <a:pt x="114088" y="247017"/>
                  </a:lnTo>
                  <a:cubicBezTo>
                    <a:pt x="114088" y="249345"/>
                    <a:pt x="112903" y="250528"/>
                    <a:pt x="110569" y="250528"/>
                  </a:cubicBezTo>
                  <a:lnTo>
                    <a:pt x="65860" y="250528"/>
                  </a:lnTo>
                  <a:cubicBezTo>
                    <a:pt x="63526" y="250528"/>
                    <a:pt x="62341" y="249345"/>
                    <a:pt x="62341" y="247017"/>
                  </a:cubicBezTo>
                  <a:lnTo>
                    <a:pt x="62341" y="49529"/>
                  </a:lnTo>
                  <a:cubicBezTo>
                    <a:pt x="62341" y="47200"/>
                    <a:pt x="61156" y="46018"/>
                    <a:pt x="58822" y="46018"/>
                  </a:cubicBezTo>
                  <a:lnTo>
                    <a:pt x="3519" y="46018"/>
                  </a:lnTo>
                  <a:cubicBezTo>
                    <a:pt x="1185" y="46018"/>
                    <a:pt x="0" y="44835"/>
                    <a:pt x="0" y="42506"/>
                  </a:cubicBezTo>
                  <a:lnTo>
                    <a:pt x="0" y="3511"/>
                  </a:lnTo>
                  <a:cubicBezTo>
                    <a:pt x="0" y="1183"/>
                    <a:pt x="1185" y="0"/>
                    <a:pt x="3519" y="0"/>
                  </a:cubicBezTo>
                  <a:lnTo>
                    <a:pt x="172540" y="0"/>
                  </a:lnTo>
                  <a:close/>
                </a:path>
              </a:pathLst>
            </a:custGeom>
            <a:grpFill/>
            <a:ln w="3692" cap="flat">
              <a:noFill/>
              <a:prstDash val="solid"/>
              <a:miter/>
            </a:ln>
          </p:spPr>
          <p:txBody>
            <a:bodyPr rtlCol="0" anchor="ctr"/>
            <a:lstStyle/>
            <a:p>
              <a:endParaRPr lang="en-US">
                <a:solidFill>
                  <a:schemeClr val="tx2"/>
                </a:solidFill>
              </a:endParaRPr>
            </a:p>
          </p:txBody>
        </p:sp>
        <p:sp>
          <p:nvSpPr>
            <p:cNvPr id="11" name="Freeform 10">
              <a:extLst>
                <a:ext uri="{FF2B5EF4-FFF2-40B4-BE49-F238E27FC236}">
                  <a16:creationId xmlns:a16="http://schemas.microsoft.com/office/drawing/2014/main" id="{5EA7CBB6-EE8C-C9A1-198C-B290EFBF9FCD}"/>
                </a:ext>
              </a:extLst>
            </p:cNvPr>
            <p:cNvSpPr/>
            <p:nvPr/>
          </p:nvSpPr>
          <p:spPr>
            <a:xfrm>
              <a:off x="4251012" y="5624255"/>
              <a:ext cx="156352" cy="250528"/>
            </a:xfrm>
            <a:custGeom>
              <a:avLst/>
              <a:gdLst>
                <a:gd name="connsiteX0" fmla="*/ 152834 w 156352"/>
                <a:gd name="connsiteY0" fmla="*/ 204511 h 250528"/>
                <a:gd name="connsiteX1" fmla="*/ 156353 w 156352"/>
                <a:gd name="connsiteY1" fmla="*/ 208022 h 250528"/>
                <a:gd name="connsiteX2" fmla="*/ 156353 w 156352"/>
                <a:gd name="connsiteY2" fmla="*/ 247017 h 250528"/>
                <a:gd name="connsiteX3" fmla="*/ 152834 w 156352"/>
                <a:gd name="connsiteY3" fmla="*/ 250528 h 250528"/>
                <a:gd name="connsiteX4" fmla="*/ 3519 w 156352"/>
                <a:gd name="connsiteY4" fmla="*/ 250528 h 250528"/>
                <a:gd name="connsiteX5" fmla="*/ 0 w 156352"/>
                <a:gd name="connsiteY5" fmla="*/ 247017 h 250528"/>
                <a:gd name="connsiteX6" fmla="*/ 0 w 156352"/>
                <a:gd name="connsiteY6" fmla="*/ 3511 h 250528"/>
                <a:gd name="connsiteX7" fmla="*/ 3519 w 156352"/>
                <a:gd name="connsiteY7" fmla="*/ 0 h 250528"/>
                <a:gd name="connsiteX8" fmla="*/ 149315 w 156352"/>
                <a:gd name="connsiteY8" fmla="*/ 0 h 250528"/>
                <a:gd name="connsiteX9" fmla="*/ 152834 w 156352"/>
                <a:gd name="connsiteY9" fmla="*/ 3511 h 250528"/>
                <a:gd name="connsiteX10" fmla="*/ 152834 w 156352"/>
                <a:gd name="connsiteY10" fmla="*/ 42506 h 250528"/>
                <a:gd name="connsiteX11" fmla="*/ 149315 w 156352"/>
                <a:gd name="connsiteY11" fmla="*/ 46018 h 250528"/>
                <a:gd name="connsiteX12" fmla="*/ 55636 w 156352"/>
                <a:gd name="connsiteY12" fmla="*/ 46018 h 250528"/>
                <a:gd name="connsiteX13" fmla="*/ 52118 w 156352"/>
                <a:gd name="connsiteY13" fmla="*/ 49529 h 250528"/>
                <a:gd name="connsiteX14" fmla="*/ 52118 w 156352"/>
                <a:gd name="connsiteY14" fmla="*/ 100832 h 250528"/>
                <a:gd name="connsiteX15" fmla="*/ 55636 w 156352"/>
                <a:gd name="connsiteY15" fmla="*/ 104344 h 250528"/>
                <a:gd name="connsiteX16" fmla="*/ 122904 w 156352"/>
                <a:gd name="connsiteY16" fmla="*/ 104344 h 250528"/>
                <a:gd name="connsiteX17" fmla="*/ 126423 w 156352"/>
                <a:gd name="connsiteY17" fmla="*/ 107855 h 250528"/>
                <a:gd name="connsiteX18" fmla="*/ 126423 w 156352"/>
                <a:gd name="connsiteY18" fmla="*/ 146850 h 250528"/>
                <a:gd name="connsiteX19" fmla="*/ 122904 w 156352"/>
                <a:gd name="connsiteY19" fmla="*/ 150361 h 250528"/>
                <a:gd name="connsiteX20" fmla="*/ 55636 w 156352"/>
                <a:gd name="connsiteY20" fmla="*/ 150361 h 250528"/>
                <a:gd name="connsiteX21" fmla="*/ 52118 w 156352"/>
                <a:gd name="connsiteY21" fmla="*/ 153873 h 250528"/>
                <a:gd name="connsiteX22" fmla="*/ 52118 w 156352"/>
                <a:gd name="connsiteY22" fmla="*/ 200962 h 250528"/>
                <a:gd name="connsiteX23" fmla="*/ 55636 w 156352"/>
                <a:gd name="connsiteY23" fmla="*/ 204474 h 250528"/>
                <a:gd name="connsiteX24" fmla="*/ 152834 w 156352"/>
                <a:gd name="connsiteY24" fmla="*/ 204474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52" h="250528">
                  <a:moveTo>
                    <a:pt x="152834" y="204511"/>
                  </a:moveTo>
                  <a:cubicBezTo>
                    <a:pt x="155167" y="204511"/>
                    <a:pt x="156353" y="205693"/>
                    <a:pt x="156353" y="208022"/>
                  </a:cubicBezTo>
                  <a:lnTo>
                    <a:pt x="156353" y="247017"/>
                  </a:lnTo>
                  <a:cubicBezTo>
                    <a:pt x="156353" y="249345"/>
                    <a:pt x="155167" y="250528"/>
                    <a:pt x="152834" y="250528"/>
                  </a:cubicBezTo>
                  <a:lnTo>
                    <a:pt x="3519" y="250528"/>
                  </a:lnTo>
                  <a:cubicBezTo>
                    <a:pt x="1185" y="250528"/>
                    <a:pt x="0" y="249345"/>
                    <a:pt x="0" y="247017"/>
                  </a:cubicBezTo>
                  <a:lnTo>
                    <a:pt x="0" y="3511"/>
                  </a:lnTo>
                  <a:cubicBezTo>
                    <a:pt x="0" y="1183"/>
                    <a:pt x="1185" y="0"/>
                    <a:pt x="3519" y="0"/>
                  </a:cubicBezTo>
                  <a:lnTo>
                    <a:pt x="149315" y="0"/>
                  </a:lnTo>
                  <a:cubicBezTo>
                    <a:pt x="151649" y="0"/>
                    <a:pt x="152834" y="1183"/>
                    <a:pt x="152834" y="3511"/>
                  </a:cubicBezTo>
                  <a:lnTo>
                    <a:pt x="152834" y="42506"/>
                  </a:lnTo>
                  <a:cubicBezTo>
                    <a:pt x="152834" y="44835"/>
                    <a:pt x="151649" y="46018"/>
                    <a:pt x="149315" y="46018"/>
                  </a:cubicBezTo>
                  <a:lnTo>
                    <a:pt x="55636" y="46018"/>
                  </a:lnTo>
                  <a:cubicBezTo>
                    <a:pt x="53303" y="46018"/>
                    <a:pt x="52118" y="47200"/>
                    <a:pt x="52118" y="49529"/>
                  </a:cubicBezTo>
                  <a:lnTo>
                    <a:pt x="52118" y="100832"/>
                  </a:lnTo>
                  <a:cubicBezTo>
                    <a:pt x="52118" y="103161"/>
                    <a:pt x="53303" y="104344"/>
                    <a:pt x="55636" y="104344"/>
                  </a:cubicBezTo>
                  <a:lnTo>
                    <a:pt x="122904" y="104344"/>
                  </a:lnTo>
                  <a:cubicBezTo>
                    <a:pt x="125238" y="104344"/>
                    <a:pt x="126423" y="105526"/>
                    <a:pt x="126423" y="107855"/>
                  </a:cubicBezTo>
                  <a:lnTo>
                    <a:pt x="126423" y="146850"/>
                  </a:lnTo>
                  <a:cubicBezTo>
                    <a:pt x="126423" y="149178"/>
                    <a:pt x="125238" y="150361"/>
                    <a:pt x="122904" y="150361"/>
                  </a:cubicBezTo>
                  <a:lnTo>
                    <a:pt x="55636" y="150361"/>
                  </a:lnTo>
                  <a:cubicBezTo>
                    <a:pt x="53303" y="150361"/>
                    <a:pt x="52118" y="151544"/>
                    <a:pt x="52118" y="153873"/>
                  </a:cubicBezTo>
                  <a:lnTo>
                    <a:pt x="52118" y="200962"/>
                  </a:lnTo>
                  <a:cubicBezTo>
                    <a:pt x="52118" y="203291"/>
                    <a:pt x="53303" y="204474"/>
                    <a:pt x="55636" y="204474"/>
                  </a:cubicBezTo>
                  <a:lnTo>
                    <a:pt x="152834" y="204474"/>
                  </a:lnTo>
                  <a:close/>
                </a:path>
              </a:pathLst>
            </a:custGeom>
            <a:grpFill/>
            <a:ln w="3692" cap="flat">
              <a:noFill/>
              <a:prstDash val="solid"/>
              <a:miter/>
            </a:ln>
          </p:spPr>
          <p:txBody>
            <a:bodyPr rtlCol="0" anchor="ctr"/>
            <a:lstStyle/>
            <a:p>
              <a:endParaRPr lang="en-US">
                <a:solidFill>
                  <a:schemeClr val="tx2"/>
                </a:solidFill>
              </a:endParaRPr>
            </a:p>
          </p:txBody>
        </p:sp>
        <p:sp>
          <p:nvSpPr>
            <p:cNvPr id="12" name="Freeform 11">
              <a:extLst>
                <a:ext uri="{FF2B5EF4-FFF2-40B4-BE49-F238E27FC236}">
                  <a16:creationId xmlns:a16="http://schemas.microsoft.com/office/drawing/2014/main" id="{F86E61B9-EBB0-16D9-87B4-A1EF55E4C627}"/>
                </a:ext>
              </a:extLst>
            </p:cNvPr>
            <p:cNvSpPr/>
            <p:nvPr/>
          </p:nvSpPr>
          <p:spPr>
            <a:xfrm>
              <a:off x="4479596" y="5624255"/>
              <a:ext cx="196839" cy="250565"/>
            </a:xfrm>
            <a:custGeom>
              <a:avLst/>
              <a:gdLst>
                <a:gd name="connsiteX0" fmla="*/ 3519 w 196839"/>
                <a:gd name="connsiteY0" fmla="*/ 250528 h 250565"/>
                <a:gd name="connsiteX1" fmla="*/ 0 w 196839"/>
                <a:gd name="connsiteY1" fmla="*/ 247017 h 250565"/>
                <a:gd name="connsiteX2" fmla="*/ 0 w 196839"/>
                <a:gd name="connsiteY2" fmla="*/ 3511 h 250565"/>
                <a:gd name="connsiteX3" fmla="*/ 3519 w 196839"/>
                <a:gd name="connsiteY3" fmla="*/ 0 h 250565"/>
                <a:gd name="connsiteX4" fmla="*/ 106717 w 196839"/>
                <a:gd name="connsiteY4" fmla="*/ 0 h 250565"/>
                <a:gd name="connsiteX5" fmla="*/ 152315 w 196839"/>
                <a:gd name="connsiteY5" fmla="*/ 11052 h 250565"/>
                <a:gd name="connsiteX6" fmla="*/ 184875 w 196839"/>
                <a:gd name="connsiteY6" fmla="*/ 41989 h 250565"/>
                <a:gd name="connsiteX7" fmla="*/ 196839 w 196839"/>
                <a:gd name="connsiteY7" fmla="*/ 86787 h 250565"/>
                <a:gd name="connsiteX8" fmla="*/ 185394 w 196839"/>
                <a:gd name="connsiteY8" fmla="*/ 130365 h 250565"/>
                <a:gd name="connsiteX9" fmla="*/ 153167 w 196839"/>
                <a:gd name="connsiteY9" fmla="*/ 161635 h 250565"/>
                <a:gd name="connsiteX10" fmla="*/ 151575 w 196839"/>
                <a:gd name="connsiteY10" fmla="*/ 163557 h 250565"/>
                <a:gd name="connsiteX11" fmla="*/ 152093 w 196839"/>
                <a:gd name="connsiteY11" fmla="*/ 166551 h 250565"/>
                <a:gd name="connsiteX12" fmla="*/ 194691 w 196839"/>
                <a:gd name="connsiteY12" fmla="*/ 246315 h 250565"/>
                <a:gd name="connsiteX13" fmla="*/ 195395 w 196839"/>
                <a:gd name="connsiteY13" fmla="*/ 248089 h 250565"/>
                <a:gd name="connsiteX14" fmla="*/ 194506 w 196839"/>
                <a:gd name="connsiteY14" fmla="*/ 249863 h 250565"/>
                <a:gd name="connsiteX15" fmla="*/ 192209 w 196839"/>
                <a:gd name="connsiteY15" fmla="*/ 250565 h 250565"/>
                <a:gd name="connsiteX16" fmla="*/ 143610 w 196839"/>
                <a:gd name="connsiteY16" fmla="*/ 250565 h 250565"/>
                <a:gd name="connsiteX17" fmla="*/ 139388 w 196839"/>
                <a:gd name="connsiteY17" fmla="*/ 248089 h 250565"/>
                <a:gd name="connsiteX18" fmla="*/ 102420 w 196839"/>
                <a:gd name="connsiteY18" fmla="*/ 176050 h 250565"/>
                <a:gd name="connsiteX19" fmla="*/ 98197 w 196839"/>
                <a:gd name="connsiteY19" fmla="*/ 173573 h 250565"/>
                <a:gd name="connsiteX20" fmla="*/ 55600 w 196839"/>
                <a:gd name="connsiteY20" fmla="*/ 173573 h 250565"/>
                <a:gd name="connsiteX21" fmla="*/ 52081 w 196839"/>
                <a:gd name="connsiteY21" fmla="*/ 177085 h 250565"/>
                <a:gd name="connsiteX22" fmla="*/ 52081 w 196839"/>
                <a:gd name="connsiteY22" fmla="*/ 247017 h 250565"/>
                <a:gd name="connsiteX23" fmla="*/ 48562 w 196839"/>
                <a:gd name="connsiteY23" fmla="*/ 250528 h 250565"/>
                <a:gd name="connsiteX24" fmla="*/ 3482 w 196839"/>
                <a:gd name="connsiteY24" fmla="*/ 250528 h 250565"/>
                <a:gd name="connsiteX25" fmla="*/ 102828 w 196839"/>
                <a:gd name="connsiteY25" fmla="*/ 127556 h 250565"/>
                <a:gd name="connsiteX26" fmla="*/ 123423 w 196839"/>
                <a:gd name="connsiteY26" fmla="*/ 122455 h 250565"/>
                <a:gd name="connsiteX27" fmla="*/ 139091 w 196839"/>
                <a:gd name="connsiteY27" fmla="*/ 108225 h 250565"/>
                <a:gd name="connsiteX28" fmla="*/ 145092 w 196839"/>
                <a:gd name="connsiteY28" fmla="*/ 86787 h 250565"/>
                <a:gd name="connsiteX29" fmla="*/ 132239 w 196839"/>
                <a:gd name="connsiteY29" fmla="*/ 56921 h 250565"/>
                <a:gd name="connsiteX30" fmla="*/ 101087 w 196839"/>
                <a:gd name="connsiteY30" fmla="*/ 46018 h 250565"/>
                <a:gd name="connsiteX31" fmla="*/ 55674 w 196839"/>
                <a:gd name="connsiteY31" fmla="*/ 46018 h 250565"/>
                <a:gd name="connsiteX32" fmla="*/ 52155 w 196839"/>
                <a:gd name="connsiteY32" fmla="*/ 49529 h 250565"/>
                <a:gd name="connsiteX33" fmla="*/ 52155 w 196839"/>
                <a:gd name="connsiteY33" fmla="*/ 124007 h 250565"/>
                <a:gd name="connsiteX34" fmla="*/ 55674 w 196839"/>
                <a:gd name="connsiteY34" fmla="*/ 127519 h 250565"/>
                <a:gd name="connsiteX35" fmla="*/ 102865 w 196839"/>
                <a:gd name="connsiteY35" fmla="*/ 127519 h 2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6839" h="250565">
                  <a:moveTo>
                    <a:pt x="3519" y="250528"/>
                  </a:moveTo>
                  <a:cubicBezTo>
                    <a:pt x="1185" y="250528"/>
                    <a:pt x="0" y="249345"/>
                    <a:pt x="0" y="247017"/>
                  </a:cubicBezTo>
                  <a:lnTo>
                    <a:pt x="0" y="3511"/>
                  </a:lnTo>
                  <a:cubicBezTo>
                    <a:pt x="0" y="1183"/>
                    <a:pt x="1185" y="0"/>
                    <a:pt x="3519" y="0"/>
                  </a:cubicBezTo>
                  <a:lnTo>
                    <a:pt x="106717" y="0"/>
                  </a:lnTo>
                  <a:cubicBezTo>
                    <a:pt x="123386" y="0"/>
                    <a:pt x="138573" y="3696"/>
                    <a:pt x="152315" y="11052"/>
                  </a:cubicBezTo>
                  <a:cubicBezTo>
                    <a:pt x="166058" y="18444"/>
                    <a:pt x="176911" y="28756"/>
                    <a:pt x="184875" y="41989"/>
                  </a:cubicBezTo>
                  <a:cubicBezTo>
                    <a:pt x="192839" y="55221"/>
                    <a:pt x="196839" y="70154"/>
                    <a:pt x="196839" y="86787"/>
                  </a:cubicBezTo>
                  <a:cubicBezTo>
                    <a:pt x="196839" y="103420"/>
                    <a:pt x="193024" y="117724"/>
                    <a:pt x="185394" y="130365"/>
                  </a:cubicBezTo>
                  <a:cubicBezTo>
                    <a:pt x="177763" y="143006"/>
                    <a:pt x="167021" y="153429"/>
                    <a:pt x="153167" y="161635"/>
                  </a:cubicBezTo>
                  <a:cubicBezTo>
                    <a:pt x="152241" y="161856"/>
                    <a:pt x="151686" y="162522"/>
                    <a:pt x="151575" y="163557"/>
                  </a:cubicBezTo>
                  <a:cubicBezTo>
                    <a:pt x="151463" y="164592"/>
                    <a:pt x="151648" y="165627"/>
                    <a:pt x="152093" y="166551"/>
                  </a:cubicBezTo>
                  <a:lnTo>
                    <a:pt x="194691" y="246315"/>
                  </a:lnTo>
                  <a:lnTo>
                    <a:pt x="195395" y="248089"/>
                  </a:lnTo>
                  <a:cubicBezTo>
                    <a:pt x="195395" y="248791"/>
                    <a:pt x="195098" y="249382"/>
                    <a:pt x="194506" y="249863"/>
                  </a:cubicBezTo>
                  <a:cubicBezTo>
                    <a:pt x="193913" y="250343"/>
                    <a:pt x="193172" y="250565"/>
                    <a:pt x="192209" y="250565"/>
                  </a:cubicBezTo>
                  <a:lnTo>
                    <a:pt x="143610" y="250565"/>
                  </a:lnTo>
                  <a:cubicBezTo>
                    <a:pt x="141499" y="250565"/>
                    <a:pt x="140091" y="249752"/>
                    <a:pt x="139388" y="248089"/>
                  </a:cubicBezTo>
                  <a:lnTo>
                    <a:pt x="102420" y="176050"/>
                  </a:lnTo>
                  <a:cubicBezTo>
                    <a:pt x="101716" y="174424"/>
                    <a:pt x="100309" y="173573"/>
                    <a:pt x="98197" y="173573"/>
                  </a:cubicBezTo>
                  <a:lnTo>
                    <a:pt x="55600" y="173573"/>
                  </a:lnTo>
                  <a:cubicBezTo>
                    <a:pt x="53266" y="173573"/>
                    <a:pt x="52081" y="174756"/>
                    <a:pt x="52081" y="177085"/>
                  </a:cubicBezTo>
                  <a:lnTo>
                    <a:pt x="52081" y="247017"/>
                  </a:lnTo>
                  <a:cubicBezTo>
                    <a:pt x="52081" y="249345"/>
                    <a:pt x="50895" y="250528"/>
                    <a:pt x="48562" y="250528"/>
                  </a:cubicBezTo>
                  <a:lnTo>
                    <a:pt x="3482" y="250528"/>
                  </a:lnTo>
                  <a:close/>
                  <a:moveTo>
                    <a:pt x="102828" y="127556"/>
                  </a:moveTo>
                  <a:cubicBezTo>
                    <a:pt x="110088" y="127556"/>
                    <a:pt x="116978" y="125855"/>
                    <a:pt x="123423" y="122455"/>
                  </a:cubicBezTo>
                  <a:cubicBezTo>
                    <a:pt x="129868" y="119054"/>
                    <a:pt x="135091" y="114323"/>
                    <a:pt x="139091" y="108225"/>
                  </a:cubicBezTo>
                  <a:cubicBezTo>
                    <a:pt x="143092" y="102126"/>
                    <a:pt x="145092" y="94992"/>
                    <a:pt x="145092" y="86787"/>
                  </a:cubicBezTo>
                  <a:cubicBezTo>
                    <a:pt x="145092" y="74146"/>
                    <a:pt x="140795" y="64166"/>
                    <a:pt x="132239" y="56921"/>
                  </a:cubicBezTo>
                  <a:cubicBezTo>
                    <a:pt x="123682" y="49677"/>
                    <a:pt x="113273" y="46018"/>
                    <a:pt x="101087" y="46018"/>
                  </a:cubicBezTo>
                  <a:lnTo>
                    <a:pt x="55674" y="46018"/>
                  </a:lnTo>
                  <a:cubicBezTo>
                    <a:pt x="53340" y="46018"/>
                    <a:pt x="52155" y="47200"/>
                    <a:pt x="52155" y="49529"/>
                  </a:cubicBezTo>
                  <a:lnTo>
                    <a:pt x="52155" y="124007"/>
                  </a:lnTo>
                  <a:cubicBezTo>
                    <a:pt x="52155" y="126336"/>
                    <a:pt x="53340" y="127519"/>
                    <a:pt x="55674" y="127519"/>
                  </a:cubicBezTo>
                  <a:lnTo>
                    <a:pt x="102865" y="127519"/>
                  </a:lnTo>
                  <a:close/>
                </a:path>
              </a:pathLst>
            </a:custGeom>
            <a:grpFill/>
            <a:ln w="3692" cap="flat">
              <a:noFill/>
              <a:prstDash val="solid"/>
              <a:miter/>
            </a:ln>
          </p:spPr>
          <p:txBody>
            <a:bodyPr rtlCol="0" anchor="ctr"/>
            <a:lstStyle/>
            <a:p>
              <a:endParaRPr lang="en-US">
                <a:solidFill>
                  <a:schemeClr val="tx2"/>
                </a:solidFill>
              </a:endParaRPr>
            </a:p>
          </p:txBody>
        </p:sp>
        <p:sp>
          <p:nvSpPr>
            <p:cNvPr id="13" name="Freeform 12">
              <a:extLst>
                <a:ext uri="{FF2B5EF4-FFF2-40B4-BE49-F238E27FC236}">
                  <a16:creationId xmlns:a16="http://schemas.microsoft.com/office/drawing/2014/main" id="{ADCCF72F-58CA-4B0A-C9EF-946216859FD5}"/>
                </a:ext>
              </a:extLst>
            </p:cNvPr>
            <p:cNvSpPr/>
            <p:nvPr/>
          </p:nvSpPr>
          <p:spPr>
            <a:xfrm>
              <a:off x="4744703"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3 w 202839"/>
                <a:gd name="connsiteY3" fmla="*/ 248421 h 250528"/>
                <a:gd name="connsiteX4" fmla="*/ 56377 w 202839"/>
                <a:gd name="connsiteY4" fmla="*/ 105748 h 250528"/>
                <a:gd name="connsiteX5" fmla="*/ 53896 w 202839"/>
                <a:gd name="connsiteY5" fmla="*/ 104344 h 250528"/>
                <a:gd name="connsiteX6" fmla="*/ 52118 w 202839"/>
                <a:gd name="connsiteY6" fmla="*/ 107522 h 250528"/>
                <a:gd name="connsiteX7" fmla="*/ 52118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8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3" y="248421"/>
                  </a:cubicBezTo>
                  <a:lnTo>
                    <a:pt x="56377" y="105748"/>
                  </a:lnTo>
                  <a:cubicBezTo>
                    <a:pt x="55451" y="104824"/>
                    <a:pt x="54599" y="104344"/>
                    <a:pt x="53896" y="104344"/>
                  </a:cubicBezTo>
                  <a:cubicBezTo>
                    <a:pt x="52710" y="104344"/>
                    <a:pt x="52118" y="105416"/>
                    <a:pt x="52118" y="107522"/>
                  </a:cubicBezTo>
                  <a:lnTo>
                    <a:pt x="52118" y="247017"/>
                  </a:lnTo>
                  <a:cubicBezTo>
                    <a:pt x="52118"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8" y="2107"/>
                  </a:cubicBezTo>
                  <a:lnTo>
                    <a:pt x="146463" y="144410"/>
                  </a:lnTo>
                  <a:cubicBezTo>
                    <a:pt x="147167"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tx2"/>
                </a:solidFill>
              </a:endParaRPr>
            </a:p>
          </p:txBody>
        </p:sp>
        <p:sp>
          <p:nvSpPr>
            <p:cNvPr id="14" name="Freeform 13">
              <a:extLst>
                <a:ext uri="{FF2B5EF4-FFF2-40B4-BE49-F238E27FC236}">
                  <a16:creationId xmlns:a16="http://schemas.microsoft.com/office/drawing/2014/main" id="{21016634-C362-FE3C-55AE-F24AB65FFB3A}"/>
                </a:ext>
              </a:extLst>
            </p:cNvPr>
            <p:cNvSpPr/>
            <p:nvPr/>
          </p:nvSpPr>
          <p:spPr>
            <a:xfrm>
              <a:off x="2649665" y="5714387"/>
              <a:ext cx="129608" cy="253611"/>
            </a:xfrm>
            <a:custGeom>
              <a:avLst/>
              <a:gdLst>
                <a:gd name="connsiteX0" fmla="*/ 51488 w 129608"/>
                <a:gd name="connsiteY0" fmla="*/ 172003 h 253611"/>
                <a:gd name="connsiteX1" fmla="*/ 114866 w 129608"/>
                <a:gd name="connsiteY1" fmla="*/ 95454 h 253611"/>
                <a:gd name="connsiteX2" fmla="*/ 129609 w 129608"/>
                <a:gd name="connsiteY2" fmla="*/ 77491 h 253611"/>
                <a:gd name="connsiteX3" fmla="*/ 129609 w 129608"/>
                <a:gd name="connsiteY3" fmla="*/ 18463 h 253611"/>
                <a:gd name="connsiteX4" fmla="*/ 108310 w 129608"/>
                <a:gd name="connsiteY4" fmla="*/ 277 h 253611"/>
                <a:gd name="connsiteX5" fmla="*/ 0 w 129608"/>
                <a:gd name="connsiteY5" fmla="*/ 127870 h 253611"/>
                <a:gd name="connsiteX6" fmla="*/ 98716 w 129608"/>
                <a:gd name="connsiteY6" fmla="*/ 253467 h 253611"/>
                <a:gd name="connsiteX7" fmla="*/ 104531 w 129608"/>
                <a:gd name="connsiteY7" fmla="*/ 248994 h 253611"/>
                <a:gd name="connsiteX8" fmla="*/ 104531 w 129608"/>
                <a:gd name="connsiteY8" fmla="*/ 248994 h 253611"/>
                <a:gd name="connsiteX9" fmla="*/ 101494 w 129608"/>
                <a:gd name="connsiteY9" fmla="*/ 244670 h 253611"/>
                <a:gd name="connsiteX10" fmla="*/ 51525 w 129608"/>
                <a:gd name="connsiteY10" fmla="*/ 172040 h 25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08" h="253611">
                  <a:moveTo>
                    <a:pt x="51488" y="172003"/>
                  </a:moveTo>
                  <a:cubicBezTo>
                    <a:pt x="51488" y="133969"/>
                    <a:pt x="78751" y="102329"/>
                    <a:pt x="114866" y="95454"/>
                  </a:cubicBezTo>
                  <a:cubicBezTo>
                    <a:pt x="122978" y="93902"/>
                    <a:pt x="129609" y="85733"/>
                    <a:pt x="129609" y="77491"/>
                  </a:cubicBezTo>
                  <a:lnTo>
                    <a:pt x="129609" y="18463"/>
                  </a:lnTo>
                  <a:cubicBezTo>
                    <a:pt x="129609" y="6635"/>
                    <a:pt x="120015" y="-1645"/>
                    <a:pt x="108310" y="277"/>
                  </a:cubicBezTo>
                  <a:cubicBezTo>
                    <a:pt x="46858" y="10405"/>
                    <a:pt x="0" y="63704"/>
                    <a:pt x="0" y="127870"/>
                  </a:cubicBezTo>
                  <a:cubicBezTo>
                    <a:pt x="0" y="188673"/>
                    <a:pt x="42042" y="239643"/>
                    <a:pt x="98716" y="253467"/>
                  </a:cubicBezTo>
                  <a:cubicBezTo>
                    <a:pt x="101679" y="254206"/>
                    <a:pt x="104531" y="252025"/>
                    <a:pt x="104531" y="248994"/>
                  </a:cubicBezTo>
                  <a:lnTo>
                    <a:pt x="104531" y="248994"/>
                  </a:lnTo>
                  <a:cubicBezTo>
                    <a:pt x="104531" y="247073"/>
                    <a:pt x="103309" y="245372"/>
                    <a:pt x="101494" y="244670"/>
                  </a:cubicBezTo>
                  <a:cubicBezTo>
                    <a:pt x="72268" y="233397"/>
                    <a:pt x="51525" y="205158"/>
                    <a:pt x="51525" y="172040"/>
                  </a:cubicBezTo>
                  <a:close/>
                </a:path>
              </a:pathLst>
            </a:custGeom>
            <a:grpFill/>
            <a:ln w="3692" cap="flat">
              <a:noFill/>
              <a:prstDash val="solid"/>
              <a:miter/>
            </a:ln>
          </p:spPr>
          <p:txBody>
            <a:bodyPr rtlCol="0" anchor="ctr"/>
            <a:lstStyle/>
            <a:p>
              <a:endParaRPr lang="en-US">
                <a:solidFill>
                  <a:schemeClr val="tx2"/>
                </a:solidFill>
              </a:endParaRPr>
            </a:p>
          </p:txBody>
        </p:sp>
        <p:sp>
          <p:nvSpPr>
            <p:cNvPr id="15" name="Freeform 14">
              <a:extLst>
                <a:ext uri="{FF2B5EF4-FFF2-40B4-BE49-F238E27FC236}">
                  <a16:creationId xmlns:a16="http://schemas.microsoft.com/office/drawing/2014/main" id="{2CFEB11B-B959-5D44-784A-32F7EE56191B}"/>
                </a:ext>
              </a:extLst>
            </p:cNvPr>
            <p:cNvSpPr/>
            <p:nvPr/>
          </p:nvSpPr>
          <p:spPr>
            <a:xfrm>
              <a:off x="2779274" y="5459914"/>
              <a:ext cx="234362" cy="508006"/>
            </a:xfrm>
            <a:custGeom>
              <a:avLst/>
              <a:gdLst>
                <a:gd name="connsiteX0" fmla="*/ 234362 w 234362"/>
                <a:gd name="connsiteY0" fmla="*/ 255009 h 508006"/>
                <a:gd name="connsiteX1" fmla="*/ 21632 w 234362"/>
                <a:gd name="connsiteY1" fmla="*/ 341 h 508006"/>
                <a:gd name="connsiteX2" fmla="*/ 0 w 234362"/>
                <a:gd name="connsiteY2" fmla="*/ 18452 h 508006"/>
                <a:gd name="connsiteX3" fmla="*/ 0 w 234362"/>
                <a:gd name="connsiteY3" fmla="*/ 163047 h 508006"/>
                <a:gd name="connsiteX4" fmla="*/ 14076 w 234362"/>
                <a:gd name="connsiteY4" fmla="*/ 180863 h 508006"/>
                <a:gd name="connsiteX5" fmla="*/ 144055 w 234362"/>
                <a:gd name="connsiteY5" fmla="*/ 345085 h 508006"/>
                <a:gd name="connsiteX6" fmla="*/ 123830 w 234362"/>
                <a:gd name="connsiteY6" fmla="*/ 425108 h 508006"/>
                <a:gd name="connsiteX7" fmla="*/ 50599 w 234362"/>
                <a:gd name="connsiteY7" fmla="*/ 491528 h 508006"/>
                <a:gd name="connsiteX8" fmla="*/ 27966 w 234362"/>
                <a:gd name="connsiteY8" fmla="*/ 498625 h 508006"/>
                <a:gd name="connsiteX9" fmla="*/ 24262 w 234362"/>
                <a:gd name="connsiteY9" fmla="*/ 503245 h 508006"/>
                <a:gd name="connsiteX10" fmla="*/ 24262 w 234362"/>
                <a:gd name="connsiteY10" fmla="*/ 503245 h 508006"/>
                <a:gd name="connsiteX11" fmla="*/ 30004 w 234362"/>
                <a:gd name="connsiteY11" fmla="*/ 507902 h 508006"/>
                <a:gd name="connsiteX12" fmla="*/ 234362 w 234362"/>
                <a:gd name="connsiteY12" fmla="*/ 254972 h 50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362" h="508006">
                  <a:moveTo>
                    <a:pt x="234362" y="255009"/>
                  </a:moveTo>
                  <a:cubicBezTo>
                    <a:pt x="234362" y="127970"/>
                    <a:pt x="142610" y="22296"/>
                    <a:pt x="21632" y="341"/>
                  </a:cubicBezTo>
                  <a:cubicBezTo>
                    <a:pt x="9742" y="-1803"/>
                    <a:pt x="0" y="6402"/>
                    <a:pt x="0" y="18452"/>
                  </a:cubicBezTo>
                  <a:lnTo>
                    <a:pt x="0" y="163047"/>
                  </a:lnTo>
                  <a:cubicBezTo>
                    <a:pt x="0" y="170994"/>
                    <a:pt x="6334" y="179052"/>
                    <a:pt x="14076" y="180863"/>
                  </a:cubicBezTo>
                  <a:cubicBezTo>
                    <a:pt x="88604" y="198494"/>
                    <a:pt x="144055" y="265321"/>
                    <a:pt x="144055" y="345085"/>
                  </a:cubicBezTo>
                  <a:cubicBezTo>
                    <a:pt x="144055" y="374063"/>
                    <a:pt x="136721" y="401304"/>
                    <a:pt x="123830" y="425108"/>
                  </a:cubicBezTo>
                  <a:cubicBezTo>
                    <a:pt x="102679" y="461441"/>
                    <a:pt x="74157" y="480994"/>
                    <a:pt x="50599" y="491528"/>
                  </a:cubicBezTo>
                  <a:cubicBezTo>
                    <a:pt x="43302" y="494411"/>
                    <a:pt x="35745" y="496777"/>
                    <a:pt x="27966" y="498625"/>
                  </a:cubicBezTo>
                  <a:cubicBezTo>
                    <a:pt x="25818" y="499142"/>
                    <a:pt x="24262" y="501028"/>
                    <a:pt x="24262" y="503245"/>
                  </a:cubicBezTo>
                  <a:lnTo>
                    <a:pt x="24262" y="503245"/>
                  </a:lnTo>
                  <a:cubicBezTo>
                    <a:pt x="24262" y="506239"/>
                    <a:pt x="27040" y="508531"/>
                    <a:pt x="30004" y="507902"/>
                  </a:cubicBezTo>
                  <a:cubicBezTo>
                    <a:pt x="146833" y="482694"/>
                    <a:pt x="234362" y="379090"/>
                    <a:pt x="234362" y="254972"/>
                  </a:cubicBezTo>
                  <a:close/>
                </a:path>
              </a:pathLst>
            </a:custGeom>
            <a:grpFill/>
            <a:ln w="3692" cap="flat">
              <a:noFill/>
              <a:prstDash val="solid"/>
              <a:miter/>
            </a:ln>
          </p:spPr>
          <p:txBody>
            <a:bodyPr rtlCol="0" anchor="ctr"/>
            <a:lstStyle/>
            <a:p>
              <a:endParaRPr lang="en-US">
                <a:solidFill>
                  <a:schemeClr val="tx2"/>
                </a:solidFill>
              </a:endParaRPr>
            </a:p>
          </p:txBody>
        </p:sp>
        <p:sp>
          <p:nvSpPr>
            <p:cNvPr id="16" name="Freeform 15">
              <a:extLst>
                <a:ext uri="{FF2B5EF4-FFF2-40B4-BE49-F238E27FC236}">
                  <a16:creationId xmlns:a16="http://schemas.microsoft.com/office/drawing/2014/main" id="{F53E0CD6-5A0F-3C95-4C7A-145AD78A6C25}"/>
                </a:ext>
              </a:extLst>
            </p:cNvPr>
            <p:cNvSpPr/>
            <p:nvPr/>
          </p:nvSpPr>
          <p:spPr>
            <a:xfrm>
              <a:off x="3210809" y="6013428"/>
              <a:ext cx="61822" cy="88376"/>
            </a:xfrm>
            <a:custGeom>
              <a:avLst/>
              <a:gdLst>
                <a:gd name="connsiteX0" fmla="*/ 0 w 61822"/>
                <a:gd name="connsiteY0" fmla="*/ 0 h 88376"/>
                <a:gd name="connsiteX1" fmla="*/ 61822 w 61822"/>
                <a:gd name="connsiteY1" fmla="*/ 0 h 88376"/>
                <a:gd name="connsiteX2" fmla="*/ 61822 w 61822"/>
                <a:gd name="connsiteY2" fmla="*/ 11828 h 88376"/>
                <a:gd name="connsiteX3" fmla="*/ 38227 w 61822"/>
                <a:gd name="connsiteY3" fmla="*/ 11828 h 88376"/>
                <a:gd name="connsiteX4" fmla="*/ 38227 w 61822"/>
                <a:gd name="connsiteY4" fmla="*/ 88376 h 88376"/>
                <a:gd name="connsiteX5" fmla="*/ 23707 w 61822"/>
                <a:gd name="connsiteY5" fmla="*/ 88376 h 88376"/>
                <a:gd name="connsiteX6" fmla="*/ 23707 w 61822"/>
                <a:gd name="connsiteY6" fmla="*/ 11828 h 88376"/>
                <a:gd name="connsiteX7" fmla="*/ 0 w 61822"/>
                <a:gd name="connsiteY7" fmla="*/ 11828 h 88376"/>
                <a:gd name="connsiteX8" fmla="*/ 0 w 61822"/>
                <a:gd name="connsiteY8" fmla="*/ 0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22" h="88376">
                  <a:moveTo>
                    <a:pt x="0" y="0"/>
                  </a:moveTo>
                  <a:lnTo>
                    <a:pt x="61822" y="0"/>
                  </a:lnTo>
                  <a:lnTo>
                    <a:pt x="61822" y="11828"/>
                  </a:lnTo>
                  <a:lnTo>
                    <a:pt x="38227" y="11828"/>
                  </a:lnTo>
                  <a:lnTo>
                    <a:pt x="38227" y="88376"/>
                  </a:lnTo>
                  <a:lnTo>
                    <a:pt x="23707" y="88376"/>
                  </a:lnTo>
                  <a:lnTo>
                    <a:pt x="23707" y="11828"/>
                  </a:lnTo>
                  <a:lnTo>
                    <a:pt x="0" y="11828"/>
                  </a:lnTo>
                  <a:lnTo>
                    <a:pt x="0" y="0"/>
                  </a:lnTo>
                  <a:close/>
                </a:path>
              </a:pathLst>
            </a:custGeom>
            <a:grpFill/>
            <a:ln w="3692" cap="flat">
              <a:noFill/>
              <a:prstDash val="solid"/>
              <a:miter/>
            </a:ln>
          </p:spPr>
          <p:txBody>
            <a:bodyPr rtlCol="0" anchor="ctr"/>
            <a:lstStyle/>
            <a:p>
              <a:endParaRPr lang="en-US">
                <a:solidFill>
                  <a:schemeClr val="tx2"/>
                </a:solidFill>
              </a:endParaRPr>
            </a:p>
          </p:txBody>
        </p:sp>
        <p:sp>
          <p:nvSpPr>
            <p:cNvPr id="19" name="Freeform 18">
              <a:extLst>
                <a:ext uri="{FF2B5EF4-FFF2-40B4-BE49-F238E27FC236}">
                  <a16:creationId xmlns:a16="http://schemas.microsoft.com/office/drawing/2014/main" id="{812C33A8-6A09-FB54-451E-940B2143AB99}"/>
                </a:ext>
              </a:extLst>
            </p:cNvPr>
            <p:cNvSpPr/>
            <p:nvPr/>
          </p:nvSpPr>
          <p:spPr>
            <a:xfrm>
              <a:off x="3283707" y="6007735"/>
              <a:ext cx="64230" cy="94142"/>
            </a:xfrm>
            <a:custGeom>
              <a:avLst/>
              <a:gdLst>
                <a:gd name="connsiteX0" fmla="*/ 0 w 64230"/>
                <a:gd name="connsiteY0" fmla="*/ 0 h 94142"/>
                <a:gd name="connsiteX1" fmla="*/ 14520 w 64230"/>
                <a:gd name="connsiteY1" fmla="*/ 0 h 94142"/>
                <a:gd name="connsiteX2" fmla="*/ 14520 w 64230"/>
                <a:gd name="connsiteY2" fmla="*/ 32194 h 94142"/>
                <a:gd name="connsiteX3" fmla="*/ 36301 w 64230"/>
                <a:gd name="connsiteY3" fmla="*/ 22916 h 94142"/>
                <a:gd name="connsiteX4" fmla="*/ 64230 w 64230"/>
                <a:gd name="connsiteY4" fmla="*/ 52819 h 94142"/>
                <a:gd name="connsiteX5" fmla="*/ 64230 w 64230"/>
                <a:gd name="connsiteY5" fmla="*/ 94142 h 94142"/>
                <a:gd name="connsiteX6" fmla="*/ 49821 w 64230"/>
                <a:gd name="connsiteY6" fmla="*/ 94142 h 94142"/>
                <a:gd name="connsiteX7" fmla="*/ 49821 w 64230"/>
                <a:gd name="connsiteY7" fmla="*/ 54962 h 94142"/>
                <a:gd name="connsiteX8" fmla="*/ 32226 w 64230"/>
                <a:gd name="connsiteY8" fmla="*/ 35520 h 94142"/>
                <a:gd name="connsiteX9" fmla="*/ 14520 w 64230"/>
                <a:gd name="connsiteY9" fmla="*/ 54962 h 94142"/>
                <a:gd name="connsiteX10" fmla="*/ 14520 w 64230"/>
                <a:gd name="connsiteY10" fmla="*/ 94142 h 94142"/>
                <a:gd name="connsiteX11" fmla="*/ 0 w 64230"/>
                <a:gd name="connsiteY11" fmla="*/ 94142 h 94142"/>
                <a:gd name="connsiteX12" fmla="*/ 0 w 64230"/>
                <a:gd name="connsiteY12" fmla="*/ 37 h 9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0" h="94142">
                  <a:moveTo>
                    <a:pt x="0" y="0"/>
                  </a:moveTo>
                  <a:lnTo>
                    <a:pt x="14520" y="0"/>
                  </a:lnTo>
                  <a:lnTo>
                    <a:pt x="14520" y="32194"/>
                  </a:lnTo>
                  <a:cubicBezTo>
                    <a:pt x="19373" y="26354"/>
                    <a:pt x="27263" y="22916"/>
                    <a:pt x="36301" y="22916"/>
                  </a:cubicBezTo>
                  <a:cubicBezTo>
                    <a:pt x="51969" y="22916"/>
                    <a:pt x="64230" y="33229"/>
                    <a:pt x="64230" y="52819"/>
                  </a:cubicBezTo>
                  <a:lnTo>
                    <a:pt x="64230" y="94142"/>
                  </a:lnTo>
                  <a:lnTo>
                    <a:pt x="49821" y="94142"/>
                  </a:lnTo>
                  <a:lnTo>
                    <a:pt x="49821" y="54962"/>
                  </a:lnTo>
                  <a:cubicBezTo>
                    <a:pt x="49821" y="42100"/>
                    <a:pt x="42820" y="35520"/>
                    <a:pt x="32226" y="35520"/>
                  </a:cubicBezTo>
                  <a:cubicBezTo>
                    <a:pt x="21632" y="35520"/>
                    <a:pt x="14520" y="42137"/>
                    <a:pt x="14520" y="54962"/>
                  </a:cubicBezTo>
                  <a:lnTo>
                    <a:pt x="14520" y="94142"/>
                  </a:lnTo>
                  <a:lnTo>
                    <a:pt x="0" y="94142"/>
                  </a:lnTo>
                  <a:lnTo>
                    <a:pt x="0" y="37"/>
                  </a:lnTo>
                  <a:close/>
                </a:path>
              </a:pathLst>
            </a:custGeom>
            <a:grpFill/>
            <a:ln w="3692" cap="flat">
              <a:noFill/>
              <a:prstDash val="solid"/>
              <a:miter/>
            </a:ln>
          </p:spPr>
          <p:txBody>
            <a:bodyPr rtlCol="0" anchor="ctr"/>
            <a:lstStyle/>
            <a:p>
              <a:endParaRPr lang="en-US">
                <a:solidFill>
                  <a:schemeClr val="tx2"/>
                </a:solidFill>
              </a:endParaRPr>
            </a:p>
          </p:txBody>
        </p:sp>
        <p:sp>
          <p:nvSpPr>
            <p:cNvPr id="21" name="Freeform 20">
              <a:extLst>
                <a:ext uri="{FF2B5EF4-FFF2-40B4-BE49-F238E27FC236}">
                  <a16:creationId xmlns:a16="http://schemas.microsoft.com/office/drawing/2014/main" id="{A4C0FFA7-D6AE-5004-C85D-71CDABCA8A96}"/>
                </a:ext>
              </a:extLst>
            </p:cNvPr>
            <p:cNvSpPr/>
            <p:nvPr/>
          </p:nvSpPr>
          <p:spPr>
            <a:xfrm>
              <a:off x="3360420"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tx2"/>
                </a:solidFill>
              </a:endParaRPr>
            </a:p>
          </p:txBody>
        </p:sp>
        <p:sp>
          <p:nvSpPr>
            <p:cNvPr id="22" name="Freeform 21">
              <a:extLst>
                <a:ext uri="{FF2B5EF4-FFF2-40B4-BE49-F238E27FC236}">
                  <a16:creationId xmlns:a16="http://schemas.microsoft.com/office/drawing/2014/main" id="{A66000FC-9BE4-371C-6975-5976222EDDCF}"/>
                </a:ext>
              </a:extLst>
            </p:cNvPr>
            <p:cNvSpPr/>
            <p:nvPr/>
          </p:nvSpPr>
          <p:spPr>
            <a:xfrm>
              <a:off x="3474916" y="6012282"/>
              <a:ext cx="61896" cy="90445"/>
            </a:xfrm>
            <a:custGeom>
              <a:avLst/>
              <a:gdLst>
                <a:gd name="connsiteX0" fmla="*/ 31337 w 61896"/>
                <a:gd name="connsiteY0" fmla="*/ 90446 h 90445"/>
                <a:gd name="connsiteX1" fmla="*/ 0 w 61896"/>
                <a:gd name="connsiteY1" fmla="*/ 65127 h 90445"/>
                <a:gd name="connsiteX2" fmla="*/ 15558 w 61896"/>
                <a:gd name="connsiteY2" fmla="*/ 65127 h 90445"/>
                <a:gd name="connsiteX3" fmla="*/ 31374 w 61896"/>
                <a:gd name="connsiteY3" fmla="*/ 78211 h 90445"/>
                <a:gd name="connsiteX4" fmla="*/ 47302 w 61896"/>
                <a:gd name="connsiteY4" fmla="*/ 65238 h 90445"/>
                <a:gd name="connsiteX5" fmla="*/ 259 w 61896"/>
                <a:gd name="connsiteY5" fmla="*/ 25171 h 90445"/>
                <a:gd name="connsiteX6" fmla="*/ 30708 w 61896"/>
                <a:gd name="connsiteY6" fmla="*/ 0 h 90445"/>
                <a:gd name="connsiteX7" fmla="*/ 60934 w 61896"/>
                <a:gd name="connsiteY7" fmla="*/ 24025 h 90445"/>
                <a:gd name="connsiteX8" fmla="*/ 44857 w 61896"/>
                <a:gd name="connsiteY8" fmla="*/ 24025 h 90445"/>
                <a:gd name="connsiteX9" fmla="*/ 29930 w 61896"/>
                <a:gd name="connsiteY9" fmla="*/ 12308 h 90445"/>
                <a:gd name="connsiteX10" fmla="*/ 15002 w 61896"/>
                <a:gd name="connsiteY10" fmla="*/ 24654 h 90445"/>
                <a:gd name="connsiteX11" fmla="*/ 61897 w 61896"/>
                <a:gd name="connsiteY11" fmla="*/ 64462 h 90445"/>
                <a:gd name="connsiteX12" fmla="*/ 31300 w 61896"/>
                <a:gd name="connsiteY12" fmla="*/ 90409 h 9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896" h="90445">
                  <a:moveTo>
                    <a:pt x="31337" y="90446"/>
                  </a:moveTo>
                  <a:cubicBezTo>
                    <a:pt x="13631" y="90446"/>
                    <a:pt x="0" y="80762"/>
                    <a:pt x="0" y="65127"/>
                  </a:cubicBezTo>
                  <a:lnTo>
                    <a:pt x="15558" y="65127"/>
                  </a:lnTo>
                  <a:cubicBezTo>
                    <a:pt x="16187" y="72372"/>
                    <a:pt x="21299" y="78211"/>
                    <a:pt x="31374" y="78211"/>
                  </a:cubicBezTo>
                  <a:cubicBezTo>
                    <a:pt x="41450" y="78211"/>
                    <a:pt x="47302" y="72741"/>
                    <a:pt x="47302" y="65238"/>
                  </a:cubicBezTo>
                  <a:cubicBezTo>
                    <a:pt x="47302" y="43874"/>
                    <a:pt x="259" y="57735"/>
                    <a:pt x="259" y="25171"/>
                  </a:cubicBezTo>
                  <a:cubicBezTo>
                    <a:pt x="259" y="9647"/>
                    <a:pt x="12631" y="0"/>
                    <a:pt x="30708" y="0"/>
                  </a:cubicBezTo>
                  <a:cubicBezTo>
                    <a:pt x="47673" y="0"/>
                    <a:pt x="59637" y="8908"/>
                    <a:pt x="60934" y="24025"/>
                  </a:cubicBezTo>
                  <a:lnTo>
                    <a:pt x="44857" y="24025"/>
                  </a:lnTo>
                  <a:cubicBezTo>
                    <a:pt x="44339" y="18037"/>
                    <a:pt x="39116" y="12567"/>
                    <a:pt x="29930" y="12308"/>
                  </a:cubicBezTo>
                  <a:cubicBezTo>
                    <a:pt x="21521" y="12050"/>
                    <a:pt x="15002" y="16115"/>
                    <a:pt x="15002" y="24654"/>
                  </a:cubicBezTo>
                  <a:cubicBezTo>
                    <a:pt x="15002" y="44613"/>
                    <a:pt x="61897" y="32157"/>
                    <a:pt x="61897" y="64462"/>
                  </a:cubicBezTo>
                  <a:cubicBezTo>
                    <a:pt x="61897" y="77694"/>
                    <a:pt x="51080" y="90409"/>
                    <a:pt x="31300" y="90409"/>
                  </a:cubicBezTo>
                  <a:close/>
                </a:path>
              </a:pathLst>
            </a:custGeom>
            <a:grpFill/>
            <a:ln w="3692" cap="flat">
              <a:noFill/>
              <a:prstDash val="solid"/>
              <a:miter/>
            </a:ln>
          </p:spPr>
          <p:txBody>
            <a:bodyPr rtlCol="0" anchor="ctr"/>
            <a:lstStyle/>
            <a:p>
              <a:endParaRPr lang="en-US">
                <a:solidFill>
                  <a:schemeClr val="tx2"/>
                </a:solidFill>
              </a:endParaRPr>
            </a:p>
          </p:txBody>
        </p:sp>
        <p:sp>
          <p:nvSpPr>
            <p:cNvPr id="23" name="Freeform 22">
              <a:extLst>
                <a:ext uri="{FF2B5EF4-FFF2-40B4-BE49-F238E27FC236}">
                  <a16:creationId xmlns:a16="http://schemas.microsoft.com/office/drawing/2014/main" id="{2794E9C0-9D54-3EA3-C021-D5DBA14BA7CA}"/>
                </a:ext>
              </a:extLst>
            </p:cNvPr>
            <p:cNvSpPr/>
            <p:nvPr/>
          </p:nvSpPr>
          <p:spPr>
            <a:xfrm>
              <a:off x="3552073" y="6030615"/>
              <a:ext cx="72008" cy="104565"/>
            </a:xfrm>
            <a:custGeom>
              <a:avLst/>
              <a:gdLst>
                <a:gd name="connsiteX0" fmla="*/ 39005 w 72008"/>
                <a:gd name="connsiteY0" fmla="*/ 0 h 104565"/>
                <a:gd name="connsiteX1" fmla="*/ 72009 w 72008"/>
                <a:gd name="connsiteY1" fmla="*/ 35853 h 104565"/>
                <a:gd name="connsiteX2" fmla="*/ 39005 w 72008"/>
                <a:gd name="connsiteY2" fmla="*/ 72372 h 104565"/>
                <a:gd name="connsiteX3" fmla="*/ 14520 w 72008"/>
                <a:gd name="connsiteY3" fmla="*/ 61061 h 104565"/>
                <a:gd name="connsiteX4" fmla="*/ 14520 w 72008"/>
                <a:gd name="connsiteY4" fmla="*/ 104565 h 104565"/>
                <a:gd name="connsiteX5" fmla="*/ 0 w 72008"/>
                <a:gd name="connsiteY5" fmla="*/ 104565 h 104565"/>
                <a:gd name="connsiteX6" fmla="*/ 0 w 72008"/>
                <a:gd name="connsiteY6" fmla="*/ 1183 h 104565"/>
                <a:gd name="connsiteX7" fmla="*/ 14520 w 72008"/>
                <a:gd name="connsiteY7" fmla="*/ 1183 h 104565"/>
                <a:gd name="connsiteX8" fmla="*/ 14520 w 72008"/>
                <a:gd name="connsiteY8" fmla="*/ 11495 h 104565"/>
                <a:gd name="connsiteX9" fmla="*/ 39005 w 72008"/>
                <a:gd name="connsiteY9" fmla="*/ 37 h 104565"/>
                <a:gd name="connsiteX10" fmla="*/ 35819 w 72008"/>
                <a:gd name="connsiteY10" fmla="*/ 12604 h 104565"/>
                <a:gd name="connsiteX11" fmla="*/ 14520 w 72008"/>
                <a:gd name="connsiteY11" fmla="*/ 36149 h 104565"/>
                <a:gd name="connsiteX12" fmla="*/ 35819 w 72008"/>
                <a:gd name="connsiteY12" fmla="*/ 59804 h 104565"/>
                <a:gd name="connsiteX13" fmla="*/ 57229 w 72008"/>
                <a:gd name="connsiteY13" fmla="*/ 35890 h 104565"/>
                <a:gd name="connsiteX14" fmla="*/ 35819 w 72008"/>
                <a:gd name="connsiteY14" fmla="*/ 12604 h 10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008" h="104565">
                  <a:moveTo>
                    <a:pt x="39005" y="0"/>
                  </a:moveTo>
                  <a:cubicBezTo>
                    <a:pt x="57489" y="0"/>
                    <a:pt x="72009" y="14230"/>
                    <a:pt x="72009" y="35853"/>
                  </a:cubicBezTo>
                  <a:cubicBezTo>
                    <a:pt x="72009" y="57476"/>
                    <a:pt x="57489" y="72372"/>
                    <a:pt x="39005" y="72372"/>
                  </a:cubicBezTo>
                  <a:cubicBezTo>
                    <a:pt x="27411" y="72372"/>
                    <a:pt x="19113" y="66532"/>
                    <a:pt x="14520" y="61061"/>
                  </a:cubicBezTo>
                  <a:lnTo>
                    <a:pt x="14520" y="104565"/>
                  </a:lnTo>
                  <a:lnTo>
                    <a:pt x="0" y="104565"/>
                  </a:lnTo>
                  <a:lnTo>
                    <a:pt x="0" y="1183"/>
                  </a:lnTo>
                  <a:lnTo>
                    <a:pt x="14520" y="1183"/>
                  </a:lnTo>
                  <a:lnTo>
                    <a:pt x="14520" y="11495"/>
                  </a:lnTo>
                  <a:cubicBezTo>
                    <a:pt x="18965" y="5655"/>
                    <a:pt x="27522" y="37"/>
                    <a:pt x="39005" y="37"/>
                  </a:cubicBezTo>
                  <a:close/>
                  <a:moveTo>
                    <a:pt x="35819" y="12604"/>
                  </a:moveTo>
                  <a:cubicBezTo>
                    <a:pt x="25003" y="12604"/>
                    <a:pt x="14520" y="21142"/>
                    <a:pt x="14520" y="36149"/>
                  </a:cubicBezTo>
                  <a:cubicBezTo>
                    <a:pt x="14520" y="51155"/>
                    <a:pt x="24966" y="59804"/>
                    <a:pt x="35819" y="59804"/>
                  </a:cubicBezTo>
                  <a:cubicBezTo>
                    <a:pt x="46672" y="59804"/>
                    <a:pt x="57229" y="51044"/>
                    <a:pt x="57229" y="35890"/>
                  </a:cubicBezTo>
                  <a:cubicBezTo>
                    <a:pt x="57229" y="20736"/>
                    <a:pt x="46784" y="12604"/>
                    <a:pt x="35819" y="12604"/>
                  </a:cubicBezTo>
                  <a:close/>
                </a:path>
              </a:pathLst>
            </a:custGeom>
            <a:grpFill/>
            <a:ln w="3692" cap="flat">
              <a:noFill/>
              <a:prstDash val="solid"/>
              <a:miter/>
            </a:ln>
          </p:spPr>
          <p:txBody>
            <a:bodyPr rtlCol="0" anchor="ctr"/>
            <a:lstStyle/>
            <a:p>
              <a:endParaRPr lang="en-US">
                <a:solidFill>
                  <a:schemeClr val="tx2"/>
                </a:solidFill>
              </a:endParaRPr>
            </a:p>
          </p:txBody>
        </p:sp>
        <p:sp>
          <p:nvSpPr>
            <p:cNvPr id="24" name="Freeform 23">
              <a:extLst>
                <a:ext uri="{FF2B5EF4-FFF2-40B4-BE49-F238E27FC236}">
                  <a16:creationId xmlns:a16="http://schemas.microsoft.com/office/drawing/2014/main" id="{0DE34560-9BE8-5FCC-C6B1-6ED2DDCF2A47}"/>
                </a:ext>
              </a:extLst>
            </p:cNvPr>
            <p:cNvSpPr/>
            <p:nvPr/>
          </p:nvSpPr>
          <p:spPr>
            <a:xfrm>
              <a:off x="363319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tx2"/>
                </a:solidFill>
              </a:endParaRPr>
            </a:p>
          </p:txBody>
        </p:sp>
        <p:sp>
          <p:nvSpPr>
            <p:cNvPr id="25" name="Freeform 24">
              <a:extLst>
                <a:ext uri="{FF2B5EF4-FFF2-40B4-BE49-F238E27FC236}">
                  <a16:creationId xmlns:a16="http://schemas.microsoft.com/office/drawing/2014/main" id="{D0462523-C99C-A778-9EC4-610EAF1A4F20}"/>
                </a:ext>
              </a:extLst>
            </p:cNvPr>
            <p:cNvSpPr/>
            <p:nvPr/>
          </p:nvSpPr>
          <p:spPr>
            <a:xfrm>
              <a:off x="3711463" y="6030615"/>
              <a:ext cx="66786" cy="72408"/>
            </a:xfrm>
            <a:custGeom>
              <a:avLst/>
              <a:gdLst>
                <a:gd name="connsiteX0" fmla="*/ 34412 w 66786"/>
                <a:gd name="connsiteY0" fmla="*/ 0 h 72408"/>
                <a:gd name="connsiteX1" fmla="*/ 66786 w 66786"/>
                <a:gd name="connsiteY1" fmla="*/ 23286 h 72408"/>
                <a:gd name="connsiteX2" fmla="*/ 51118 w 66786"/>
                <a:gd name="connsiteY2" fmla="*/ 23286 h 72408"/>
                <a:gd name="connsiteX3" fmla="*/ 34412 w 66786"/>
                <a:gd name="connsiteY3" fmla="*/ 12234 h 72408"/>
                <a:gd name="connsiteX4" fmla="*/ 14928 w 66786"/>
                <a:gd name="connsiteY4" fmla="*/ 36149 h 72408"/>
                <a:gd name="connsiteX5" fmla="*/ 34412 w 66786"/>
                <a:gd name="connsiteY5" fmla="*/ 60174 h 72408"/>
                <a:gd name="connsiteX6" fmla="*/ 51118 w 66786"/>
                <a:gd name="connsiteY6" fmla="*/ 49122 h 72408"/>
                <a:gd name="connsiteX7" fmla="*/ 66786 w 66786"/>
                <a:gd name="connsiteY7" fmla="*/ 49122 h 72408"/>
                <a:gd name="connsiteX8" fmla="*/ 34412 w 66786"/>
                <a:gd name="connsiteY8" fmla="*/ 72408 h 72408"/>
                <a:gd name="connsiteX9" fmla="*/ 0 w 66786"/>
                <a:gd name="connsiteY9" fmla="*/ 36149 h 72408"/>
                <a:gd name="connsiteX10" fmla="*/ 34412 w 66786"/>
                <a:gd name="connsiteY10" fmla="*/ 37 h 7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86" h="72408">
                  <a:moveTo>
                    <a:pt x="34412" y="0"/>
                  </a:moveTo>
                  <a:cubicBezTo>
                    <a:pt x="51599" y="0"/>
                    <a:pt x="62823" y="8501"/>
                    <a:pt x="66786" y="23286"/>
                  </a:cubicBezTo>
                  <a:lnTo>
                    <a:pt x="51118" y="23286"/>
                  </a:lnTo>
                  <a:cubicBezTo>
                    <a:pt x="48710" y="16559"/>
                    <a:pt x="43079" y="12234"/>
                    <a:pt x="34412" y="12234"/>
                  </a:cubicBezTo>
                  <a:cubicBezTo>
                    <a:pt x="22670" y="12234"/>
                    <a:pt x="14928" y="20884"/>
                    <a:pt x="14928" y="36149"/>
                  </a:cubicBezTo>
                  <a:cubicBezTo>
                    <a:pt x="14928" y="51414"/>
                    <a:pt x="22707" y="60174"/>
                    <a:pt x="34412" y="60174"/>
                  </a:cubicBezTo>
                  <a:cubicBezTo>
                    <a:pt x="43079" y="60174"/>
                    <a:pt x="48413" y="56367"/>
                    <a:pt x="51118" y="49122"/>
                  </a:cubicBezTo>
                  <a:lnTo>
                    <a:pt x="66786" y="49122"/>
                  </a:lnTo>
                  <a:cubicBezTo>
                    <a:pt x="62823" y="62872"/>
                    <a:pt x="51636" y="72408"/>
                    <a:pt x="34412" y="72408"/>
                  </a:cubicBezTo>
                  <a:cubicBezTo>
                    <a:pt x="14261" y="72408"/>
                    <a:pt x="0" y="58178"/>
                    <a:pt x="0" y="36149"/>
                  </a:cubicBezTo>
                  <a:cubicBezTo>
                    <a:pt x="0" y="14119"/>
                    <a:pt x="14261" y="37"/>
                    <a:pt x="34412" y="37"/>
                  </a:cubicBezTo>
                  <a:close/>
                </a:path>
              </a:pathLst>
            </a:custGeom>
            <a:grpFill/>
            <a:ln w="3692" cap="flat">
              <a:noFill/>
              <a:prstDash val="solid"/>
              <a:miter/>
            </a:ln>
          </p:spPr>
          <p:txBody>
            <a:bodyPr rtlCol="0" anchor="ctr"/>
            <a:lstStyle/>
            <a:p>
              <a:endParaRPr lang="en-US">
                <a:solidFill>
                  <a:schemeClr val="tx2"/>
                </a:solidFill>
              </a:endParaRPr>
            </a:p>
          </p:txBody>
        </p:sp>
        <p:sp>
          <p:nvSpPr>
            <p:cNvPr id="26" name="Freeform 25">
              <a:extLst>
                <a:ext uri="{FF2B5EF4-FFF2-40B4-BE49-F238E27FC236}">
                  <a16:creationId xmlns:a16="http://schemas.microsoft.com/office/drawing/2014/main" id="{D86E7FE0-0301-E1FB-D7ED-593E61DF0534}"/>
                </a:ext>
              </a:extLst>
            </p:cNvPr>
            <p:cNvSpPr/>
            <p:nvPr/>
          </p:nvSpPr>
          <p:spPr>
            <a:xfrm>
              <a:off x="3789066" y="6003891"/>
              <a:ext cx="18483" cy="97949"/>
            </a:xfrm>
            <a:custGeom>
              <a:avLst/>
              <a:gdLst>
                <a:gd name="connsiteX0" fmla="*/ 0 w 18483"/>
                <a:gd name="connsiteY0" fmla="*/ 9277 h 97949"/>
                <a:gd name="connsiteX1" fmla="*/ 9297 w 18483"/>
                <a:gd name="connsiteY1" fmla="*/ 0 h 97949"/>
                <a:gd name="connsiteX2" fmla="*/ 18484 w 18483"/>
                <a:gd name="connsiteY2" fmla="*/ 9277 h 97949"/>
                <a:gd name="connsiteX3" fmla="*/ 9297 w 18483"/>
                <a:gd name="connsiteY3" fmla="*/ 18555 h 97949"/>
                <a:gd name="connsiteX4" fmla="*/ 0 w 18483"/>
                <a:gd name="connsiteY4" fmla="*/ 9277 h 97949"/>
                <a:gd name="connsiteX5" fmla="*/ 1926 w 18483"/>
                <a:gd name="connsiteY5" fmla="*/ 27869 h 97949"/>
                <a:gd name="connsiteX6" fmla="*/ 16446 w 18483"/>
                <a:gd name="connsiteY6" fmla="*/ 27869 h 97949"/>
                <a:gd name="connsiteX7" fmla="*/ 16446 w 18483"/>
                <a:gd name="connsiteY7" fmla="*/ 97949 h 97949"/>
                <a:gd name="connsiteX8" fmla="*/ 1926 w 18483"/>
                <a:gd name="connsiteY8" fmla="*/ 97949 h 97949"/>
                <a:gd name="connsiteX9" fmla="*/ 1926 w 18483"/>
                <a:gd name="connsiteY9" fmla="*/ 27869 h 97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83" h="97949">
                  <a:moveTo>
                    <a:pt x="0" y="9277"/>
                  </a:moveTo>
                  <a:cubicBezTo>
                    <a:pt x="0" y="4066"/>
                    <a:pt x="4075" y="0"/>
                    <a:pt x="9297" y="0"/>
                  </a:cubicBezTo>
                  <a:cubicBezTo>
                    <a:pt x="14520" y="0"/>
                    <a:pt x="18484" y="4066"/>
                    <a:pt x="18484" y="9277"/>
                  </a:cubicBezTo>
                  <a:cubicBezTo>
                    <a:pt x="18484" y="14489"/>
                    <a:pt x="14409" y="18555"/>
                    <a:pt x="9297" y="18555"/>
                  </a:cubicBezTo>
                  <a:cubicBezTo>
                    <a:pt x="4186" y="18555"/>
                    <a:pt x="0" y="14489"/>
                    <a:pt x="0" y="9277"/>
                  </a:cubicBezTo>
                  <a:close/>
                  <a:moveTo>
                    <a:pt x="1926" y="27869"/>
                  </a:moveTo>
                  <a:lnTo>
                    <a:pt x="16446" y="27869"/>
                  </a:lnTo>
                  <a:lnTo>
                    <a:pt x="16446" y="97949"/>
                  </a:lnTo>
                  <a:lnTo>
                    <a:pt x="1926" y="97949"/>
                  </a:lnTo>
                  <a:lnTo>
                    <a:pt x="1926" y="27869"/>
                  </a:lnTo>
                  <a:close/>
                </a:path>
              </a:pathLst>
            </a:custGeom>
            <a:grpFill/>
            <a:ln w="3692" cap="flat">
              <a:noFill/>
              <a:prstDash val="solid"/>
              <a:miter/>
            </a:ln>
          </p:spPr>
          <p:txBody>
            <a:bodyPr rtlCol="0" anchor="ctr"/>
            <a:lstStyle/>
            <a:p>
              <a:endParaRPr lang="en-US">
                <a:solidFill>
                  <a:schemeClr val="tx2"/>
                </a:solidFill>
              </a:endParaRPr>
            </a:p>
          </p:txBody>
        </p:sp>
        <p:sp>
          <p:nvSpPr>
            <p:cNvPr id="27" name="Freeform 26">
              <a:extLst>
                <a:ext uri="{FF2B5EF4-FFF2-40B4-BE49-F238E27FC236}">
                  <a16:creationId xmlns:a16="http://schemas.microsoft.com/office/drawing/2014/main" id="{FF07105B-9100-50E6-B1D1-F8E67507F49A}"/>
                </a:ext>
              </a:extLst>
            </p:cNvPr>
            <p:cNvSpPr/>
            <p:nvPr/>
          </p:nvSpPr>
          <p:spPr>
            <a:xfrm>
              <a:off x="3818328"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tx2"/>
                </a:solidFill>
              </a:endParaRPr>
            </a:p>
          </p:txBody>
        </p:sp>
        <p:sp>
          <p:nvSpPr>
            <p:cNvPr id="28" name="Freeform 27">
              <a:extLst>
                <a:ext uri="{FF2B5EF4-FFF2-40B4-BE49-F238E27FC236}">
                  <a16:creationId xmlns:a16="http://schemas.microsoft.com/office/drawing/2014/main" id="{5A036F35-8FAA-B1C9-123D-6BC1E5A141F6}"/>
                </a:ext>
              </a:extLst>
            </p:cNvPr>
            <p:cNvSpPr/>
            <p:nvPr/>
          </p:nvSpPr>
          <p:spPr>
            <a:xfrm>
              <a:off x="3907969"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tx2"/>
                </a:solidFill>
              </a:endParaRPr>
            </a:p>
          </p:txBody>
        </p:sp>
        <p:sp>
          <p:nvSpPr>
            <p:cNvPr id="29" name="Freeform 28">
              <a:extLst>
                <a:ext uri="{FF2B5EF4-FFF2-40B4-BE49-F238E27FC236}">
                  <a16:creationId xmlns:a16="http://schemas.microsoft.com/office/drawing/2014/main" id="{DDCC1BD2-EC00-104E-9165-A126FD2C8146}"/>
                </a:ext>
              </a:extLst>
            </p:cNvPr>
            <p:cNvSpPr/>
            <p:nvPr/>
          </p:nvSpPr>
          <p:spPr>
            <a:xfrm>
              <a:off x="3933935"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tx2"/>
                </a:solidFill>
              </a:endParaRPr>
            </a:p>
          </p:txBody>
        </p:sp>
        <p:sp>
          <p:nvSpPr>
            <p:cNvPr id="30" name="Freeform 29">
              <a:extLst>
                <a:ext uri="{FF2B5EF4-FFF2-40B4-BE49-F238E27FC236}">
                  <a16:creationId xmlns:a16="http://schemas.microsoft.com/office/drawing/2014/main" id="{7ECC283F-514A-A931-D6D3-86856F24692F}"/>
                </a:ext>
              </a:extLst>
            </p:cNvPr>
            <p:cNvSpPr/>
            <p:nvPr/>
          </p:nvSpPr>
          <p:spPr>
            <a:xfrm>
              <a:off x="3980460" y="6031761"/>
              <a:ext cx="71527" cy="103013"/>
            </a:xfrm>
            <a:custGeom>
              <a:avLst/>
              <a:gdLst>
                <a:gd name="connsiteX0" fmla="*/ 56488 w 71527"/>
                <a:gd name="connsiteY0" fmla="*/ 0 h 103013"/>
                <a:gd name="connsiteX1" fmla="*/ 71527 w 71527"/>
                <a:gd name="connsiteY1" fmla="*/ 0 h 103013"/>
                <a:gd name="connsiteX2" fmla="*/ 28448 w 71527"/>
                <a:gd name="connsiteY2" fmla="*/ 103013 h 103013"/>
                <a:gd name="connsiteX3" fmla="*/ 13409 w 71527"/>
                <a:gd name="connsiteY3" fmla="*/ 103013 h 103013"/>
                <a:gd name="connsiteX4" fmla="*/ 27670 w 71527"/>
                <a:gd name="connsiteY4" fmla="*/ 68934 h 103013"/>
                <a:gd name="connsiteX5" fmla="*/ 0 w 71527"/>
                <a:gd name="connsiteY5" fmla="*/ 0 h 103013"/>
                <a:gd name="connsiteX6" fmla="*/ 16187 w 71527"/>
                <a:gd name="connsiteY6" fmla="*/ 0 h 103013"/>
                <a:gd name="connsiteX7" fmla="*/ 35930 w 71527"/>
                <a:gd name="connsiteY7" fmla="*/ 53410 h 103013"/>
                <a:gd name="connsiteX8" fmla="*/ 56451 w 71527"/>
                <a:gd name="connsiteY8" fmla="*/ 0 h 10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 h="103013">
                  <a:moveTo>
                    <a:pt x="56488" y="0"/>
                  </a:moveTo>
                  <a:lnTo>
                    <a:pt x="71527" y="0"/>
                  </a:lnTo>
                  <a:lnTo>
                    <a:pt x="28448" y="103013"/>
                  </a:lnTo>
                  <a:lnTo>
                    <a:pt x="13409" y="103013"/>
                  </a:lnTo>
                  <a:lnTo>
                    <a:pt x="27670" y="68934"/>
                  </a:lnTo>
                  <a:lnTo>
                    <a:pt x="0" y="0"/>
                  </a:lnTo>
                  <a:lnTo>
                    <a:pt x="16187" y="0"/>
                  </a:lnTo>
                  <a:lnTo>
                    <a:pt x="35930" y="53410"/>
                  </a:lnTo>
                  <a:lnTo>
                    <a:pt x="56451" y="0"/>
                  </a:lnTo>
                  <a:close/>
                </a:path>
              </a:pathLst>
            </a:custGeom>
            <a:grpFill/>
            <a:ln w="3692" cap="flat">
              <a:noFill/>
              <a:prstDash val="solid"/>
              <a:miter/>
            </a:ln>
          </p:spPr>
          <p:txBody>
            <a:bodyPr rtlCol="0" anchor="ctr"/>
            <a:lstStyle/>
            <a:p>
              <a:endParaRPr lang="en-US">
                <a:solidFill>
                  <a:schemeClr val="tx2"/>
                </a:solidFill>
              </a:endParaRPr>
            </a:p>
          </p:txBody>
        </p:sp>
        <p:sp>
          <p:nvSpPr>
            <p:cNvPr id="31" name="Freeform 30">
              <a:extLst>
                <a:ext uri="{FF2B5EF4-FFF2-40B4-BE49-F238E27FC236}">
                  <a16:creationId xmlns:a16="http://schemas.microsoft.com/office/drawing/2014/main" id="{671BBE51-96A2-202F-CF94-965E463581D6}"/>
                </a:ext>
              </a:extLst>
            </p:cNvPr>
            <p:cNvSpPr/>
            <p:nvPr/>
          </p:nvSpPr>
          <p:spPr>
            <a:xfrm>
              <a:off x="4091251" y="6012282"/>
              <a:ext cx="86380" cy="90298"/>
            </a:xfrm>
            <a:custGeom>
              <a:avLst/>
              <a:gdLst>
                <a:gd name="connsiteX0" fmla="*/ 45228 w 86380"/>
                <a:gd name="connsiteY0" fmla="*/ 0 h 90298"/>
                <a:gd name="connsiteX1" fmla="*/ 86381 w 86380"/>
                <a:gd name="connsiteY1" fmla="*/ 26576 h 90298"/>
                <a:gd name="connsiteX2" fmla="*/ 68934 w 86380"/>
                <a:gd name="connsiteY2" fmla="*/ 26576 h 90298"/>
                <a:gd name="connsiteX3" fmla="*/ 45228 w 86380"/>
                <a:gd name="connsiteY3" fmla="*/ 12715 h 90298"/>
                <a:gd name="connsiteX4" fmla="*/ 14891 w 86380"/>
                <a:gd name="connsiteY4" fmla="*/ 45131 h 90298"/>
                <a:gd name="connsiteX5" fmla="*/ 45228 w 86380"/>
                <a:gd name="connsiteY5" fmla="*/ 77694 h 90298"/>
                <a:gd name="connsiteX6" fmla="*/ 68934 w 86380"/>
                <a:gd name="connsiteY6" fmla="*/ 63833 h 90298"/>
                <a:gd name="connsiteX7" fmla="*/ 86381 w 86380"/>
                <a:gd name="connsiteY7" fmla="*/ 63833 h 90298"/>
                <a:gd name="connsiteX8" fmla="*/ 45228 w 86380"/>
                <a:gd name="connsiteY8" fmla="*/ 90298 h 90298"/>
                <a:gd name="connsiteX9" fmla="*/ 0 w 86380"/>
                <a:gd name="connsiteY9" fmla="*/ 45168 h 90298"/>
                <a:gd name="connsiteX10" fmla="*/ 45228 w 86380"/>
                <a:gd name="connsiteY10" fmla="*/ 37 h 9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 h="90298">
                  <a:moveTo>
                    <a:pt x="45228" y="0"/>
                  </a:moveTo>
                  <a:cubicBezTo>
                    <a:pt x="63712" y="0"/>
                    <a:pt x="79640" y="9277"/>
                    <a:pt x="86381" y="26576"/>
                  </a:cubicBezTo>
                  <a:lnTo>
                    <a:pt x="68934" y="26576"/>
                  </a:lnTo>
                  <a:cubicBezTo>
                    <a:pt x="64230" y="17150"/>
                    <a:pt x="55822" y="12715"/>
                    <a:pt x="45228" y="12715"/>
                  </a:cubicBezTo>
                  <a:cubicBezTo>
                    <a:pt x="27633" y="12715"/>
                    <a:pt x="14891" y="25171"/>
                    <a:pt x="14891" y="45131"/>
                  </a:cubicBezTo>
                  <a:cubicBezTo>
                    <a:pt x="14891" y="65090"/>
                    <a:pt x="27633" y="77694"/>
                    <a:pt x="45228" y="77694"/>
                  </a:cubicBezTo>
                  <a:cubicBezTo>
                    <a:pt x="55822" y="77694"/>
                    <a:pt x="64230" y="73259"/>
                    <a:pt x="68934" y="63833"/>
                  </a:cubicBezTo>
                  <a:lnTo>
                    <a:pt x="86381" y="63833"/>
                  </a:lnTo>
                  <a:cubicBezTo>
                    <a:pt x="79640" y="81132"/>
                    <a:pt x="63712" y="90298"/>
                    <a:pt x="45228" y="90298"/>
                  </a:cubicBezTo>
                  <a:cubicBezTo>
                    <a:pt x="20262" y="90298"/>
                    <a:pt x="0" y="71743"/>
                    <a:pt x="0" y="45168"/>
                  </a:cubicBezTo>
                  <a:cubicBezTo>
                    <a:pt x="0" y="18592"/>
                    <a:pt x="20262" y="37"/>
                    <a:pt x="45228" y="37"/>
                  </a:cubicBezTo>
                  <a:close/>
                </a:path>
              </a:pathLst>
            </a:custGeom>
            <a:grpFill/>
            <a:ln w="3692" cap="flat">
              <a:noFill/>
              <a:prstDash val="solid"/>
              <a:miter/>
            </a:ln>
          </p:spPr>
          <p:txBody>
            <a:bodyPr rtlCol="0" anchor="ctr"/>
            <a:lstStyle/>
            <a:p>
              <a:endParaRPr lang="en-US">
                <a:solidFill>
                  <a:schemeClr val="tx2"/>
                </a:solidFill>
              </a:endParaRPr>
            </a:p>
          </p:txBody>
        </p:sp>
        <p:sp>
          <p:nvSpPr>
            <p:cNvPr id="32" name="Freeform 31">
              <a:extLst>
                <a:ext uri="{FF2B5EF4-FFF2-40B4-BE49-F238E27FC236}">
                  <a16:creationId xmlns:a16="http://schemas.microsoft.com/office/drawing/2014/main" id="{ADA020CD-C4D5-F226-C5AE-E65C6A35A0DB}"/>
                </a:ext>
              </a:extLst>
            </p:cNvPr>
            <p:cNvSpPr/>
            <p:nvPr/>
          </p:nvSpPr>
          <p:spPr>
            <a:xfrm>
              <a:off x="4187300"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8" y="72372"/>
                    <a:pt x="0" y="57476"/>
                    <a:pt x="0" y="35853"/>
                  </a:cubicBezTo>
                  <a:cubicBezTo>
                    <a:pt x="0" y="14230"/>
                    <a:pt x="14668"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tx2"/>
                </a:solidFill>
              </a:endParaRPr>
            </a:p>
          </p:txBody>
        </p:sp>
        <p:sp>
          <p:nvSpPr>
            <p:cNvPr id="33" name="Freeform 32">
              <a:extLst>
                <a:ext uri="{FF2B5EF4-FFF2-40B4-BE49-F238E27FC236}">
                  <a16:creationId xmlns:a16="http://schemas.microsoft.com/office/drawing/2014/main" id="{8FF70FD8-230B-14F5-7F88-36144DEA033F}"/>
                </a:ext>
              </a:extLst>
            </p:cNvPr>
            <p:cNvSpPr/>
            <p:nvPr/>
          </p:nvSpPr>
          <p:spPr>
            <a:xfrm>
              <a:off x="4274422" y="6030615"/>
              <a:ext cx="35559" cy="71225"/>
            </a:xfrm>
            <a:custGeom>
              <a:avLst/>
              <a:gdLst>
                <a:gd name="connsiteX0" fmla="*/ 14520 w 35559"/>
                <a:gd name="connsiteY0" fmla="*/ 71226 h 71225"/>
                <a:gd name="connsiteX1" fmla="*/ 0 w 35559"/>
                <a:gd name="connsiteY1" fmla="*/ 71226 h 71225"/>
                <a:gd name="connsiteX2" fmla="*/ 0 w 35559"/>
                <a:gd name="connsiteY2" fmla="*/ 1146 h 71225"/>
                <a:gd name="connsiteX3" fmla="*/ 14520 w 35559"/>
                <a:gd name="connsiteY3" fmla="*/ 1146 h 71225"/>
                <a:gd name="connsiteX4" fmla="*/ 14520 w 35559"/>
                <a:gd name="connsiteY4" fmla="*/ 11310 h 71225"/>
                <a:gd name="connsiteX5" fmla="*/ 35560 w 35559"/>
                <a:gd name="connsiteY5" fmla="*/ 0 h 71225"/>
                <a:gd name="connsiteX6" fmla="*/ 35560 w 35559"/>
                <a:gd name="connsiteY6" fmla="*/ 15007 h 71225"/>
                <a:gd name="connsiteX7" fmla="*/ 31856 w 35559"/>
                <a:gd name="connsiteY7" fmla="*/ 15007 h 71225"/>
                <a:gd name="connsiteX8" fmla="*/ 14520 w 35559"/>
                <a:gd name="connsiteY8" fmla="*/ 34338 h 71225"/>
                <a:gd name="connsiteX9" fmla="*/ 14520 w 35559"/>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59"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tx2"/>
                </a:solidFill>
              </a:endParaRPr>
            </a:p>
          </p:txBody>
        </p:sp>
        <p:sp>
          <p:nvSpPr>
            <p:cNvPr id="34" name="Freeform 33">
              <a:extLst>
                <a:ext uri="{FF2B5EF4-FFF2-40B4-BE49-F238E27FC236}">
                  <a16:creationId xmlns:a16="http://schemas.microsoft.com/office/drawing/2014/main" id="{16614F51-CD53-7A1E-936C-E5DDD6AD3380}"/>
                </a:ext>
              </a:extLst>
            </p:cNvPr>
            <p:cNvSpPr/>
            <p:nvPr/>
          </p:nvSpPr>
          <p:spPr>
            <a:xfrm>
              <a:off x="431583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0 w 69193"/>
                <a:gd name="connsiteY8" fmla="*/ 50342 h 72371"/>
                <a:gd name="connsiteX9" fmla="*/ 34967 w 69193"/>
                <a:gd name="connsiteY9" fmla="*/ 72335 h 72371"/>
                <a:gd name="connsiteX10" fmla="*/ 15150 w 69193"/>
                <a:gd name="connsiteY10" fmla="*/ 29865 h 72371"/>
                <a:gd name="connsiteX11" fmla="*/ 54007 w 69193"/>
                <a:gd name="connsiteY11" fmla="*/ 29865 h 72371"/>
                <a:gd name="connsiteX12" fmla="*/ 34375 w 69193"/>
                <a:gd name="connsiteY12" fmla="*/ 12197 h 72371"/>
                <a:gd name="connsiteX13" fmla="*/ 15113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83" y="39143"/>
                    <a:pt x="68675" y="41582"/>
                  </a:cubicBezTo>
                  <a:lnTo>
                    <a:pt x="15002" y="41582"/>
                  </a:lnTo>
                  <a:cubicBezTo>
                    <a:pt x="16039" y="53151"/>
                    <a:pt x="24299" y="60137"/>
                    <a:pt x="35004" y="60137"/>
                  </a:cubicBezTo>
                  <a:cubicBezTo>
                    <a:pt x="43931" y="60137"/>
                    <a:pt x="48895" y="55813"/>
                    <a:pt x="51562" y="50342"/>
                  </a:cubicBezTo>
                  <a:lnTo>
                    <a:pt x="67230" y="50342"/>
                  </a:lnTo>
                  <a:cubicBezTo>
                    <a:pt x="63267" y="62540"/>
                    <a:pt x="52192" y="72335"/>
                    <a:pt x="34967" y="72335"/>
                  </a:cubicBezTo>
                  <a:close/>
                  <a:moveTo>
                    <a:pt x="15150" y="29865"/>
                  </a:moveTo>
                  <a:lnTo>
                    <a:pt x="54007" y="29865"/>
                  </a:lnTo>
                  <a:cubicBezTo>
                    <a:pt x="53747" y="19072"/>
                    <a:pt x="45228" y="12197"/>
                    <a:pt x="34375" y="12197"/>
                  </a:cubicBezTo>
                  <a:cubicBezTo>
                    <a:pt x="24559" y="12197"/>
                    <a:pt x="16669" y="18814"/>
                    <a:pt x="15113" y="29865"/>
                  </a:cubicBezTo>
                  <a:close/>
                </a:path>
              </a:pathLst>
            </a:custGeom>
            <a:grpFill/>
            <a:ln w="3692" cap="flat">
              <a:noFill/>
              <a:prstDash val="solid"/>
              <a:miter/>
            </a:ln>
          </p:spPr>
          <p:txBody>
            <a:bodyPr rtlCol="0" anchor="ctr"/>
            <a:lstStyle/>
            <a:p>
              <a:endParaRPr lang="en-US">
                <a:solidFill>
                  <a:schemeClr val="tx2"/>
                </a:solidFill>
              </a:endParaRPr>
            </a:p>
          </p:txBody>
        </p:sp>
        <p:sp>
          <p:nvSpPr>
            <p:cNvPr id="35" name="Freeform 34">
              <a:extLst>
                <a:ext uri="{FF2B5EF4-FFF2-40B4-BE49-F238E27FC236}">
                  <a16:creationId xmlns:a16="http://schemas.microsoft.com/office/drawing/2014/main" id="{3D6D33C1-22AB-AB14-FC3F-44181A5B8913}"/>
                </a:ext>
              </a:extLst>
            </p:cNvPr>
            <p:cNvSpPr/>
            <p:nvPr/>
          </p:nvSpPr>
          <p:spPr>
            <a:xfrm>
              <a:off x="4432442" y="6013428"/>
              <a:ext cx="61933" cy="88376"/>
            </a:xfrm>
            <a:custGeom>
              <a:avLst/>
              <a:gdLst>
                <a:gd name="connsiteX0" fmla="*/ 30596 w 61933"/>
                <a:gd name="connsiteY0" fmla="*/ 52523 h 88376"/>
                <a:gd name="connsiteX1" fmla="*/ 14520 w 61933"/>
                <a:gd name="connsiteY1" fmla="*/ 52523 h 88376"/>
                <a:gd name="connsiteX2" fmla="*/ 14520 w 61933"/>
                <a:gd name="connsiteY2" fmla="*/ 88376 h 88376"/>
                <a:gd name="connsiteX3" fmla="*/ 0 w 61933"/>
                <a:gd name="connsiteY3" fmla="*/ 88376 h 88376"/>
                <a:gd name="connsiteX4" fmla="*/ 0 w 61933"/>
                <a:gd name="connsiteY4" fmla="*/ 0 h 88376"/>
                <a:gd name="connsiteX5" fmla="*/ 30596 w 61933"/>
                <a:gd name="connsiteY5" fmla="*/ 0 h 88376"/>
                <a:gd name="connsiteX6" fmla="*/ 61933 w 61933"/>
                <a:gd name="connsiteY6" fmla="*/ 26317 h 88376"/>
                <a:gd name="connsiteX7" fmla="*/ 30596 w 61933"/>
                <a:gd name="connsiteY7" fmla="*/ 52523 h 88376"/>
                <a:gd name="connsiteX8" fmla="*/ 30596 w 61933"/>
                <a:gd name="connsiteY8" fmla="*/ 40695 h 88376"/>
                <a:gd name="connsiteX9" fmla="*/ 47043 w 61933"/>
                <a:gd name="connsiteY9" fmla="*/ 26317 h 88376"/>
                <a:gd name="connsiteX10" fmla="*/ 30596 w 61933"/>
                <a:gd name="connsiteY10" fmla="*/ 11828 h 88376"/>
                <a:gd name="connsiteX11" fmla="*/ 14520 w 61933"/>
                <a:gd name="connsiteY11" fmla="*/ 11828 h 88376"/>
                <a:gd name="connsiteX12" fmla="*/ 14520 w 61933"/>
                <a:gd name="connsiteY12" fmla="*/ 40695 h 88376"/>
                <a:gd name="connsiteX13" fmla="*/ 30596 w 61933"/>
                <a:gd name="connsiteY13" fmla="*/ 40695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933" h="88376">
                  <a:moveTo>
                    <a:pt x="30596" y="52523"/>
                  </a:moveTo>
                  <a:lnTo>
                    <a:pt x="14520" y="52523"/>
                  </a:lnTo>
                  <a:lnTo>
                    <a:pt x="14520" y="88376"/>
                  </a:lnTo>
                  <a:lnTo>
                    <a:pt x="0" y="88376"/>
                  </a:lnTo>
                  <a:lnTo>
                    <a:pt x="0" y="0"/>
                  </a:lnTo>
                  <a:lnTo>
                    <a:pt x="30596" y="0"/>
                  </a:lnTo>
                  <a:cubicBezTo>
                    <a:pt x="51636" y="0"/>
                    <a:pt x="61933" y="11939"/>
                    <a:pt x="61933" y="26317"/>
                  </a:cubicBezTo>
                  <a:cubicBezTo>
                    <a:pt x="61933" y="38921"/>
                    <a:pt x="53636" y="52523"/>
                    <a:pt x="30596" y="52523"/>
                  </a:cubicBezTo>
                  <a:close/>
                  <a:moveTo>
                    <a:pt x="30596" y="40695"/>
                  </a:moveTo>
                  <a:cubicBezTo>
                    <a:pt x="41931" y="40695"/>
                    <a:pt x="47043" y="35225"/>
                    <a:pt x="47043" y="26317"/>
                  </a:cubicBezTo>
                  <a:cubicBezTo>
                    <a:pt x="47043" y="17409"/>
                    <a:pt x="41931" y="11828"/>
                    <a:pt x="30596" y="11828"/>
                  </a:cubicBezTo>
                  <a:lnTo>
                    <a:pt x="14520" y="11828"/>
                  </a:lnTo>
                  <a:lnTo>
                    <a:pt x="14520" y="40695"/>
                  </a:lnTo>
                  <a:lnTo>
                    <a:pt x="30596" y="40695"/>
                  </a:lnTo>
                  <a:close/>
                </a:path>
              </a:pathLst>
            </a:custGeom>
            <a:grpFill/>
            <a:ln w="3692" cap="flat">
              <a:noFill/>
              <a:prstDash val="solid"/>
              <a:miter/>
            </a:ln>
          </p:spPr>
          <p:txBody>
            <a:bodyPr rtlCol="0" anchor="ctr"/>
            <a:lstStyle/>
            <a:p>
              <a:endParaRPr lang="en-US">
                <a:solidFill>
                  <a:schemeClr val="tx2"/>
                </a:solidFill>
              </a:endParaRPr>
            </a:p>
          </p:txBody>
        </p:sp>
        <p:sp>
          <p:nvSpPr>
            <p:cNvPr id="36" name="Freeform 35">
              <a:extLst>
                <a:ext uri="{FF2B5EF4-FFF2-40B4-BE49-F238E27FC236}">
                  <a16:creationId xmlns:a16="http://schemas.microsoft.com/office/drawing/2014/main" id="{4A626FEE-D933-641B-1111-CF1D5688FD62}"/>
                </a:ext>
              </a:extLst>
            </p:cNvPr>
            <p:cNvSpPr/>
            <p:nvPr/>
          </p:nvSpPr>
          <p:spPr>
            <a:xfrm>
              <a:off x="4505117"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tx2"/>
                </a:solidFill>
              </a:endParaRPr>
            </a:p>
          </p:txBody>
        </p:sp>
        <p:sp>
          <p:nvSpPr>
            <p:cNvPr id="37" name="Freeform 36">
              <a:extLst>
                <a:ext uri="{FF2B5EF4-FFF2-40B4-BE49-F238E27FC236}">
                  <a16:creationId xmlns:a16="http://schemas.microsoft.com/office/drawing/2014/main" id="{C2CF0EF7-6098-FAA6-F82F-ECF262DE3E6B}"/>
                </a:ext>
              </a:extLst>
            </p:cNvPr>
            <p:cNvSpPr/>
            <p:nvPr/>
          </p:nvSpPr>
          <p:spPr>
            <a:xfrm>
              <a:off x="4532861"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190 w 72157"/>
                <a:gd name="connsiteY10" fmla="*/ 12604 h 72371"/>
                <a:gd name="connsiteX11" fmla="*/ 14891 w 72157"/>
                <a:gd name="connsiteY11" fmla="*/ 35890 h 72371"/>
                <a:gd name="connsiteX12" fmla="*/ 36190 w 72157"/>
                <a:gd name="connsiteY12" fmla="*/ 59804 h 72371"/>
                <a:gd name="connsiteX13" fmla="*/ 57489 w 72157"/>
                <a:gd name="connsiteY13" fmla="*/ 36149 h 72371"/>
                <a:gd name="connsiteX14" fmla="*/ 36190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190" y="12604"/>
                  </a:moveTo>
                  <a:cubicBezTo>
                    <a:pt x="25374" y="12604"/>
                    <a:pt x="14891" y="20736"/>
                    <a:pt x="14891" y="35890"/>
                  </a:cubicBezTo>
                  <a:cubicBezTo>
                    <a:pt x="14891" y="51044"/>
                    <a:pt x="25337" y="59804"/>
                    <a:pt x="36190" y="59804"/>
                  </a:cubicBezTo>
                  <a:cubicBezTo>
                    <a:pt x="47043" y="59804"/>
                    <a:pt x="57489" y="51266"/>
                    <a:pt x="57489" y="36149"/>
                  </a:cubicBezTo>
                  <a:cubicBezTo>
                    <a:pt x="57489" y="21031"/>
                    <a:pt x="47154" y="12604"/>
                    <a:pt x="36190" y="12604"/>
                  </a:cubicBezTo>
                  <a:close/>
                </a:path>
              </a:pathLst>
            </a:custGeom>
            <a:grpFill/>
            <a:ln w="3692" cap="flat">
              <a:noFill/>
              <a:prstDash val="solid"/>
              <a:miter/>
            </a:ln>
          </p:spPr>
          <p:txBody>
            <a:bodyPr rtlCol="0" anchor="ctr"/>
            <a:lstStyle/>
            <a:p>
              <a:endParaRPr lang="en-US">
                <a:solidFill>
                  <a:schemeClr val="tx2"/>
                </a:solidFill>
              </a:endParaRPr>
            </a:p>
          </p:txBody>
        </p:sp>
        <p:sp>
          <p:nvSpPr>
            <p:cNvPr id="38" name="Freeform 37">
              <a:extLst>
                <a:ext uri="{FF2B5EF4-FFF2-40B4-BE49-F238E27FC236}">
                  <a16:creationId xmlns:a16="http://schemas.microsoft.com/office/drawing/2014/main" id="{911FD198-5AD5-FFAD-6CD2-2A2C44E08E45}"/>
                </a:ext>
              </a:extLst>
            </p:cNvPr>
            <p:cNvSpPr/>
            <p:nvPr/>
          </p:nvSpPr>
          <p:spPr>
            <a:xfrm>
              <a:off x="4616427"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tx2"/>
                </a:solidFill>
              </a:endParaRPr>
            </a:p>
          </p:txBody>
        </p:sp>
        <p:sp>
          <p:nvSpPr>
            <p:cNvPr id="39" name="Freeform 38">
              <a:extLst>
                <a:ext uri="{FF2B5EF4-FFF2-40B4-BE49-F238E27FC236}">
                  <a16:creationId xmlns:a16="http://schemas.microsoft.com/office/drawing/2014/main" id="{82A721F6-16BB-13EA-9F3A-65D8BA8991CE}"/>
                </a:ext>
              </a:extLst>
            </p:cNvPr>
            <p:cNvSpPr/>
            <p:nvPr/>
          </p:nvSpPr>
          <p:spPr>
            <a:xfrm>
              <a:off x="4663804" y="6003670"/>
              <a:ext cx="35967" cy="98170"/>
            </a:xfrm>
            <a:custGeom>
              <a:avLst/>
              <a:gdLst>
                <a:gd name="connsiteX0" fmla="*/ 8297 w 35967"/>
                <a:gd name="connsiteY0" fmla="*/ 39919 h 98170"/>
                <a:gd name="connsiteX1" fmla="*/ 0 w 35967"/>
                <a:gd name="connsiteY1" fmla="*/ 39919 h 98170"/>
                <a:gd name="connsiteX2" fmla="*/ 0 w 35967"/>
                <a:gd name="connsiteY2" fmla="*/ 28091 h 98170"/>
                <a:gd name="connsiteX3" fmla="*/ 8297 w 35967"/>
                <a:gd name="connsiteY3" fmla="*/ 28091 h 98170"/>
                <a:gd name="connsiteX4" fmla="*/ 8297 w 35967"/>
                <a:gd name="connsiteY4" fmla="*/ 23138 h 98170"/>
                <a:gd name="connsiteX5" fmla="*/ 34930 w 35967"/>
                <a:gd name="connsiteY5" fmla="*/ 0 h 98170"/>
                <a:gd name="connsiteX6" fmla="*/ 34930 w 35967"/>
                <a:gd name="connsiteY6" fmla="*/ 12087 h 98170"/>
                <a:gd name="connsiteX7" fmla="*/ 22966 w 35967"/>
                <a:gd name="connsiteY7" fmla="*/ 23138 h 98170"/>
                <a:gd name="connsiteX8" fmla="*/ 22966 w 35967"/>
                <a:gd name="connsiteY8" fmla="*/ 28091 h 98170"/>
                <a:gd name="connsiteX9" fmla="*/ 35967 w 35967"/>
                <a:gd name="connsiteY9" fmla="*/ 28091 h 98170"/>
                <a:gd name="connsiteX10" fmla="*/ 35967 w 35967"/>
                <a:gd name="connsiteY10" fmla="*/ 39919 h 98170"/>
                <a:gd name="connsiteX11" fmla="*/ 22966 w 35967"/>
                <a:gd name="connsiteY11" fmla="*/ 39919 h 98170"/>
                <a:gd name="connsiteX12" fmla="*/ 22966 w 35967"/>
                <a:gd name="connsiteY12" fmla="*/ 98171 h 98170"/>
                <a:gd name="connsiteX13" fmla="*/ 8297 w 35967"/>
                <a:gd name="connsiteY13" fmla="*/ 98171 h 98170"/>
                <a:gd name="connsiteX14" fmla="*/ 8297 w 35967"/>
                <a:gd name="connsiteY14" fmla="*/ 39919 h 9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67" h="98170">
                  <a:moveTo>
                    <a:pt x="8297" y="39919"/>
                  </a:moveTo>
                  <a:lnTo>
                    <a:pt x="0" y="39919"/>
                  </a:lnTo>
                  <a:lnTo>
                    <a:pt x="0" y="28091"/>
                  </a:lnTo>
                  <a:lnTo>
                    <a:pt x="8297" y="28091"/>
                  </a:lnTo>
                  <a:lnTo>
                    <a:pt x="8297" y="23138"/>
                  </a:lnTo>
                  <a:cubicBezTo>
                    <a:pt x="8297" y="6986"/>
                    <a:pt x="16595" y="0"/>
                    <a:pt x="34930" y="0"/>
                  </a:cubicBezTo>
                  <a:lnTo>
                    <a:pt x="34930" y="12087"/>
                  </a:lnTo>
                  <a:cubicBezTo>
                    <a:pt x="26003" y="12087"/>
                    <a:pt x="22966" y="15154"/>
                    <a:pt x="22966" y="23138"/>
                  </a:cubicBezTo>
                  <a:lnTo>
                    <a:pt x="22966" y="28091"/>
                  </a:lnTo>
                  <a:lnTo>
                    <a:pt x="35967" y="28091"/>
                  </a:lnTo>
                  <a:lnTo>
                    <a:pt x="35967" y="39919"/>
                  </a:lnTo>
                  <a:lnTo>
                    <a:pt x="22966" y="39919"/>
                  </a:lnTo>
                  <a:lnTo>
                    <a:pt x="22966" y="98171"/>
                  </a:lnTo>
                  <a:lnTo>
                    <a:pt x="8297" y="98171"/>
                  </a:lnTo>
                  <a:lnTo>
                    <a:pt x="8297" y="39919"/>
                  </a:lnTo>
                  <a:close/>
                </a:path>
              </a:pathLst>
            </a:custGeom>
            <a:grpFill/>
            <a:ln w="3692" cap="flat">
              <a:noFill/>
              <a:prstDash val="solid"/>
              <a:miter/>
            </a:ln>
          </p:spPr>
          <p:txBody>
            <a:bodyPr rtlCol="0" anchor="ctr"/>
            <a:lstStyle/>
            <a:p>
              <a:endParaRPr lang="en-US">
                <a:solidFill>
                  <a:schemeClr val="tx2"/>
                </a:solidFill>
              </a:endParaRPr>
            </a:p>
          </p:txBody>
        </p:sp>
        <p:sp>
          <p:nvSpPr>
            <p:cNvPr id="40" name="Freeform 39">
              <a:extLst>
                <a:ext uri="{FF2B5EF4-FFF2-40B4-BE49-F238E27FC236}">
                  <a16:creationId xmlns:a16="http://schemas.microsoft.com/office/drawing/2014/main" id="{325D661D-3ADA-4818-DEA2-D15F30DD882A}"/>
                </a:ext>
              </a:extLst>
            </p:cNvPr>
            <p:cNvSpPr/>
            <p:nvPr/>
          </p:nvSpPr>
          <p:spPr>
            <a:xfrm>
              <a:off x="4704364" y="6030615"/>
              <a:ext cx="71638" cy="72371"/>
            </a:xfrm>
            <a:custGeom>
              <a:avLst/>
              <a:gdLst>
                <a:gd name="connsiteX0" fmla="*/ 35190 w 71638"/>
                <a:gd name="connsiteY0" fmla="*/ 72372 h 72371"/>
                <a:gd name="connsiteX1" fmla="*/ 0 w 71638"/>
                <a:gd name="connsiteY1" fmla="*/ 36112 h 72371"/>
                <a:gd name="connsiteX2" fmla="*/ 35819 w 71638"/>
                <a:gd name="connsiteY2" fmla="*/ 0 h 72371"/>
                <a:gd name="connsiteX3" fmla="*/ 71639 w 71638"/>
                <a:gd name="connsiteY3" fmla="*/ 36112 h 72371"/>
                <a:gd name="connsiteX4" fmla="*/ 35190 w 71638"/>
                <a:gd name="connsiteY4" fmla="*/ 72372 h 72371"/>
                <a:gd name="connsiteX5" fmla="*/ 35190 w 71638"/>
                <a:gd name="connsiteY5" fmla="*/ 59767 h 72371"/>
                <a:gd name="connsiteX6" fmla="*/ 56711 w 71638"/>
                <a:gd name="connsiteY6" fmla="*/ 36112 h 72371"/>
                <a:gd name="connsiteX7" fmla="*/ 35560 w 71638"/>
                <a:gd name="connsiteY7" fmla="*/ 12567 h 72371"/>
                <a:gd name="connsiteX8" fmla="*/ 14780 w 71638"/>
                <a:gd name="connsiteY8" fmla="*/ 36112 h 72371"/>
                <a:gd name="connsiteX9" fmla="*/ 35190 w 71638"/>
                <a:gd name="connsiteY9" fmla="*/ 59767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638" h="72371">
                  <a:moveTo>
                    <a:pt x="35190" y="72372"/>
                  </a:moveTo>
                  <a:cubicBezTo>
                    <a:pt x="15187" y="72372"/>
                    <a:pt x="0" y="58141"/>
                    <a:pt x="0" y="36112"/>
                  </a:cubicBezTo>
                  <a:cubicBezTo>
                    <a:pt x="0" y="14083"/>
                    <a:pt x="15817" y="0"/>
                    <a:pt x="35819" y="0"/>
                  </a:cubicBezTo>
                  <a:cubicBezTo>
                    <a:pt x="55822" y="0"/>
                    <a:pt x="71639" y="14119"/>
                    <a:pt x="71639" y="36112"/>
                  </a:cubicBezTo>
                  <a:cubicBezTo>
                    <a:pt x="71639" y="58104"/>
                    <a:pt x="55340" y="72372"/>
                    <a:pt x="35190" y="72372"/>
                  </a:cubicBezTo>
                  <a:close/>
                  <a:moveTo>
                    <a:pt x="35190" y="59767"/>
                  </a:moveTo>
                  <a:cubicBezTo>
                    <a:pt x="46006" y="59767"/>
                    <a:pt x="56711" y="52006"/>
                    <a:pt x="56711" y="36112"/>
                  </a:cubicBezTo>
                  <a:cubicBezTo>
                    <a:pt x="56711" y="20218"/>
                    <a:pt x="46376" y="12567"/>
                    <a:pt x="35560" y="12567"/>
                  </a:cubicBezTo>
                  <a:cubicBezTo>
                    <a:pt x="24744" y="12567"/>
                    <a:pt x="14780" y="20181"/>
                    <a:pt x="14780" y="36112"/>
                  </a:cubicBezTo>
                  <a:cubicBezTo>
                    <a:pt x="14780" y="52042"/>
                    <a:pt x="24225" y="59767"/>
                    <a:pt x="35190" y="59767"/>
                  </a:cubicBezTo>
                  <a:close/>
                </a:path>
              </a:pathLst>
            </a:custGeom>
            <a:grpFill/>
            <a:ln w="3692" cap="flat">
              <a:noFill/>
              <a:prstDash val="solid"/>
              <a:miter/>
            </a:ln>
          </p:spPr>
          <p:txBody>
            <a:bodyPr rtlCol="0" anchor="ctr"/>
            <a:lstStyle/>
            <a:p>
              <a:endParaRPr lang="en-US">
                <a:solidFill>
                  <a:schemeClr val="tx2"/>
                </a:solidFill>
              </a:endParaRPr>
            </a:p>
          </p:txBody>
        </p:sp>
        <p:sp>
          <p:nvSpPr>
            <p:cNvPr id="41" name="Freeform 40">
              <a:extLst>
                <a:ext uri="{FF2B5EF4-FFF2-40B4-BE49-F238E27FC236}">
                  <a16:creationId xmlns:a16="http://schemas.microsoft.com/office/drawing/2014/main" id="{FFF0D90E-A986-A9D4-6F66-6AC861DE9ED7}"/>
                </a:ext>
              </a:extLst>
            </p:cNvPr>
            <p:cNvSpPr/>
            <p:nvPr/>
          </p:nvSpPr>
          <p:spPr>
            <a:xfrm>
              <a:off x="4786560" y="6030615"/>
              <a:ext cx="35560" cy="71225"/>
            </a:xfrm>
            <a:custGeom>
              <a:avLst/>
              <a:gdLst>
                <a:gd name="connsiteX0" fmla="*/ 14520 w 35560"/>
                <a:gd name="connsiteY0" fmla="*/ 71226 h 71225"/>
                <a:gd name="connsiteX1" fmla="*/ 0 w 35560"/>
                <a:gd name="connsiteY1" fmla="*/ 71226 h 71225"/>
                <a:gd name="connsiteX2" fmla="*/ 0 w 35560"/>
                <a:gd name="connsiteY2" fmla="*/ 1146 h 71225"/>
                <a:gd name="connsiteX3" fmla="*/ 14520 w 35560"/>
                <a:gd name="connsiteY3" fmla="*/ 1146 h 71225"/>
                <a:gd name="connsiteX4" fmla="*/ 14520 w 35560"/>
                <a:gd name="connsiteY4" fmla="*/ 11310 h 71225"/>
                <a:gd name="connsiteX5" fmla="*/ 35560 w 35560"/>
                <a:gd name="connsiteY5" fmla="*/ 0 h 71225"/>
                <a:gd name="connsiteX6" fmla="*/ 35560 w 35560"/>
                <a:gd name="connsiteY6" fmla="*/ 15007 h 71225"/>
                <a:gd name="connsiteX7" fmla="*/ 31856 w 35560"/>
                <a:gd name="connsiteY7" fmla="*/ 15007 h 71225"/>
                <a:gd name="connsiteX8" fmla="*/ 14520 w 35560"/>
                <a:gd name="connsiteY8" fmla="*/ 34338 h 71225"/>
                <a:gd name="connsiteX9" fmla="*/ 14520 w 35560"/>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tx2"/>
                </a:solidFill>
              </a:endParaRPr>
            </a:p>
          </p:txBody>
        </p:sp>
        <p:sp>
          <p:nvSpPr>
            <p:cNvPr id="42" name="Freeform 41">
              <a:extLst>
                <a:ext uri="{FF2B5EF4-FFF2-40B4-BE49-F238E27FC236}">
                  <a16:creationId xmlns:a16="http://schemas.microsoft.com/office/drawing/2014/main" id="{0C80776D-5B21-9E91-1930-C5820A1D16EF}"/>
                </a:ext>
              </a:extLst>
            </p:cNvPr>
            <p:cNvSpPr/>
            <p:nvPr/>
          </p:nvSpPr>
          <p:spPr>
            <a:xfrm>
              <a:off x="4832602" y="6030615"/>
              <a:ext cx="113939" cy="71225"/>
            </a:xfrm>
            <a:custGeom>
              <a:avLst/>
              <a:gdLst>
                <a:gd name="connsiteX0" fmla="*/ 99531 w 113939"/>
                <a:gd name="connsiteY0" fmla="*/ 32046 h 71225"/>
                <a:gd name="connsiteX1" fmla="*/ 81936 w 113939"/>
                <a:gd name="connsiteY1" fmla="*/ 12604 h 71225"/>
                <a:gd name="connsiteX2" fmla="*/ 64230 w 113939"/>
                <a:gd name="connsiteY2" fmla="*/ 32046 h 71225"/>
                <a:gd name="connsiteX3" fmla="*/ 64230 w 113939"/>
                <a:gd name="connsiteY3" fmla="*/ 71226 h 71225"/>
                <a:gd name="connsiteX4" fmla="*/ 49821 w 113939"/>
                <a:gd name="connsiteY4" fmla="*/ 71226 h 71225"/>
                <a:gd name="connsiteX5" fmla="*/ 49821 w 113939"/>
                <a:gd name="connsiteY5" fmla="*/ 32046 h 71225"/>
                <a:gd name="connsiteX6" fmla="*/ 32226 w 113939"/>
                <a:gd name="connsiteY6" fmla="*/ 12604 h 71225"/>
                <a:gd name="connsiteX7" fmla="*/ 14520 w 113939"/>
                <a:gd name="connsiteY7" fmla="*/ 32046 h 71225"/>
                <a:gd name="connsiteX8" fmla="*/ 14520 w 113939"/>
                <a:gd name="connsiteY8" fmla="*/ 71226 h 71225"/>
                <a:gd name="connsiteX9" fmla="*/ 0 w 113939"/>
                <a:gd name="connsiteY9" fmla="*/ 71226 h 71225"/>
                <a:gd name="connsiteX10" fmla="*/ 0 w 113939"/>
                <a:gd name="connsiteY10" fmla="*/ 1146 h 71225"/>
                <a:gd name="connsiteX11" fmla="*/ 14520 w 113939"/>
                <a:gd name="connsiteY11" fmla="*/ 1146 h 71225"/>
                <a:gd name="connsiteX12" fmla="*/ 14520 w 113939"/>
                <a:gd name="connsiteY12" fmla="*/ 9167 h 71225"/>
                <a:gd name="connsiteX13" fmla="*/ 35301 w 113939"/>
                <a:gd name="connsiteY13" fmla="*/ 0 h 71225"/>
                <a:gd name="connsiteX14" fmla="*/ 60526 w 113939"/>
                <a:gd name="connsiteY14" fmla="*/ 13861 h 71225"/>
                <a:gd name="connsiteX15" fmla="*/ 85010 w 113939"/>
                <a:gd name="connsiteY15" fmla="*/ 0 h 71225"/>
                <a:gd name="connsiteX16" fmla="*/ 113940 w 113939"/>
                <a:gd name="connsiteY16" fmla="*/ 29902 h 71225"/>
                <a:gd name="connsiteX17" fmla="*/ 113940 w 113939"/>
                <a:gd name="connsiteY17" fmla="*/ 71226 h 71225"/>
                <a:gd name="connsiteX18" fmla="*/ 99531 w 113939"/>
                <a:gd name="connsiteY18" fmla="*/ 71226 h 71225"/>
                <a:gd name="connsiteX19" fmla="*/ 99531 w 113939"/>
                <a:gd name="connsiteY19" fmla="*/ 3204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939" h="71225">
                  <a:moveTo>
                    <a:pt x="99531" y="32046"/>
                  </a:moveTo>
                  <a:cubicBezTo>
                    <a:pt x="99531" y="19183"/>
                    <a:pt x="92530" y="12604"/>
                    <a:pt x="81936" y="12604"/>
                  </a:cubicBezTo>
                  <a:cubicBezTo>
                    <a:pt x="71342" y="12604"/>
                    <a:pt x="64230" y="19220"/>
                    <a:pt x="64230" y="32046"/>
                  </a:cubicBezTo>
                  <a:lnTo>
                    <a:pt x="64230" y="71226"/>
                  </a:lnTo>
                  <a:lnTo>
                    <a:pt x="49821" y="71226"/>
                  </a:lnTo>
                  <a:lnTo>
                    <a:pt x="49821" y="32046"/>
                  </a:lnTo>
                  <a:cubicBezTo>
                    <a:pt x="49821" y="19183"/>
                    <a:pt x="42820" y="12604"/>
                    <a:pt x="32226" y="12604"/>
                  </a:cubicBezTo>
                  <a:cubicBezTo>
                    <a:pt x="21632" y="12604"/>
                    <a:pt x="14520" y="19220"/>
                    <a:pt x="14520" y="32046"/>
                  </a:cubicBezTo>
                  <a:lnTo>
                    <a:pt x="14520" y="71226"/>
                  </a:lnTo>
                  <a:lnTo>
                    <a:pt x="0" y="71226"/>
                  </a:lnTo>
                  <a:lnTo>
                    <a:pt x="0" y="1146"/>
                  </a:lnTo>
                  <a:lnTo>
                    <a:pt x="14520" y="1146"/>
                  </a:lnTo>
                  <a:lnTo>
                    <a:pt x="14520" y="9167"/>
                  </a:lnTo>
                  <a:cubicBezTo>
                    <a:pt x="19224" y="3437"/>
                    <a:pt x="26892" y="0"/>
                    <a:pt x="35301" y="0"/>
                  </a:cubicBezTo>
                  <a:cubicBezTo>
                    <a:pt x="46376" y="0"/>
                    <a:pt x="55673" y="4694"/>
                    <a:pt x="60526" y="13861"/>
                  </a:cubicBezTo>
                  <a:cubicBezTo>
                    <a:pt x="64860" y="5359"/>
                    <a:pt x="74787" y="0"/>
                    <a:pt x="85010" y="0"/>
                  </a:cubicBezTo>
                  <a:cubicBezTo>
                    <a:pt x="101457" y="0"/>
                    <a:pt x="113940" y="10312"/>
                    <a:pt x="113940" y="29902"/>
                  </a:cubicBezTo>
                  <a:lnTo>
                    <a:pt x="113940" y="71226"/>
                  </a:lnTo>
                  <a:lnTo>
                    <a:pt x="99531" y="71226"/>
                  </a:lnTo>
                  <a:lnTo>
                    <a:pt x="99531" y="32046"/>
                  </a:lnTo>
                  <a:close/>
                </a:path>
              </a:pathLst>
            </a:custGeom>
            <a:grpFill/>
            <a:ln w="3692" cap="flat">
              <a:noFill/>
              <a:prstDash val="solid"/>
              <a:miter/>
            </a:ln>
          </p:spPr>
          <p:txBody>
            <a:bodyPr rtlCol="0" anchor="ctr"/>
            <a:lstStyle/>
            <a:p>
              <a:endParaRPr lang="en-US">
                <a:solidFill>
                  <a:schemeClr val="tx2"/>
                </a:solidFill>
              </a:endParaRPr>
            </a:p>
          </p:txBody>
        </p:sp>
      </p:grpSp>
    </p:spTree>
    <p:extLst>
      <p:ext uri="{BB962C8B-B14F-4D97-AF65-F5344CB8AC3E}">
        <p14:creationId xmlns:p14="http://schemas.microsoft.com/office/powerpoint/2010/main" val="1278073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olid (Green Image)">
    <p:bg>
      <p:bgPr>
        <a:solidFill>
          <a:srgbClr val="005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87166-8C02-34CB-79A5-F46042E77BED}"/>
              </a:ext>
            </a:extLst>
          </p:cNvPr>
          <p:cNvSpPr>
            <a:spLocks noGrp="1"/>
          </p:cNvSpPr>
          <p:nvPr>
            <p:ph type="ctrTitle"/>
          </p:nvPr>
        </p:nvSpPr>
        <p:spPr>
          <a:xfrm>
            <a:off x="838200" y="2069025"/>
            <a:ext cx="5803605" cy="2383694"/>
          </a:xfrm>
        </p:spPr>
        <p:txBody>
          <a:bodyPr anchor="b">
            <a:noAutofit/>
          </a:bodyPr>
          <a:lstStyle>
            <a:lvl1pPr algn="l">
              <a:lnSpc>
                <a:spcPts val="4400"/>
              </a:lnSpc>
              <a:defRPr sz="4000" b="0" i="0">
                <a:solidFill>
                  <a:srgbClr val="FEF3D8"/>
                </a:solidFill>
              </a:defRPr>
            </a:lvl1pPr>
          </a:lstStyle>
          <a:p>
            <a:r>
              <a:rPr lang="en-US"/>
              <a:t>Click to edit Master title style</a:t>
            </a:r>
          </a:p>
        </p:txBody>
      </p:sp>
      <p:sp>
        <p:nvSpPr>
          <p:cNvPr id="3" name="Subtitle 2">
            <a:extLst>
              <a:ext uri="{FF2B5EF4-FFF2-40B4-BE49-F238E27FC236}">
                <a16:creationId xmlns:a16="http://schemas.microsoft.com/office/drawing/2014/main" id="{21D7DCB6-F293-6F6A-A043-F9DBCE059902}"/>
              </a:ext>
            </a:extLst>
          </p:cNvPr>
          <p:cNvSpPr>
            <a:spLocks noGrp="1"/>
          </p:cNvSpPr>
          <p:nvPr>
            <p:ph type="subTitle" idx="1"/>
          </p:nvPr>
        </p:nvSpPr>
        <p:spPr>
          <a:xfrm>
            <a:off x="838200" y="4681319"/>
            <a:ext cx="5803606" cy="720024"/>
          </a:xfrm>
        </p:spPr>
        <p:txBody>
          <a:bodyPr>
            <a:noAutofit/>
          </a:bodyPr>
          <a:lstStyle>
            <a:lvl1pPr marL="0" indent="0" algn="l">
              <a:lnSpc>
                <a:spcPts val="2400"/>
              </a:lnSpc>
              <a:buNone/>
              <a:defRPr sz="2000" b="0" i="0">
                <a:solidFill>
                  <a:srgbClr val="FEF8E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7" name="Text Placeholder 16">
            <a:extLst>
              <a:ext uri="{FF2B5EF4-FFF2-40B4-BE49-F238E27FC236}">
                <a16:creationId xmlns:a16="http://schemas.microsoft.com/office/drawing/2014/main" id="{E770CD35-04C2-6CC5-51BB-2793E84BE345}"/>
              </a:ext>
            </a:extLst>
          </p:cNvPr>
          <p:cNvSpPr>
            <a:spLocks noGrp="1"/>
          </p:cNvSpPr>
          <p:nvPr>
            <p:ph type="body" sz="quarter" idx="10"/>
          </p:nvPr>
        </p:nvSpPr>
        <p:spPr>
          <a:xfrm>
            <a:off x="838200" y="5614769"/>
            <a:ext cx="5803605" cy="196529"/>
          </a:xfrm>
        </p:spPr>
        <p:txBody>
          <a:bodyPr wrap="square">
            <a:spAutoFit/>
          </a:bodyPr>
          <a:lstStyle>
            <a:lvl1pPr marL="0" indent="0" algn="l">
              <a:buFontTx/>
              <a:buNone/>
              <a:defRPr b="0" i="0">
                <a:solidFill>
                  <a:srgbClr val="FEF8E8"/>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20" name="Picture Placeholder 19">
            <a:extLst>
              <a:ext uri="{FF2B5EF4-FFF2-40B4-BE49-F238E27FC236}">
                <a16:creationId xmlns:a16="http://schemas.microsoft.com/office/drawing/2014/main" id="{DD85BAC3-0842-EBFD-5044-73C39DE4FE96}"/>
              </a:ext>
            </a:extLst>
          </p:cNvPr>
          <p:cNvSpPr>
            <a:spLocks noGrp="1"/>
          </p:cNvSpPr>
          <p:nvPr>
            <p:ph type="pic" sz="quarter" idx="11"/>
          </p:nvPr>
        </p:nvSpPr>
        <p:spPr>
          <a:xfrm>
            <a:off x="7154670" y="0"/>
            <a:ext cx="5037329" cy="6858000"/>
          </a:xfrm>
        </p:spPr>
        <p:txBody>
          <a:bodyPr tIns="548640"/>
          <a:lstStyle>
            <a:lvl1pPr marL="0" indent="0" algn="ctr">
              <a:buFontTx/>
              <a:buNone/>
              <a:defRPr b="0" i="0">
                <a:solidFill>
                  <a:srgbClr val="FEF8E8"/>
                </a:solidFill>
              </a:defRPr>
            </a:lvl1pPr>
          </a:lstStyle>
          <a:p>
            <a:r>
              <a:rPr lang="en-US"/>
              <a:t>Click icon to add picture</a:t>
            </a:r>
          </a:p>
        </p:txBody>
      </p:sp>
      <p:grpSp>
        <p:nvGrpSpPr>
          <p:cNvPr id="43" name="Group 42">
            <a:extLst>
              <a:ext uri="{FF2B5EF4-FFF2-40B4-BE49-F238E27FC236}">
                <a16:creationId xmlns:a16="http://schemas.microsoft.com/office/drawing/2014/main" id="{FD8BBEAB-C870-0B61-F7E8-37218A28FFEA}"/>
              </a:ext>
            </a:extLst>
          </p:cNvPr>
          <p:cNvGrpSpPr/>
          <p:nvPr userDrawn="1"/>
        </p:nvGrpSpPr>
        <p:grpSpPr>
          <a:xfrm>
            <a:off x="838199" y="782937"/>
            <a:ext cx="2122674" cy="623780"/>
            <a:chOff x="2649665" y="5459914"/>
            <a:chExt cx="2297877" cy="675266"/>
          </a:xfrm>
          <a:solidFill>
            <a:schemeClr val="bg2"/>
          </a:solidFill>
        </p:grpSpPr>
        <p:sp>
          <p:nvSpPr>
            <p:cNvPr id="44" name="Freeform 43">
              <a:extLst>
                <a:ext uri="{FF2B5EF4-FFF2-40B4-BE49-F238E27FC236}">
                  <a16:creationId xmlns:a16="http://schemas.microsoft.com/office/drawing/2014/main" id="{4FD64728-650D-40B0-EFFC-5B8EB9022BB9}"/>
                </a:ext>
              </a:extLst>
            </p:cNvPr>
            <p:cNvSpPr/>
            <p:nvPr/>
          </p:nvSpPr>
          <p:spPr>
            <a:xfrm>
              <a:off x="3209512" y="5624255"/>
              <a:ext cx="144721" cy="250528"/>
            </a:xfrm>
            <a:custGeom>
              <a:avLst/>
              <a:gdLst>
                <a:gd name="connsiteX0" fmla="*/ 141203 w 144721"/>
                <a:gd name="connsiteY0" fmla="*/ 204511 h 250528"/>
                <a:gd name="connsiteX1" fmla="*/ 144722 w 144721"/>
                <a:gd name="connsiteY1" fmla="*/ 208022 h 250528"/>
                <a:gd name="connsiteX2" fmla="*/ 144722 w 144721"/>
                <a:gd name="connsiteY2" fmla="*/ 247017 h 250528"/>
                <a:gd name="connsiteX3" fmla="*/ 141203 w 144721"/>
                <a:gd name="connsiteY3" fmla="*/ 250528 h 250528"/>
                <a:gd name="connsiteX4" fmla="*/ 3519 w 144721"/>
                <a:gd name="connsiteY4" fmla="*/ 250528 h 250528"/>
                <a:gd name="connsiteX5" fmla="*/ 0 w 144721"/>
                <a:gd name="connsiteY5" fmla="*/ 247017 h 250528"/>
                <a:gd name="connsiteX6" fmla="*/ 0 w 144721"/>
                <a:gd name="connsiteY6" fmla="*/ 3511 h 250528"/>
                <a:gd name="connsiteX7" fmla="*/ 3519 w 144721"/>
                <a:gd name="connsiteY7" fmla="*/ 0 h 250528"/>
                <a:gd name="connsiteX8" fmla="*/ 48599 w 144721"/>
                <a:gd name="connsiteY8" fmla="*/ 0 h 250528"/>
                <a:gd name="connsiteX9" fmla="*/ 52118 w 144721"/>
                <a:gd name="connsiteY9" fmla="*/ 3511 h 250528"/>
                <a:gd name="connsiteX10" fmla="*/ 52118 w 144721"/>
                <a:gd name="connsiteY10" fmla="*/ 200999 h 250528"/>
                <a:gd name="connsiteX11" fmla="*/ 55636 w 144721"/>
                <a:gd name="connsiteY11" fmla="*/ 204511 h 250528"/>
                <a:gd name="connsiteX12" fmla="*/ 141203 w 144721"/>
                <a:gd name="connsiteY12" fmla="*/ 204511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21" h="250528">
                  <a:moveTo>
                    <a:pt x="141203" y="204511"/>
                  </a:moveTo>
                  <a:cubicBezTo>
                    <a:pt x="143536" y="204511"/>
                    <a:pt x="144722" y="205693"/>
                    <a:pt x="144722" y="208022"/>
                  </a:cubicBezTo>
                  <a:lnTo>
                    <a:pt x="144722" y="247017"/>
                  </a:lnTo>
                  <a:cubicBezTo>
                    <a:pt x="144722" y="249345"/>
                    <a:pt x="143536" y="250528"/>
                    <a:pt x="141203" y="250528"/>
                  </a:cubicBezTo>
                  <a:lnTo>
                    <a:pt x="3519" y="250528"/>
                  </a:lnTo>
                  <a:cubicBezTo>
                    <a:pt x="1185" y="250528"/>
                    <a:pt x="0" y="249345"/>
                    <a:pt x="0" y="247017"/>
                  </a:cubicBezTo>
                  <a:lnTo>
                    <a:pt x="0" y="3511"/>
                  </a:lnTo>
                  <a:cubicBezTo>
                    <a:pt x="0" y="1183"/>
                    <a:pt x="1185" y="0"/>
                    <a:pt x="3519" y="0"/>
                  </a:cubicBezTo>
                  <a:lnTo>
                    <a:pt x="48599" y="0"/>
                  </a:lnTo>
                  <a:cubicBezTo>
                    <a:pt x="50932" y="0"/>
                    <a:pt x="52118" y="1183"/>
                    <a:pt x="52118" y="3511"/>
                  </a:cubicBezTo>
                  <a:lnTo>
                    <a:pt x="52118" y="200999"/>
                  </a:lnTo>
                  <a:cubicBezTo>
                    <a:pt x="52118" y="203328"/>
                    <a:pt x="53303" y="204511"/>
                    <a:pt x="55636" y="204511"/>
                  </a:cubicBezTo>
                  <a:lnTo>
                    <a:pt x="141203" y="204511"/>
                  </a:lnTo>
                  <a:close/>
                </a:path>
              </a:pathLst>
            </a:custGeom>
            <a:grpFill/>
            <a:ln w="3692" cap="flat">
              <a:noFill/>
              <a:prstDash val="solid"/>
              <a:miter/>
            </a:ln>
          </p:spPr>
          <p:txBody>
            <a:bodyPr rtlCol="0" anchor="ctr"/>
            <a:lstStyle/>
            <a:p>
              <a:endParaRPr lang="en-US">
                <a:solidFill>
                  <a:schemeClr val="bg2"/>
                </a:solidFill>
              </a:endParaRPr>
            </a:p>
          </p:txBody>
        </p:sp>
        <p:sp>
          <p:nvSpPr>
            <p:cNvPr id="45" name="Freeform 44">
              <a:extLst>
                <a:ext uri="{FF2B5EF4-FFF2-40B4-BE49-F238E27FC236}">
                  <a16:creationId xmlns:a16="http://schemas.microsoft.com/office/drawing/2014/main" id="{1BF06891-119F-8D4B-2B25-89BBFE1EFEBC}"/>
                </a:ext>
              </a:extLst>
            </p:cNvPr>
            <p:cNvSpPr/>
            <p:nvPr/>
          </p:nvSpPr>
          <p:spPr>
            <a:xfrm>
              <a:off x="3418177" y="5624255"/>
              <a:ext cx="255689" cy="250602"/>
            </a:xfrm>
            <a:custGeom>
              <a:avLst/>
              <a:gdLst>
                <a:gd name="connsiteX0" fmla="*/ 113412 w 255689"/>
                <a:gd name="connsiteY0" fmla="*/ 2476 h 250602"/>
                <a:gd name="connsiteX1" fmla="*/ 117635 w 255689"/>
                <a:gd name="connsiteY1" fmla="*/ 0 h 250602"/>
                <a:gd name="connsiteX2" fmla="*/ 138415 w 255689"/>
                <a:gd name="connsiteY2" fmla="*/ 0 h 250602"/>
                <a:gd name="connsiteX3" fmla="*/ 142638 w 255689"/>
                <a:gd name="connsiteY3" fmla="*/ 2476 h 250602"/>
                <a:gd name="connsiteX4" fmla="*/ 255319 w 255689"/>
                <a:gd name="connsiteY4" fmla="*/ 246352 h 250602"/>
                <a:gd name="connsiteX5" fmla="*/ 255689 w 255689"/>
                <a:gd name="connsiteY5" fmla="*/ 248126 h 250602"/>
                <a:gd name="connsiteX6" fmla="*/ 252874 w 255689"/>
                <a:gd name="connsiteY6" fmla="*/ 250602 h 250602"/>
                <a:gd name="connsiteX7" fmla="*/ 202868 w 255689"/>
                <a:gd name="connsiteY7" fmla="*/ 250602 h 250602"/>
                <a:gd name="connsiteX8" fmla="*/ 198645 w 255689"/>
                <a:gd name="connsiteY8" fmla="*/ 248126 h 250602"/>
                <a:gd name="connsiteX9" fmla="*/ 181050 w 255689"/>
                <a:gd name="connsiteY9" fmla="*/ 210166 h 250602"/>
                <a:gd name="connsiteX10" fmla="*/ 177161 w 255689"/>
                <a:gd name="connsiteY10" fmla="*/ 207689 h 250602"/>
                <a:gd name="connsiteX11" fmla="*/ 78556 w 255689"/>
                <a:gd name="connsiteY11" fmla="*/ 207689 h 250602"/>
                <a:gd name="connsiteX12" fmla="*/ 74333 w 255689"/>
                <a:gd name="connsiteY12" fmla="*/ 210166 h 250602"/>
                <a:gd name="connsiteX13" fmla="*/ 56739 w 255689"/>
                <a:gd name="connsiteY13" fmla="*/ 248126 h 250602"/>
                <a:gd name="connsiteX14" fmla="*/ 52849 w 255689"/>
                <a:gd name="connsiteY14" fmla="*/ 250602 h 250602"/>
                <a:gd name="connsiteX15" fmla="*/ 2843 w 255689"/>
                <a:gd name="connsiteY15" fmla="*/ 250602 h 250602"/>
                <a:gd name="connsiteX16" fmla="*/ 361 w 255689"/>
                <a:gd name="connsiteY16" fmla="*/ 249382 h 250602"/>
                <a:gd name="connsiteX17" fmla="*/ 361 w 255689"/>
                <a:gd name="connsiteY17" fmla="*/ 246388 h 250602"/>
                <a:gd name="connsiteX18" fmla="*/ 113412 w 255689"/>
                <a:gd name="connsiteY18" fmla="*/ 2513 h 250602"/>
                <a:gd name="connsiteX19" fmla="*/ 96188 w 255689"/>
                <a:gd name="connsiteY19" fmla="*/ 157421 h 250602"/>
                <a:gd name="connsiteX20" fmla="*/ 95817 w 255689"/>
                <a:gd name="connsiteY20" fmla="*/ 159195 h 250602"/>
                <a:gd name="connsiteX21" fmla="*/ 98633 w 255689"/>
                <a:gd name="connsiteY21" fmla="*/ 161672 h 250602"/>
                <a:gd name="connsiteX22" fmla="*/ 157084 w 255689"/>
                <a:gd name="connsiteY22" fmla="*/ 161672 h 250602"/>
                <a:gd name="connsiteX23" fmla="*/ 159566 w 255689"/>
                <a:gd name="connsiteY23" fmla="*/ 160452 h 250602"/>
                <a:gd name="connsiteX24" fmla="*/ 159566 w 255689"/>
                <a:gd name="connsiteY24" fmla="*/ 157458 h 250602"/>
                <a:gd name="connsiteX25" fmla="*/ 130340 w 255689"/>
                <a:gd name="connsiteY25" fmla="*/ 89633 h 250602"/>
                <a:gd name="connsiteX26" fmla="*/ 127859 w 255689"/>
                <a:gd name="connsiteY26" fmla="*/ 87859 h 250602"/>
                <a:gd name="connsiteX27" fmla="*/ 125377 w 255689"/>
                <a:gd name="connsiteY27" fmla="*/ 89633 h 250602"/>
                <a:gd name="connsiteX28" fmla="*/ 96151 w 255689"/>
                <a:gd name="connsiteY28" fmla="*/ 157458 h 25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5689" h="250602">
                  <a:moveTo>
                    <a:pt x="113412" y="2476"/>
                  </a:moveTo>
                  <a:cubicBezTo>
                    <a:pt x="114116" y="850"/>
                    <a:pt x="115524" y="0"/>
                    <a:pt x="117635" y="0"/>
                  </a:cubicBezTo>
                  <a:lnTo>
                    <a:pt x="138415" y="0"/>
                  </a:lnTo>
                  <a:cubicBezTo>
                    <a:pt x="140527" y="0"/>
                    <a:pt x="141934" y="813"/>
                    <a:pt x="142638" y="2476"/>
                  </a:cubicBezTo>
                  <a:lnTo>
                    <a:pt x="255319" y="246352"/>
                  </a:lnTo>
                  <a:cubicBezTo>
                    <a:pt x="255541" y="246832"/>
                    <a:pt x="255689" y="247423"/>
                    <a:pt x="255689" y="248126"/>
                  </a:cubicBezTo>
                  <a:cubicBezTo>
                    <a:pt x="255689" y="249752"/>
                    <a:pt x="254763" y="250602"/>
                    <a:pt x="252874" y="250602"/>
                  </a:cubicBezTo>
                  <a:lnTo>
                    <a:pt x="202868" y="250602"/>
                  </a:lnTo>
                  <a:cubicBezTo>
                    <a:pt x="200756" y="250602"/>
                    <a:pt x="199349" y="249789"/>
                    <a:pt x="198645" y="248126"/>
                  </a:cubicBezTo>
                  <a:lnTo>
                    <a:pt x="181050" y="210166"/>
                  </a:lnTo>
                  <a:cubicBezTo>
                    <a:pt x="180346" y="208539"/>
                    <a:pt x="179050" y="207689"/>
                    <a:pt x="177161" y="207689"/>
                  </a:cubicBezTo>
                  <a:lnTo>
                    <a:pt x="78556" y="207689"/>
                  </a:lnTo>
                  <a:cubicBezTo>
                    <a:pt x="76445" y="207689"/>
                    <a:pt x="75037" y="208502"/>
                    <a:pt x="74333" y="210166"/>
                  </a:cubicBezTo>
                  <a:lnTo>
                    <a:pt x="56739" y="248126"/>
                  </a:lnTo>
                  <a:cubicBezTo>
                    <a:pt x="56035" y="249752"/>
                    <a:pt x="54738" y="250602"/>
                    <a:pt x="52849" y="250602"/>
                  </a:cubicBezTo>
                  <a:lnTo>
                    <a:pt x="2843" y="250602"/>
                  </a:lnTo>
                  <a:cubicBezTo>
                    <a:pt x="1658" y="250602"/>
                    <a:pt x="843" y="250196"/>
                    <a:pt x="361" y="249382"/>
                  </a:cubicBezTo>
                  <a:cubicBezTo>
                    <a:pt x="-120" y="248569"/>
                    <a:pt x="-120" y="247571"/>
                    <a:pt x="361" y="246388"/>
                  </a:cubicBezTo>
                  <a:lnTo>
                    <a:pt x="113412" y="2513"/>
                  </a:lnTo>
                  <a:close/>
                  <a:moveTo>
                    <a:pt x="96188" y="157421"/>
                  </a:moveTo>
                  <a:cubicBezTo>
                    <a:pt x="95966" y="157902"/>
                    <a:pt x="95817" y="158493"/>
                    <a:pt x="95817" y="159195"/>
                  </a:cubicBezTo>
                  <a:cubicBezTo>
                    <a:pt x="95817" y="160822"/>
                    <a:pt x="96743" y="161672"/>
                    <a:pt x="98633" y="161672"/>
                  </a:cubicBezTo>
                  <a:lnTo>
                    <a:pt x="157084" y="161672"/>
                  </a:lnTo>
                  <a:cubicBezTo>
                    <a:pt x="158270" y="161672"/>
                    <a:pt x="159085" y="161265"/>
                    <a:pt x="159566" y="160452"/>
                  </a:cubicBezTo>
                  <a:cubicBezTo>
                    <a:pt x="160048" y="159639"/>
                    <a:pt x="160048" y="158641"/>
                    <a:pt x="159566" y="157458"/>
                  </a:cubicBezTo>
                  <a:lnTo>
                    <a:pt x="130340" y="89633"/>
                  </a:lnTo>
                  <a:cubicBezTo>
                    <a:pt x="130118" y="88450"/>
                    <a:pt x="129266" y="87859"/>
                    <a:pt x="127859" y="87859"/>
                  </a:cubicBezTo>
                  <a:cubicBezTo>
                    <a:pt x="126932" y="87859"/>
                    <a:pt x="126080" y="88450"/>
                    <a:pt x="125377" y="89633"/>
                  </a:cubicBezTo>
                  <a:lnTo>
                    <a:pt x="96151" y="157458"/>
                  </a:lnTo>
                  <a:close/>
                </a:path>
              </a:pathLst>
            </a:custGeom>
            <a:grpFill/>
            <a:ln w="3692" cap="flat">
              <a:noFill/>
              <a:prstDash val="solid"/>
              <a:miter/>
            </a:ln>
          </p:spPr>
          <p:txBody>
            <a:bodyPr rtlCol="0" anchor="ctr"/>
            <a:lstStyle/>
            <a:p>
              <a:endParaRPr lang="en-US">
                <a:solidFill>
                  <a:schemeClr val="bg2"/>
                </a:solidFill>
              </a:endParaRPr>
            </a:p>
          </p:txBody>
        </p:sp>
        <p:sp>
          <p:nvSpPr>
            <p:cNvPr id="46" name="Freeform 45">
              <a:extLst>
                <a:ext uri="{FF2B5EF4-FFF2-40B4-BE49-F238E27FC236}">
                  <a16:creationId xmlns:a16="http://schemas.microsoft.com/office/drawing/2014/main" id="{8623E5D6-CD58-E59D-05DD-69EF4FF84626}"/>
                </a:ext>
              </a:extLst>
            </p:cNvPr>
            <p:cNvSpPr/>
            <p:nvPr/>
          </p:nvSpPr>
          <p:spPr>
            <a:xfrm>
              <a:off x="3736096"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2 w 202839"/>
                <a:gd name="connsiteY3" fmla="*/ 248421 h 250528"/>
                <a:gd name="connsiteX4" fmla="*/ 56377 w 202839"/>
                <a:gd name="connsiteY4" fmla="*/ 105748 h 250528"/>
                <a:gd name="connsiteX5" fmla="*/ 53896 w 202839"/>
                <a:gd name="connsiteY5" fmla="*/ 104344 h 250528"/>
                <a:gd name="connsiteX6" fmla="*/ 52117 w 202839"/>
                <a:gd name="connsiteY6" fmla="*/ 107522 h 250528"/>
                <a:gd name="connsiteX7" fmla="*/ 52117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7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2" y="248421"/>
                  </a:cubicBezTo>
                  <a:lnTo>
                    <a:pt x="56377" y="105748"/>
                  </a:lnTo>
                  <a:cubicBezTo>
                    <a:pt x="55451" y="104824"/>
                    <a:pt x="54599" y="104344"/>
                    <a:pt x="53896" y="104344"/>
                  </a:cubicBezTo>
                  <a:cubicBezTo>
                    <a:pt x="52710" y="104344"/>
                    <a:pt x="52117" y="105416"/>
                    <a:pt x="52117" y="107522"/>
                  </a:cubicBezTo>
                  <a:lnTo>
                    <a:pt x="52117" y="247017"/>
                  </a:lnTo>
                  <a:cubicBezTo>
                    <a:pt x="52117"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7" y="2107"/>
                  </a:cubicBezTo>
                  <a:lnTo>
                    <a:pt x="146463" y="144410"/>
                  </a:lnTo>
                  <a:cubicBezTo>
                    <a:pt x="147166"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bg2"/>
                </a:solidFill>
              </a:endParaRPr>
            </a:p>
          </p:txBody>
        </p:sp>
        <p:sp>
          <p:nvSpPr>
            <p:cNvPr id="47" name="Freeform 46">
              <a:extLst>
                <a:ext uri="{FF2B5EF4-FFF2-40B4-BE49-F238E27FC236}">
                  <a16:creationId xmlns:a16="http://schemas.microsoft.com/office/drawing/2014/main" id="{22BC9E3C-C402-5270-CD39-DC597A84AE0C}"/>
                </a:ext>
              </a:extLst>
            </p:cNvPr>
            <p:cNvSpPr/>
            <p:nvPr/>
          </p:nvSpPr>
          <p:spPr>
            <a:xfrm>
              <a:off x="4009389" y="5624255"/>
              <a:ext cx="176058" cy="250528"/>
            </a:xfrm>
            <a:custGeom>
              <a:avLst/>
              <a:gdLst>
                <a:gd name="connsiteX0" fmla="*/ 172540 w 176058"/>
                <a:gd name="connsiteY0" fmla="*/ 0 h 250528"/>
                <a:gd name="connsiteX1" fmla="*/ 176059 w 176058"/>
                <a:gd name="connsiteY1" fmla="*/ 3511 h 250528"/>
                <a:gd name="connsiteX2" fmla="*/ 176059 w 176058"/>
                <a:gd name="connsiteY2" fmla="*/ 42506 h 250528"/>
                <a:gd name="connsiteX3" fmla="*/ 172540 w 176058"/>
                <a:gd name="connsiteY3" fmla="*/ 46018 h 250528"/>
                <a:gd name="connsiteX4" fmla="*/ 117607 w 176058"/>
                <a:gd name="connsiteY4" fmla="*/ 46018 h 250528"/>
                <a:gd name="connsiteX5" fmla="*/ 114088 w 176058"/>
                <a:gd name="connsiteY5" fmla="*/ 49529 h 250528"/>
                <a:gd name="connsiteX6" fmla="*/ 114088 w 176058"/>
                <a:gd name="connsiteY6" fmla="*/ 247017 h 250528"/>
                <a:gd name="connsiteX7" fmla="*/ 110569 w 176058"/>
                <a:gd name="connsiteY7" fmla="*/ 250528 h 250528"/>
                <a:gd name="connsiteX8" fmla="*/ 65860 w 176058"/>
                <a:gd name="connsiteY8" fmla="*/ 250528 h 250528"/>
                <a:gd name="connsiteX9" fmla="*/ 62341 w 176058"/>
                <a:gd name="connsiteY9" fmla="*/ 247017 h 250528"/>
                <a:gd name="connsiteX10" fmla="*/ 62341 w 176058"/>
                <a:gd name="connsiteY10" fmla="*/ 49529 h 250528"/>
                <a:gd name="connsiteX11" fmla="*/ 58822 w 176058"/>
                <a:gd name="connsiteY11" fmla="*/ 46018 h 250528"/>
                <a:gd name="connsiteX12" fmla="*/ 3519 w 176058"/>
                <a:gd name="connsiteY12" fmla="*/ 46018 h 250528"/>
                <a:gd name="connsiteX13" fmla="*/ 0 w 176058"/>
                <a:gd name="connsiteY13" fmla="*/ 42506 h 250528"/>
                <a:gd name="connsiteX14" fmla="*/ 0 w 176058"/>
                <a:gd name="connsiteY14" fmla="*/ 3511 h 250528"/>
                <a:gd name="connsiteX15" fmla="*/ 3519 w 176058"/>
                <a:gd name="connsiteY15" fmla="*/ 0 h 250528"/>
                <a:gd name="connsiteX16" fmla="*/ 172540 w 176058"/>
                <a:gd name="connsiteY16" fmla="*/ 0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058" h="250528">
                  <a:moveTo>
                    <a:pt x="172540" y="0"/>
                  </a:moveTo>
                  <a:cubicBezTo>
                    <a:pt x="174873" y="0"/>
                    <a:pt x="176059" y="1183"/>
                    <a:pt x="176059" y="3511"/>
                  </a:cubicBezTo>
                  <a:lnTo>
                    <a:pt x="176059" y="42506"/>
                  </a:lnTo>
                  <a:cubicBezTo>
                    <a:pt x="176059" y="44835"/>
                    <a:pt x="174873" y="46018"/>
                    <a:pt x="172540" y="46018"/>
                  </a:cubicBezTo>
                  <a:lnTo>
                    <a:pt x="117607" y="46018"/>
                  </a:lnTo>
                  <a:cubicBezTo>
                    <a:pt x="115274" y="46018"/>
                    <a:pt x="114088" y="47200"/>
                    <a:pt x="114088" y="49529"/>
                  </a:cubicBezTo>
                  <a:lnTo>
                    <a:pt x="114088" y="247017"/>
                  </a:lnTo>
                  <a:cubicBezTo>
                    <a:pt x="114088" y="249345"/>
                    <a:pt x="112903" y="250528"/>
                    <a:pt x="110569" y="250528"/>
                  </a:cubicBezTo>
                  <a:lnTo>
                    <a:pt x="65860" y="250528"/>
                  </a:lnTo>
                  <a:cubicBezTo>
                    <a:pt x="63526" y="250528"/>
                    <a:pt x="62341" y="249345"/>
                    <a:pt x="62341" y="247017"/>
                  </a:cubicBezTo>
                  <a:lnTo>
                    <a:pt x="62341" y="49529"/>
                  </a:lnTo>
                  <a:cubicBezTo>
                    <a:pt x="62341" y="47200"/>
                    <a:pt x="61156" y="46018"/>
                    <a:pt x="58822" y="46018"/>
                  </a:cubicBezTo>
                  <a:lnTo>
                    <a:pt x="3519" y="46018"/>
                  </a:lnTo>
                  <a:cubicBezTo>
                    <a:pt x="1185" y="46018"/>
                    <a:pt x="0" y="44835"/>
                    <a:pt x="0" y="42506"/>
                  </a:cubicBezTo>
                  <a:lnTo>
                    <a:pt x="0" y="3511"/>
                  </a:lnTo>
                  <a:cubicBezTo>
                    <a:pt x="0" y="1183"/>
                    <a:pt x="1185" y="0"/>
                    <a:pt x="3519" y="0"/>
                  </a:cubicBezTo>
                  <a:lnTo>
                    <a:pt x="172540" y="0"/>
                  </a:lnTo>
                  <a:close/>
                </a:path>
              </a:pathLst>
            </a:custGeom>
            <a:grpFill/>
            <a:ln w="3692" cap="flat">
              <a:noFill/>
              <a:prstDash val="solid"/>
              <a:miter/>
            </a:ln>
          </p:spPr>
          <p:txBody>
            <a:bodyPr rtlCol="0" anchor="ctr"/>
            <a:lstStyle/>
            <a:p>
              <a:endParaRPr lang="en-US">
                <a:solidFill>
                  <a:schemeClr val="bg2"/>
                </a:solidFill>
              </a:endParaRPr>
            </a:p>
          </p:txBody>
        </p:sp>
        <p:sp>
          <p:nvSpPr>
            <p:cNvPr id="48" name="Freeform 47">
              <a:extLst>
                <a:ext uri="{FF2B5EF4-FFF2-40B4-BE49-F238E27FC236}">
                  <a16:creationId xmlns:a16="http://schemas.microsoft.com/office/drawing/2014/main" id="{25BC6EE5-B824-79B1-E54E-833054C163C8}"/>
                </a:ext>
              </a:extLst>
            </p:cNvPr>
            <p:cNvSpPr/>
            <p:nvPr/>
          </p:nvSpPr>
          <p:spPr>
            <a:xfrm>
              <a:off x="4251012" y="5624255"/>
              <a:ext cx="156352" cy="250528"/>
            </a:xfrm>
            <a:custGeom>
              <a:avLst/>
              <a:gdLst>
                <a:gd name="connsiteX0" fmla="*/ 152834 w 156352"/>
                <a:gd name="connsiteY0" fmla="*/ 204511 h 250528"/>
                <a:gd name="connsiteX1" fmla="*/ 156353 w 156352"/>
                <a:gd name="connsiteY1" fmla="*/ 208022 h 250528"/>
                <a:gd name="connsiteX2" fmla="*/ 156353 w 156352"/>
                <a:gd name="connsiteY2" fmla="*/ 247017 h 250528"/>
                <a:gd name="connsiteX3" fmla="*/ 152834 w 156352"/>
                <a:gd name="connsiteY3" fmla="*/ 250528 h 250528"/>
                <a:gd name="connsiteX4" fmla="*/ 3519 w 156352"/>
                <a:gd name="connsiteY4" fmla="*/ 250528 h 250528"/>
                <a:gd name="connsiteX5" fmla="*/ 0 w 156352"/>
                <a:gd name="connsiteY5" fmla="*/ 247017 h 250528"/>
                <a:gd name="connsiteX6" fmla="*/ 0 w 156352"/>
                <a:gd name="connsiteY6" fmla="*/ 3511 h 250528"/>
                <a:gd name="connsiteX7" fmla="*/ 3519 w 156352"/>
                <a:gd name="connsiteY7" fmla="*/ 0 h 250528"/>
                <a:gd name="connsiteX8" fmla="*/ 149315 w 156352"/>
                <a:gd name="connsiteY8" fmla="*/ 0 h 250528"/>
                <a:gd name="connsiteX9" fmla="*/ 152834 w 156352"/>
                <a:gd name="connsiteY9" fmla="*/ 3511 h 250528"/>
                <a:gd name="connsiteX10" fmla="*/ 152834 w 156352"/>
                <a:gd name="connsiteY10" fmla="*/ 42506 h 250528"/>
                <a:gd name="connsiteX11" fmla="*/ 149315 w 156352"/>
                <a:gd name="connsiteY11" fmla="*/ 46018 h 250528"/>
                <a:gd name="connsiteX12" fmla="*/ 55636 w 156352"/>
                <a:gd name="connsiteY12" fmla="*/ 46018 h 250528"/>
                <a:gd name="connsiteX13" fmla="*/ 52118 w 156352"/>
                <a:gd name="connsiteY13" fmla="*/ 49529 h 250528"/>
                <a:gd name="connsiteX14" fmla="*/ 52118 w 156352"/>
                <a:gd name="connsiteY14" fmla="*/ 100832 h 250528"/>
                <a:gd name="connsiteX15" fmla="*/ 55636 w 156352"/>
                <a:gd name="connsiteY15" fmla="*/ 104344 h 250528"/>
                <a:gd name="connsiteX16" fmla="*/ 122904 w 156352"/>
                <a:gd name="connsiteY16" fmla="*/ 104344 h 250528"/>
                <a:gd name="connsiteX17" fmla="*/ 126423 w 156352"/>
                <a:gd name="connsiteY17" fmla="*/ 107855 h 250528"/>
                <a:gd name="connsiteX18" fmla="*/ 126423 w 156352"/>
                <a:gd name="connsiteY18" fmla="*/ 146850 h 250528"/>
                <a:gd name="connsiteX19" fmla="*/ 122904 w 156352"/>
                <a:gd name="connsiteY19" fmla="*/ 150361 h 250528"/>
                <a:gd name="connsiteX20" fmla="*/ 55636 w 156352"/>
                <a:gd name="connsiteY20" fmla="*/ 150361 h 250528"/>
                <a:gd name="connsiteX21" fmla="*/ 52118 w 156352"/>
                <a:gd name="connsiteY21" fmla="*/ 153873 h 250528"/>
                <a:gd name="connsiteX22" fmla="*/ 52118 w 156352"/>
                <a:gd name="connsiteY22" fmla="*/ 200962 h 250528"/>
                <a:gd name="connsiteX23" fmla="*/ 55636 w 156352"/>
                <a:gd name="connsiteY23" fmla="*/ 204474 h 250528"/>
                <a:gd name="connsiteX24" fmla="*/ 152834 w 156352"/>
                <a:gd name="connsiteY24" fmla="*/ 204474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52" h="250528">
                  <a:moveTo>
                    <a:pt x="152834" y="204511"/>
                  </a:moveTo>
                  <a:cubicBezTo>
                    <a:pt x="155167" y="204511"/>
                    <a:pt x="156353" y="205693"/>
                    <a:pt x="156353" y="208022"/>
                  </a:cubicBezTo>
                  <a:lnTo>
                    <a:pt x="156353" y="247017"/>
                  </a:lnTo>
                  <a:cubicBezTo>
                    <a:pt x="156353" y="249345"/>
                    <a:pt x="155167" y="250528"/>
                    <a:pt x="152834" y="250528"/>
                  </a:cubicBezTo>
                  <a:lnTo>
                    <a:pt x="3519" y="250528"/>
                  </a:lnTo>
                  <a:cubicBezTo>
                    <a:pt x="1185" y="250528"/>
                    <a:pt x="0" y="249345"/>
                    <a:pt x="0" y="247017"/>
                  </a:cubicBezTo>
                  <a:lnTo>
                    <a:pt x="0" y="3511"/>
                  </a:lnTo>
                  <a:cubicBezTo>
                    <a:pt x="0" y="1183"/>
                    <a:pt x="1185" y="0"/>
                    <a:pt x="3519" y="0"/>
                  </a:cubicBezTo>
                  <a:lnTo>
                    <a:pt x="149315" y="0"/>
                  </a:lnTo>
                  <a:cubicBezTo>
                    <a:pt x="151649" y="0"/>
                    <a:pt x="152834" y="1183"/>
                    <a:pt x="152834" y="3511"/>
                  </a:cubicBezTo>
                  <a:lnTo>
                    <a:pt x="152834" y="42506"/>
                  </a:lnTo>
                  <a:cubicBezTo>
                    <a:pt x="152834" y="44835"/>
                    <a:pt x="151649" y="46018"/>
                    <a:pt x="149315" y="46018"/>
                  </a:cubicBezTo>
                  <a:lnTo>
                    <a:pt x="55636" y="46018"/>
                  </a:lnTo>
                  <a:cubicBezTo>
                    <a:pt x="53303" y="46018"/>
                    <a:pt x="52118" y="47200"/>
                    <a:pt x="52118" y="49529"/>
                  </a:cubicBezTo>
                  <a:lnTo>
                    <a:pt x="52118" y="100832"/>
                  </a:lnTo>
                  <a:cubicBezTo>
                    <a:pt x="52118" y="103161"/>
                    <a:pt x="53303" y="104344"/>
                    <a:pt x="55636" y="104344"/>
                  </a:cubicBezTo>
                  <a:lnTo>
                    <a:pt x="122904" y="104344"/>
                  </a:lnTo>
                  <a:cubicBezTo>
                    <a:pt x="125238" y="104344"/>
                    <a:pt x="126423" y="105526"/>
                    <a:pt x="126423" y="107855"/>
                  </a:cubicBezTo>
                  <a:lnTo>
                    <a:pt x="126423" y="146850"/>
                  </a:lnTo>
                  <a:cubicBezTo>
                    <a:pt x="126423" y="149178"/>
                    <a:pt x="125238" y="150361"/>
                    <a:pt x="122904" y="150361"/>
                  </a:cubicBezTo>
                  <a:lnTo>
                    <a:pt x="55636" y="150361"/>
                  </a:lnTo>
                  <a:cubicBezTo>
                    <a:pt x="53303" y="150361"/>
                    <a:pt x="52118" y="151544"/>
                    <a:pt x="52118" y="153873"/>
                  </a:cubicBezTo>
                  <a:lnTo>
                    <a:pt x="52118" y="200962"/>
                  </a:lnTo>
                  <a:cubicBezTo>
                    <a:pt x="52118" y="203291"/>
                    <a:pt x="53303" y="204474"/>
                    <a:pt x="55636" y="204474"/>
                  </a:cubicBezTo>
                  <a:lnTo>
                    <a:pt x="152834" y="204474"/>
                  </a:lnTo>
                  <a:close/>
                </a:path>
              </a:pathLst>
            </a:custGeom>
            <a:grpFill/>
            <a:ln w="3692" cap="flat">
              <a:noFill/>
              <a:prstDash val="solid"/>
              <a:miter/>
            </a:ln>
          </p:spPr>
          <p:txBody>
            <a:bodyPr rtlCol="0" anchor="ctr"/>
            <a:lstStyle/>
            <a:p>
              <a:endParaRPr lang="en-US">
                <a:solidFill>
                  <a:schemeClr val="bg2"/>
                </a:solidFill>
              </a:endParaRPr>
            </a:p>
          </p:txBody>
        </p:sp>
        <p:sp>
          <p:nvSpPr>
            <p:cNvPr id="49" name="Freeform 48">
              <a:extLst>
                <a:ext uri="{FF2B5EF4-FFF2-40B4-BE49-F238E27FC236}">
                  <a16:creationId xmlns:a16="http://schemas.microsoft.com/office/drawing/2014/main" id="{4C9C3A2C-4C3C-C76F-71D3-E912E48C19E3}"/>
                </a:ext>
              </a:extLst>
            </p:cNvPr>
            <p:cNvSpPr/>
            <p:nvPr/>
          </p:nvSpPr>
          <p:spPr>
            <a:xfrm>
              <a:off x="4479596" y="5624255"/>
              <a:ext cx="196839" cy="250565"/>
            </a:xfrm>
            <a:custGeom>
              <a:avLst/>
              <a:gdLst>
                <a:gd name="connsiteX0" fmla="*/ 3519 w 196839"/>
                <a:gd name="connsiteY0" fmla="*/ 250528 h 250565"/>
                <a:gd name="connsiteX1" fmla="*/ 0 w 196839"/>
                <a:gd name="connsiteY1" fmla="*/ 247017 h 250565"/>
                <a:gd name="connsiteX2" fmla="*/ 0 w 196839"/>
                <a:gd name="connsiteY2" fmla="*/ 3511 h 250565"/>
                <a:gd name="connsiteX3" fmla="*/ 3519 w 196839"/>
                <a:gd name="connsiteY3" fmla="*/ 0 h 250565"/>
                <a:gd name="connsiteX4" fmla="*/ 106717 w 196839"/>
                <a:gd name="connsiteY4" fmla="*/ 0 h 250565"/>
                <a:gd name="connsiteX5" fmla="*/ 152315 w 196839"/>
                <a:gd name="connsiteY5" fmla="*/ 11052 h 250565"/>
                <a:gd name="connsiteX6" fmla="*/ 184875 w 196839"/>
                <a:gd name="connsiteY6" fmla="*/ 41989 h 250565"/>
                <a:gd name="connsiteX7" fmla="*/ 196839 w 196839"/>
                <a:gd name="connsiteY7" fmla="*/ 86787 h 250565"/>
                <a:gd name="connsiteX8" fmla="*/ 185394 w 196839"/>
                <a:gd name="connsiteY8" fmla="*/ 130365 h 250565"/>
                <a:gd name="connsiteX9" fmla="*/ 153167 w 196839"/>
                <a:gd name="connsiteY9" fmla="*/ 161635 h 250565"/>
                <a:gd name="connsiteX10" fmla="*/ 151575 w 196839"/>
                <a:gd name="connsiteY10" fmla="*/ 163557 h 250565"/>
                <a:gd name="connsiteX11" fmla="*/ 152093 w 196839"/>
                <a:gd name="connsiteY11" fmla="*/ 166551 h 250565"/>
                <a:gd name="connsiteX12" fmla="*/ 194691 w 196839"/>
                <a:gd name="connsiteY12" fmla="*/ 246315 h 250565"/>
                <a:gd name="connsiteX13" fmla="*/ 195395 w 196839"/>
                <a:gd name="connsiteY13" fmla="*/ 248089 h 250565"/>
                <a:gd name="connsiteX14" fmla="*/ 194506 w 196839"/>
                <a:gd name="connsiteY14" fmla="*/ 249863 h 250565"/>
                <a:gd name="connsiteX15" fmla="*/ 192209 w 196839"/>
                <a:gd name="connsiteY15" fmla="*/ 250565 h 250565"/>
                <a:gd name="connsiteX16" fmla="*/ 143610 w 196839"/>
                <a:gd name="connsiteY16" fmla="*/ 250565 h 250565"/>
                <a:gd name="connsiteX17" fmla="*/ 139388 w 196839"/>
                <a:gd name="connsiteY17" fmla="*/ 248089 h 250565"/>
                <a:gd name="connsiteX18" fmla="*/ 102420 w 196839"/>
                <a:gd name="connsiteY18" fmla="*/ 176050 h 250565"/>
                <a:gd name="connsiteX19" fmla="*/ 98197 w 196839"/>
                <a:gd name="connsiteY19" fmla="*/ 173573 h 250565"/>
                <a:gd name="connsiteX20" fmla="*/ 55600 w 196839"/>
                <a:gd name="connsiteY20" fmla="*/ 173573 h 250565"/>
                <a:gd name="connsiteX21" fmla="*/ 52081 w 196839"/>
                <a:gd name="connsiteY21" fmla="*/ 177085 h 250565"/>
                <a:gd name="connsiteX22" fmla="*/ 52081 w 196839"/>
                <a:gd name="connsiteY22" fmla="*/ 247017 h 250565"/>
                <a:gd name="connsiteX23" fmla="*/ 48562 w 196839"/>
                <a:gd name="connsiteY23" fmla="*/ 250528 h 250565"/>
                <a:gd name="connsiteX24" fmla="*/ 3482 w 196839"/>
                <a:gd name="connsiteY24" fmla="*/ 250528 h 250565"/>
                <a:gd name="connsiteX25" fmla="*/ 102828 w 196839"/>
                <a:gd name="connsiteY25" fmla="*/ 127556 h 250565"/>
                <a:gd name="connsiteX26" fmla="*/ 123423 w 196839"/>
                <a:gd name="connsiteY26" fmla="*/ 122455 h 250565"/>
                <a:gd name="connsiteX27" fmla="*/ 139091 w 196839"/>
                <a:gd name="connsiteY27" fmla="*/ 108225 h 250565"/>
                <a:gd name="connsiteX28" fmla="*/ 145092 w 196839"/>
                <a:gd name="connsiteY28" fmla="*/ 86787 h 250565"/>
                <a:gd name="connsiteX29" fmla="*/ 132239 w 196839"/>
                <a:gd name="connsiteY29" fmla="*/ 56921 h 250565"/>
                <a:gd name="connsiteX30" fmla="*/ 101087 w 196839"/>
                <a:gd name="connsiteY30" fmla="*/ 46018 h 250565"/>
                <a:gd name="connsiteX31" fmla="*/ 55674 w 196839"/>
                <a:gd name="connsiteY31" fmla="*/ 46018 h 250565"/>
                <a:gd name="connsiteX32" fmla="*/ 52155 w 196839"/>
                <a:gd name="connsiteY32" fmla="*/ 49529 h 250565"/>
                <a:gd name="connsiteX33" fmla="*/ 52155 w 196839"/>
                <a:gd name="connsiteY33" fmla="*/ 124007 h 250565"/>
                <a:gd name="connsiteX34" fmla="*/ 55674 w 196839"/>
                <a:gd name="connsiteY34" fmla="*/ 127519 h 250565"/>
                <a:gd name="connsiteX35" fmla="*/ 102865 w 196839"/>
                <a:gd name="connsiteY35" fmla="*/ 127519 h 2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6839" h="250565">
                  <a:moveTo>
                    <a:pt x="3519" y="250528"/>
                  </a:moveTo>
                  <a:cubicBezTo>
                    <a:pt x="1185" y="250528"/>
                    <a:pt x="0" y="249345"/>
                    <a:pt x="0" y="247017"/>
                  </a:cubicBezTo>
                  <a:lnTo>
                    <a:pt x="0" y="3511"/>
                  </a:lnTo>
                  <a:cubicBezTo>
                    <a:pt x="0" y="1183"/>
                    <a:pt x="1185" y="0"/>
                    <a:pt x="3519" y="0"/>
                  </a:cubicBezTo>
                  <a:lnTo>
                    <a:pt x="106717" y="0"/>
                  </a:lnTo>
                  <a:cubicBezTo>
                    <a:pt x="123386" y="0"/>
                    <a:pt x="138573" y="3696"/>
                    <a:pt x="152315" y="11052"/>
                  </a:cubicBezTo>
                  <a:cubicBezTo>
                    <a:pt x="166058" y="18444"/>
                    <a:pt x="176911" y="28756"/>
                    <a:pt x="184875" y="41989"/>
                  </a:cubicBezTo>
                  <a:cubicBezTo>
                    <a:pt x="192839" y="55221"/>
                    <a:pt x="196839" y="70154"/>
                    <a:pt x="196839" y="86787"/>
                  </a:cubicBezTo>
                  <a:cubicBezTo>
                    <a:pt x="196839" y="103420"/>
                    <a:pt x="193024" y="117724"/>
                    <a:pt x="185394" y="130365"/>
                  </a:cubicBezTo>
                  <a:cubicBezTo>
                    <a:pt x="177763" y="143006"/>
                    <a:pt x="167021" y="153429"/>
                    <a:pt x="153167" y="161635"/>
                  </a:cubicBezTo>
                  <a:cubicBezTo>
                    <a:pt x="152241" y="161856"/>
                    <a:pt x="151686" y="162522"/>
                    <a:pt x="151575" y="163557"/>
                  </a:cubicBezTo>
                  <a:cubicBezTo>
                    <a:pt x="151463" y="164592"/>
                    <a:pt x="151648" y="165627"/>
                    <a:pt x="152093" y="166551"/>
                  </a:cubicBezTo>
                  <a:lnTo>
                    <a:pt x="194691" y="246315"/>
                  </a:lnTo>
                  <a:lnTo>
                    <a:pt x="195395" y="248089"/>
                  </a:lnTo>
                  <a:cubicBezTo>
                    <a:pt x="195395" y="248791"/>
                    <a:pt x="195098" y="249382"/>
                    <a:pt x="194506" y="249863"/>
                  </a:cubicBezTo>
                  <a:cubicBezTo>
                    <a:pt x="193913" y="250343"/>
                    <a:pt x="193172" y="250565"/>
                    <a:pt x="192209" y="250565"/>
                  </a:cubicBezTo>
                  <a:lnTo>
                    <a:pt x="143610" y="250565"/>
                  </a:lnTo>
                  <a:cubicBezTo>
                    <a:pt x="141499" y="250565"/>
                    <a:pt x="140091" y="249752"/>
                    <a:pt x="139388" y="248089"/>
                  </a:cubicBezTo>
                  <a:lnTo>
                    <a:pt x="102420" y="176050"/>
                  </a:lnTo>
                  <a:cubicBezTo>
                    <a:pt x="101716" y="174424"/>
                    <a:pt x="100309" y="173573"/>
                    <a:pt x="98197" y="173573"/>
                  </a:cubicBezTo>
                  <a:lnTo>
                    <a:pt x="55600" y="173573"/>
                  </a:lnTo>
                  <a:cubicBezTo>
                    <a:pt x="53266" y="173573"/>
                    <a:pt x="52081" y="174756"/>
                    <a:pt x="52081" y="177085"/>
                  </a:cubicBezTo>
                  <a:lnTo>
                    <a:pt x="52081" y="247017"/>
                  </a:lnTo>
                  <a:cubicBezTo>
                    <a:pt x="52081" y="249345"/>
                    <a:pt x="50895" y="250528"/>
                    <a:pt x="48562" y="250528"/>
                  </a:cubicBezTo>
                  <a:lnTo>
                    <a:pt x="3482" y="250528"/>
                  </a:lnTo>
                  <a:close/>
                  <a:moveTo>
                    <a:pt x="102828" y="127556"/>
                  </a:moveTo>
                  <a:cubicBezTo>
                    <a:pt x="110088" y="127556"/>
                    <a:pt x="116978" y="125855"/>
                    <a:pt x="123423" y="122455"/>
                  </a:cubicBezTo>
                  <a:cubicBezTo>
                    <a:pt x="129868" y="119054"/>
                    <a:pt x="135091" y="114323"/>
                    <a:pt x="139091" y="108225"/>
                  </a:cubicBezTo>
                  <a:cubicBezTo>
                    <a:pt x="143092" y="102126"/>
                    <a:pt x="145092" y="94992"/>
                    <a:pt x="145092" y="86787"/>
                  </a:cubicBezTo>
                  <a:cubicBezTo>
                    <a:pt x="145092" y="74146"/>
                    <a:pt x="140795" y="64166"/>
                    <a:pt x="132239" y="56921"/>
                  </a:cubicBezTo>
                  <a:cubicBezTo>
                    <a:pt x="123682" y="49677"/>
                    <a:pt x="113273" y="46018"/>
                    <a:pt x="101087" y="46018"/>
                  </a:cubicBezTo>
                  <a:lnTo>
                    <a:pt x="55674" y="46018"/>
                  </a:lnTo>
                  <a:cubicBezTo>
                    <a:pt x="53340" y="46018"/>
                    <a:pt x="52155" y="47200"/>
                    <a:pt x="52155" y="49529"/>
                  </a:cubicBezTo>
                  <a:lnTo>
                    <a:pt x="52155" y="124007"/>
                  </a:lnTo>
                  <a:cubicBezTo>
                    <a:pt x="52155" y="126336"/>
                    <a:pt x="53340" y="127519"/>
                    <a:pt x="55674" y="127519"/>
                  </a:cubicBezTo>
                  <a:lnTo>
                    <a:pt x="102865" y="127519"/>
                  </a:lnTo>
                  <a:close/>
                </a:path>
              </a:pathLst>
            </a:custGeom>
            <a:grpFill/>
            <a:ln w="3692" cap="flat">
              <a:noFill/>
              <a:prstDash val="solid"/>
              <a:miter/>
            </a:ln>
          </p:spPr>
          <p:txBody>
            <a:bodyPr rtlCol="0" anchor="ctr"/>
            <a:lstStyle/>
            <a:p>
              <a:endParaRPr lang="en-US">
                <a:solidFill>
                  <a:schemeClr val="bg2"/>
                </a:solidFill>
              </a:endParaRPr>
            </a:p>
          </p:txBody>
        </p:sp>
        <p:sp>
          <p:nvSpPr>
            <p:cNvPr id="50" name="Freeform 49">
              <a:extLst>
                <a:ext uri="{FF2B5EF4-FFF2-40B4-BE49-F238E27FC236}">
                  <a16:creationId xmlns:a16="http://schemas.microsoft.com/office/drawing/2014/main" id="{09D34488-B22F-6399-9474-573F527DD1CC}"/>
                </a:ext>
              </a:extLst>
            </p:cNvPr>
            <p:cNvSpPr/>
            <p:nvPr/>
          </p:nvSpPr>
          <p:spPr>
            <a:xfrm>
              <a:off x="4744703"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3 w 202839"/>
                <a:gd name="connsiteY3" fmla="*/ 248421 h 250528"/>
                <a:gd name="connsiteX4" fmla="*/ 56377 w 202839"/>
                <a:gd name="connsiteY4" fmla="*/ 105748 h 250528"/>
                <a:gd name="connsiteX5" fmla="*/ 53896 w 202839"/>
                <a:gd name="connsiteY5" fmla="*/ 104344 h 250528"/>
                <a:gd name="connsiteX6" fmla="*/ 52118 w 202839"/>
                <a:gd name="connsiteY6" fmla="*/ 107522 h 250528"/>
                <a:gd name="connsiteX7" fmla="*/ 52118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8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3" y="248421"/>
                  </a:cubicBezTo>
                  <a:lnTo>
                    <a:pt x="56377" y="105748"/>
                  </a:lnTo>
                  <a:cubicBezTo>
                    <a:pt x="55451" y="104824"/>
                    <a:pt x="54599" y="104344"/>
                    <a:pt x="53896" y="104344"/>
                  </a:cubicBezTo>
                  <a:cubicBezTo>
                    <a:pt x="52710" y="104344"/>
                    <a:pt x="52118" y="105416"/>
                    <a:pt x="52118" y="107522"/>
                  </a:cubicBezTo>
                  <a:lnTo>
                    <a:pt x="52118" y="247017"/>
                  </a:lnTo>
                  <a:cubicBezTo>
                    <a:pt x="52118"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8" y="2107"/>
                  </a:cubicBezTo>
                  <a:lnTo>
                    <a:pt x="146463" y="144410"/>
                  </a:lnTo>
                  <a:cubicBezTo>
                    <a:pt x="147167"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bg2"/>
                </a:solidFill>
              </a:endParaRPr>
            </a:p>
          </p:txBody>
        </p:sp>
        <p:sp>
          <p:nvSpPr>
            <p:cNvPr id="51" name="Freeform 50">
              <a:extLst>
                <a:ext uri="{FF2B5EF4-FFF2-40B4-BE49-F238E27FC236}">
                  <a16:creationId xmlns:a16="http://schemas.microsoft.com/office/drawing/2014/main" id="{FAC90D85-D643-E1AB-202E-0EF601ED34D1}"/>
                </a:ext>
              </a:extLst>
            </p:cNvPr>
            <p:cNvSpPr/>
            <p:nvPr/>
          </p:nvSpPr>
          <p:spPr>
            <a:xfrm>
              <a:off x="2649665" y="5714387"/>
              <a:ext cx="129608" cy="253611"/>
            </a:xfrm>
            <a:custGeom>
              <a:avLst/>
              <a:gdLst>
                <a:gd name="connsiteX0" fmla="*/ 51488 w 129608"/>
                <a:gd name="connsiteY0" fmla="*/ 172003 h 253611"/>
                <a:gd name="connsiteX1" fmla="*/ 114866 w 129608"/>
                <a:gd name="connsiteY1" fmla="*/ 95454 h 253611"/>
                <a:gd name="connsiteX2" fmla="*/ 129609 w 129608"/>
                <a:gd name="connsiteY2" fmla="*/ 77491 h 253611"/>
                <a:gd name="connsiteX3" fmla="*/ 129609 w 129608"/>
                <a:gd name="connsiteY3" fmla="*/ 18463 h 253611"/>
                <a:gd name="connsiteX4" fmla="*/ 108310 w 129608"/>
                <a:gd name="connsiteY4" fmla="*/ 277 h 253611"/>
                <a:gd name="connsiteX5" fmla="*/ 0 w 129608"/>
                <a:gd name="connsiteY5" fmla="*/ 127870 h 253611"/>
                <a:gd name="connsiteX6" fmla="*/ 98716 w 129608"/>
                <a:gd name="connsiteY6" fmla="*/ 253467 h 253611"/>
                <a:gd name="connsiteX7" fmla="*/ 104531 w 129608"/>
                <a:gd name="connsiteY7" fmla="*/ 248994 h 253611"/>
                <a:gd name="connsiteX8" fmla="*/ 104531 w 129608"/>
                <a:gd name="connsiteY8" fmla="*/ 248994 h 253611"/>
                <a:gd name="connsiteX9" fmla="*/ 101494 w 129608"/>
                <a:gd name="connsiteY9" fmla="*/ 244670 h 253611"/>
                <a:gd name="connsiteX10" fmla="*/ 51525 w 129608"/>
                <a:gd name="connsiteY10" fmla="*/ 172040 h 25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08" h="253611">
                  <a:moveTo>
                    <a:pt x="51488" y="172003"/>
                  </a:moveTo>
                  <a:cubicBezTo>
                    <a:pt x="51488" y="133969"/>
                    <a:pt x="78751" y="102329"/>
                    <a:pt x="114866" y="95454"/>
                  </a:cubicBezTo>
                  <a:cubicBezTo>
                    <a:pt x="122978" y="93902"/>
                    <a:pt x="129609" y="85733"/>
                    <a:pt x="129609" y="77491"/>
                  </a:cubicBezTo>
                  <a:lnTo>
                    <a:pt x="129609" y="18463"/>
                  </a:lnTo>
                  <a:cubicBezTo>
                    <a:pt x="129609" y="6635"/>
                    <a:pt x="120015" y="-1645"/>
                    <a:pt x="108310" y="277"/>
                  </a:cubicBezTo>
                  <a:cubicBezTo>
                    <a:pt x="46858" y="10405"/>
                    <a:pt x="0" y="63704"/>
                    <a:pt x="0" y="127870"/>
                  </a:cubicBezTo>
                  <a:cubicBezTo>
                    <a:pt x="0" y="188673"/>
                    <a:pt x="42042" y="239643"/>
                    <a:pt x="98716" y="253467"/>
                  </a:cubicBezTo>
                  <a:cubicBezTo>
                    <a:pt x="101679" y="254206"/>
                    <a:pt x="104531" y="252025"/>
                    <a:pt x="104531" y="248994"/>
                  </a:cubicBezTo>
                  <a:lnTo>
                    <a:pt x="104531" y="248994"/>
                  </a:lnTo>
                  <a:cubicBezTo>
                    <a:pt x="104531" y="247073"/>
                    <a:pt x="103309" y="245372"/>
                    <a:pt x="101494" y="244670"/>
                  </a:cubicBezTo>
                  <a:cubicBezTo>
                    <a:pt x="72268" y="233397"/>
                    <a:pt x="51525" y="205158"/>
                    <a:pt x="51525" y="172040"/>
                  </a:cubicBezTo>
                  <a:close/>
                </a:path>
              </a:pathLst>
            </a:custGeom>
            <a:grpFill/>
            <a:ln w="3692" cap="flat">
              <a:noFill/>
              <a:prstDash val="solid"/>
              <a:miter/>
            </a:ln>
          </p:spPr>
          <p:txBody>
            <a:bodyPr rtlCol="0" anchor="ctr"/>
            <a:lstStyle/>
            <a:p>
              <a:endParaRPr lang="en-US">
                <a:solidFill>
                  <a:schemeClr val="bg2"/>
                </a:solidFill>
              </a:endParaRPr>
            </a:p>
          </p:txBody>
        </p:sp>
        <p:sp>
          <p:nvSpPr>
            <p:cNvPr id="52" name="Freeform 51">
              <a:extLst>
                <a:ext uri="{FF2B5EF4-FFF2-40B4-BE49-F238E27FC236}">
                  <a16:creationId xmlns:a16="http://schemas.microsoft.com/office/drawing/2014/main" id="{C627BBA3-FF07-4B49-D259-7C69DC419B52}"/>
                </a:ext>
              </a:extLst>
            </p:cNvPr>
            <p:cNvSpPr/>
            <p:nvPr/>
          </p:nvSpPr>
          <p:spPr>
            <a:xfrm>
              <a:off x="2779274" y="5459914"/>
              <a:ext cx="234362" cy="508006"/>
            </a:xfrm>
            <a:custGeom>
              <a:avLst/>
              <a:gdLst>
                <a:gd name="connsiteX0" fmla="*/ 234362 w 234362"/>
                <a:gd name="connsiteY0" fmla="*/ 255009 h 508006"/>
                <a:gd name="connsiteX1" fmla="*/ 21632 w 234362"/>
                <a:gd name="connsiteY1" fmla="*/ 341 h 508006"/>
                <a:gd name="connsiteX2" fmla="*/ 0 w 234362"/>
                <a:gd name="connsiteY2" fmla="*/ 18452 h 508006"/>
                <a:gd name="connsiteX3" fmla="*/ 0 w 234362"/>
                <a:gd name="connsiteY3" fmla="*/ 163047 h 508006"/>
                <a:gd name="connsiteX4" fmla="*/ 14076 w 234362"/>
                <a:gd name="connsiteY4" fmla="*/ 180863 h 508006"/>
                <a:gd name="connsiteX5" fmla="*/ 144055 w 234362"/>
                <a:gd name="connsiteY5" fmla="*/ 345085 h 508006"/>
                <a:gd name="connsiteX6" fmla="*/ 123830 w 234362"/>
                <a:gd name="connsiteY6" fmla="*/ 425108 h 508006"/>
                <a:gd name="connsiteX7" fmla="*/ 50599 w 234362"/>
                <a:gd name="connsiteY7" fmla="*/ 491528 h 508006"/>
                <a:gd name="connsiteX8" fmla="*/ 27966 w 234362"/>
                <a:gd name="connsiteY8" fmla="*/ 498625 h 508006"/>
                <a:gd name="connsiteX9" fmla="*/ 24262 w 234362"/>
                <a:gd name="connsiteY9" fmla="*/ 503245 h 508006"/>
                <a:gd name="connsiteX10" fmla="*/ 24262 w 234362"/>
                <a:gd name="connsiteY10" fmla="*/ 503245 h 508006"/>
                <a:gd name="connsiteX11" fmla="*/ 30004 w 234362"/>
                <a:gd name="connsiteY11" fmla="*/ 507902 h 508006"/>
                <a:gd name="connsiteX12" fmla="*/ 234362 w 234362"/>
                <a:gd name="connsiteY12" fmla="*/ 254972 h 50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362" h="508006">
                  <a:moveTo>
                    <a:pt x="234362" y="255009"/>
                  </a:moveTo>
                  <a:cubicBezTo>
                    <a:pt x="234362" y="127970"/>
                    <a:pt x="142610" y="22296"/>
                    <a:pt x="21632" y="341"/>
                  </a:cubicBezTo>
                  <a:cubicBezTo>
                    <a:pt x="9742" y="-1803"/>
                    <a:pt x="0" y="6402"/>
                    <a:pt x="0" y="18452"/>
                  </a:cubicBezTo>
                  <a:lnTo>
                    <a:pt x="0" y="163047"/>
                  </a:lnTo>
                  <a:cubicBezTo>
                    <a:pt x="0" y="170994"/>
                    <a:pt x="6334" y="179052"/>
                    <a:pt x="14076" y="180863"/>
                  </a:cubicBezTo>
                  <a:cubicBezTo>
                    <a:pt x="88604" y="198494"/>
                    <a:pt x="144055" y="265321"/>
                    <a:pt x="144055" y="345085"/>
                  </a:cubicBezTo>
                  <a:cubicBezTo>
                    <a:pt x="144055" y="374063"/>
                    <a:pt x="136721" y="401304"/>
                    <a:pt x="123830" y="425108"/>
                  </a:cubicBezTo>
                  <a:cubicBezTo>
                    <a:pt x="102679" y="461441"/>
                    <a:pt x="74157" y="480994"/>
                    <a:pt x="50599" y="491528"/>
                  </a:cubicBezTo>
                  <a:cubicBezTo>
                    <a:pt x="43302" y="494411"/>
                    <a:pt x="35745" y="496777"/>
                    <a:pt x="27966" y="498625"/>
                  </a:cubicBezTo>
                  <a:cubicBezTo>
                    <a:pt x="25818" y="499142"/>
                    <a:pt x="24262" y="501028"/>
                    <a:pt x="24262" y="503245"/>
                  </a:cubicBezTo>
                  <a:lnTo>
                    <a:pt x="24262" y="503245"/>
                  </a:lnTo>
                  <a:cubicBezTo>
                    <a:pt x="24262" y="506239"/>
                    <a:pt x="27040" y="508531"/>
                    <a:pt x="30004" y="507902"/>
                  </a:cubicBezTo>
                  <a:cubicBezTo>
                    <a:pt x="146833" y="482694"/>
                    <a:pt x="234362" y="379090"/>
                    <a:pt x="234362" y="254972"/>
                  </a:cubicBezTo>
                  <a:close/>
                </a:path>
              </a:pathLst>
            </a:custGeom>
            <a:grpFill/>
            <a:ln w="3692" cap="flat">
              <a:noFill/>
              <a:prstDash val="solid"/>
              <a:miter/>
            </a:ln>
          </p:spPr>
          <p:txBody>
            <a:bodyPr rtlCol="0" anchor="ctr"/>
            <a:lstStyle/>
            <a:p>
              <a:endParaRPr lang="en-US">
                <a:solidFill>
                  <a:schemeClr val="bg2"/>
                </a:solidFill>
              </a:endParaRPr>
            </a:p>
          </p:txBody>
        </p:sp>
        <p:sp>
          <p:nvSpPr>
            <p:cNvPr id="53" name="Freeform 52">
              <a:extLst>
                <a:ext uri="{FF2B5EF4-FFF2-40B4-BE49-F238E27FC236}">
                  <a16:creationId xmlns:a16="http://schemas.microsoft.com/office/drawing/2014/main" id="{9A65D154-EE87-01BE-E952-048E4CF09A45}"/>
                </a:ext>
              </a:extLst>
            </p:cNvPr>
            <p:cNvSpPr/>
            <p:nvPr/>
          </p:nvSpPr>
          <p:spPr>
            <a:xfrm>
              <a:off x="3210809" y="6013428"/>
              <a:ext cx="61822" cy="88376"/>
            </a:xfrm>
            <a:custGeom>
              <a:avLst/>
              <a:gdLst>
                <a:gd name="connsiteX0" fmla="*/ 0 w 61822"/>
                <a:gd name="connsiteY0" fmla="*/ 0 h 88376"/>
                <a:gd name="connsiteX1" fmla="*/ 61822 w 61822"/>
                <a:gd name="connsiteY1" fmla="*/ 0 h 88376"/>
                <a:gd name="connsiteX2" fmla="*/ 61822 w 61822"/>
                <a:gd name="connsiteY2" fmla="*/ 11828 h 88376"/>
                <a:gd name="connsiteX3" fmla="*/ 38227 w 61822"/>
                <a:gd name="connsiteY3" fmla="*/ 11828 h 88376"/>
                <a:gd name="connsiteX4" fmla="*/ 38227 w 61822"/>
                <a:gd name="connsiteY4" fmla="*/ 88376 h 88376"/>
                <a:gd name="connsiteX5" fmla="*/ 23707 w 61822"/>
                <a:gd name="connsiteY5" fmla="*/ 88376 h 88376"/>
                <a:gd name="connsiteX6" fmla="*/ 23707 w 61822"/>
                <a:gd name="connsiteY6" fmla="*/ 11828 h 88376"/>
                <a:gd name="connsiteX7" fmla="*/ 0 w 61822"/>
                <a:gd name="connsiteY7" fmla="*/ 11828 h 88376"/>
                <a:gd name="connsiteX8" fmla="*/ 0 w 61822"/>
                <a:gd name="connsiteY8" fmla="*/ 0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22" h="88376">
                  <a:moveTo>
                    <a:pt x="0" y="0"/>
                  </a:moveTo>
                  <a:lnTo>
                    <a:pt x="61822" y="0"/>
                  </a:lnTo>
                  <a:lnTo>
                    <a:pt x="61822" y="11828"/>
                  </a:lnTo>
                  <a:lnTo>
                    <a:pt x="38227" y="11828"/>
                  </a:lnTo>
                  <a:lnTo>
                    <a:pt x="38227" y="88376"/>
                  </a:lnTo>
                  <a:lnTo>
                    <a:pt x="23707" y="88376"/>
                  </a:lnTo>
                  <a:lnTo>
                    <a:pt x="23707" y="11828"/>
                  </a:lnTo>
                  <a:lnTo>
                    <a:pt x="0" y="11828"/>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54" name="Freeform 53">
              <a:extLst>
                <a:ext uri="{FF2B5EF4-FFF2-40B4-BE49-F238E27FC236}">
                  <a16:creationId xmlns:a16="http://schemas.microsoft.com/office/drawing/2014/main" id="{DFD5719B-40D2-5756-C685-1CED93BF036F}"/>
                </a:ext>
              </a:extLst>
            </p:cNvPr>
            <p:cNvSpPr/>
            <p:nvPr/>
          </p:nvSpPr>
          <p:spPr>
            <a:xfrm>
              <a:off x="3283707" y="6007735"/>
              <a:ext cx="64230" cy="94142"/>
            </a:xfrm>
            <a:custGeom>
              <a:avLst/>
              <a:gdLst>
                <a:gd name="connsiteX0" fmla="*/ 0 w 64230"/>
                <a:gd name="connsiteY0" fmla="*/ 0 h 94142"/>
                <a:gd name="connsiteX1" fmla="*/ 14520 w 64230"/>
                <a:gd name="connsiteY1" fmla="*/ 0 h 94142"/>
                <a:gd name="connsiteX2" fmla="*/ 14520 w 64230"/>
                <a:gd name="connsiteY2" fmla="*/ 32194 h 94142"/>
                <a:gd name="connsiteX3" fmla="*/ 36301 w 64230"/>
                <a:gd name="connsiteY3" fmla="*/ 22916 h 94142"/>
                <a:gd name="connsiteX4" fmla="*/ 64230 w 64230"/>
                <a:gd name="connsiteY4" fmla="*/ 52819 h 94142"/>
                <a:gd name="connsiteX5" fmla="*/ 64230 w 64230"/>
                <a:gd name="connsiteY5" fmla="*/ 94142 h 94142"/>
                <a:gd name="connsiteX6" fmla="*/ 49821 w 64230"/>
                <a:gd name="connsiteY6" fmla="*/ 94142 h 94142"/>
                <a:gd name="connsiteX7" fmla="*/ 49821 w 64230"/>
                <a:gd name="connsiteY7" fmla="*/ 54962 h 94142"/>
                <a:gd name="connsiteX8" fmla="*/ 32226 w 64230"/>
                <a:gd name="connsiteY8" fmla="*/ 35520 h 94142"/>
                <a:gd name="connsiteX9" fmla="*/ 14520 w 64230"/>
                <a:gd name="connsiteY9" fmla="*/ 54962 h 94142"/>
                <a:gd name="connsiteX10" fmla="*/ 14520 w 64230"/>
                <a:gd name="connsiteY10" fmla="*/ 94142 h 94142"/>
                <a:gd name="connsiteX11" fmla="*/ 0 w 64230"/>
                <a:gd name="connsiteY11" fmla="*/ 94142 h 94142"/>
                <a:gd name="connsiteX12" fmla="*/ 0 w 64230"/>
                <a:gd name="connsiteY12" fmla="*/ 37 h 9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0" h="94142">
                  <a:moveTo>
                    <a:pt x="0" y="0"/>
                  </a:moveTo>
                  <a:lnTo>
                    <a:pt x="14520" y="0"/>
                  </a:lnTo>
                  <a:lnTo>
                    <a:pt x="14520" y="32194"/>
                  </a:lnTo>
                  <a:cubicBezTo>
                    <a:pt x="19373" y="26354"/>
                    <a:pt x="27263" y="22916"/>
                    <a:pt x="36301" y="22916"/>
                  </a:cubicBezTo>
                  <a:cubicBezTo>
                    <a:pt x="51969" y="22916"/>
                    <a:pt x="64230" y="33229"/>
                    <a:pt x="64230" y="52819"/>
                  </a:cubicBezTo>
                  <a:lnTo>
                    <a:pt x="64230" y="94142"/>
                  </a:lnTo>
                  <a:lnTo>
                    <a:pt x="49821" y="94142"/>
                  </a:lnTo>
                  <a:lnTo>
                    <a:pt x="49821" y="54962"/>
                  </a:lnTo>
                  <a:cubicBezTo>
                    <a:pt x="49821" y="42100"/>
                    <a:pt x="42820" y="35520"/>
                    <a:pt x="32226" y="35520"/>
                  </a:cubicBezTo>
                  <a:cubicBezTo>
                    <a:pt x="21632" y="35520"/>
                    <a:pt x="14520" y="42137"/>
                    <a:pt x="14520" y="54962"/>
                  </a:cubicBezTo>
                  <a:lnTo>
                    <a:pt x="14520" y="94142"/>
                  </a:lnTo>
                  <a:lnTo>
                    <a:pt x="0" y="94142"/>
                  </a:lnTo>
                  <a:lnTo>
                    <a:pt x="0" y="37"/>
                  </a:lnTo>
                  <a:close/>
                </a:path>
              </a:pathLst>
            </a:custGeom>
            <a:grpFill/>
            <a:ln w="3692" cap="flat">
              <a:noFill/>
              <a:prstDash val="solid"/>
              <a:miter/>
            </a:ln>
          </p:spPr>
          <p:txBody>
            <a:bodyPr rtlCol="0" anchor="ctr"/>
            <a:lstStyle/>
            <a:p>
              <a:endParaRPr lang="en-US">
                <a:solidFill>
                  <a:schemeClr val="bg2"/>
                </a:solidFill>
              </a:endParaRPr>
            </a:p>
          </p:txBody>
        </p:sp>
        <p:sp>
          <p:nvSpPr>
            <p:cNvPr id="55" name="Freeform 54">
              <a:extLst>
                <a:ext uri="{FF2B5EF4-FFF2-40B4-BE49-F238E27FC236}">
                  <a16:creationId xmlns:a16="http://schemas.microsoft.com/office/drawing/2014/main" id="{0A968353-E2E9-B606-DBB0-6A853281E5FE}"/>
                </a:ext>
              </a:extLst>
            </p:cNvPr>
            <p:cNvSpPr/>
            <p:nvPr/>
          </p:nvSpPr>
          <p:spPr>
            <a:xfrm>
              <a:off x="3360420"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bg2"/>
                </a:solidFill>
              </a:endParaRPr>
            </a:p>
          </p:txBody>
        </p:sp>
        <p:sp>
          <p:nvSpPr>
            <p:cNvPr id="56" name="Freeform 55">
              <a:extLst>
                <a:ext uri="{FF2B5EF4-FFF2-40B4-BE49-F238E27FC236}">
                  <a16:creationId xmlns:a16="http://schemas.microsoft.com/office/drawing/2014/main" id="{5E39B0CF-2DBE-B016-8F4E-CC729BB0C058}"/>
                </a:ext>
              </a:extLst>
            </p:cNvPr>
            <p:cNvSpPr/>
            <p:nvPr/>
          </p:nvSpPr>
          <p:spPr>
            <a:xfrm>
              <a:off x="3474916" y="6012282"/>
              <a:ext cx="61896" cy="90445"/>
            </a:xfrm>
            <a:custGeom>
              <a:avLst/>
              <a:gdLst>
                <a:gd name="connsiteX0" fmla="*/ 31337 w 61896"/>
                <a:gd name="connsiteY0" fmla="*/ 90446 h 90445"/>
                <a:gd name="connsiteX1" fmla="*/ 0 w 61896"/>
                <a:gd name="connsiteY1" fmla="*/ 65127 h 90445"/>
                <a:gd name="connsiteX2" fmla="*/ 15558 w 61896"/>
                <a:gd name="connsiteY2" fmla="*/ 65127 h 90445"/>
                <a:gd name="connsiteX3" fmla="*/ 31374 w 61896"/>
                <a:gd name="connsiteY3" fmla="*/ 78211 h 90445"/>
                <a:gd name="connsiteX4" fmla="*/ 47302 w 61896"/>
                <a:gd name="connsiteY4" fmla="*/ 65238 h 90445"/>
                <a:gd name="connsiteX5" fmla="*/ 259 w 61896"/>
                <a:gd name="connsiteY5" fmla="*/ 25171 h 90445"/>
                <a:gd name="connsiteX6" fmla="*/ 30708 w 61896"/>
                <a:gd name="connsiteY6" fmla="*/ 0 h 90445"/>
                <a:gd name="connsiteX7" fmla="*/ 60934 w 61896"/>
                <a:gd name="connsiteY7" fmla="*/ 24025 h 90445"/>
                <a:gd name="connsiteX8" fmla="*/ 44857 w 61896"/>
                <a:gd name="connsiteY8" fmla="*/ 24025 h 90445"/>
                <a:gd name="connsiteX9" fmla="*/ 29930 w 61896"/>
                <a:gd name="connsiteY9" fmla="*/ 12308 h 90445"/>
                <a:gd name="connsiteX10" fmla="*/ 15002 w 61896"/>
                <a:gd name="connsiteY10" fmla="*/ 24654 h 90445"/>
                <a:gd name="connsiteX11" fmla="*/ 61897 w 61896"/>
                <a:gd name="connsiteY11" fmla="*/ 64462 h 90445"/>
                <a:gd name="connsiteX12" fmla="*/ 31300 w 61896"/>
                <a:gd name="connsiteY12" fmla="*/ 90409 h 9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896" h="90445">
                  <a:moveTo>
                    <a:pt x="31337" y="90446"/>
                  </a:moveTo>
                  <a:cubicBezTo>
                    <a:pt x="13631" y="90446"/>
                    <a:pt x="0" y="80762"/>
                    <a:pt x="0" y="65127"/>
                  </a:cubicBezTo>
                  <a:lnTo>
                    <a:pt x="15558" y="65127"/>
                  </a:lnTo>
                  <a:cubicBezTo>
                    <a:pt x="16187" y="72372"/>
                    <a:pt x="21299" y="78211"/>
                    <a:pt x="31374" y="78211"/>
                  </a:cubicBezTo>
                  <a:cubicBezTo>
                    <a:pt x="41450" y="78211"/>
                    <a:pt x="47302" y="72741"/>
                    <a:pt x="47302" y="65238"/>
                  </a:cubicBezTo>
                  <a:cubicBezTo>
                    <a:pt x="47302" y="43874"/>
                    <a:pt x="259" y="57735"/>
                    <a:pt x="259" y="25171"/>
                  </a:cubicBezTo>
                  <a:cubicBezTo>
                    <a:pt x="259" y="9647"/>
                    <a:pt x="12631" y="0"/>
                    <a:pt x="30708" y="0"/>
                  </a:cubicBezTo>
                  <a:cubicBezTo>
                    <a:pt x="47673" y="0"/>
                    <a:pt x="59637" y="8908"/>
                    <a:pt x="60934" y="24025"/>
                  </a:cubicBezTo>
                  <a:lnTo>
                    <a:pt x="44857" y="24025"/>
                  </a:lnTo>
                  <a:cubicBezTo>
                    <a:pt x="44339" y="18037"/>
                    <a:pt x="39116" y="12567"/>
                    <a:pt x="29930" y="12308"/>
                  </a:cubicBezTo>
                  <a:cubicBezTo>
                    <a:pt x="21521" y="12050"/>
                    <a:pt x="15002" y="16115"/>
                    <a:pt x="15002" y="24654"/>
                  </a:cubicBezTo>
                  <a:cubicBezTo>
                    <a:pt x="15002" y="44613"/>
                    <a:pt x="61897" y="32157"/>
                    <a:pt x="61897" y="64462"/>
                  </a:cubicBezTo>
                  <a:cubicBezTo>
                    <a:pt x="61897" y="77694"/>
                    <a:pt x="51080" y="90409"/>
                    <a:pt x="31300" y="90409"/>
                  </a:cubicBezTo>
                  <a:close/>
                </a:path>
              </a:pathLst>
            </a:custGeom>
            <a:grpFill/>
            <a:ln w="3692" cap="flat">
              <a:noFill/>
              <a:prstDash val="solid"/>
              <a:miter/>
            </a:ln>
          </p:spPr>
          <p:txBody>
            <a:bodyPr rtlCol="0" anchor="ctr"/>
            <a:lstStyle/>
            <a:p>
              <a:endParaRPr lang="en-US">
                <a:solidFill>
                  <a:schemeClr val="bg2"/>
                </a:solidFill>
              </a:endParaRPr>
            </a:p>
          </p:txBody>
        </p:sp>
        <p:sp>
          <p:nvSpPr>
            <p:cNvPr id="57" name="Freeform 56">
              <a:extLst>
                <a:ext uri="{FF2B5EF4-FFF2-40B4-BE49-F238E27FC236}">
                  <a16:creationId xmlns:a16="http://schemas.microsoft.com/office/drawing/2014/main" id="{DA8DAAB9-4006-3C4E-536E-730468A649EA}"/>
                </a:ext>
              </a:extLst>
            </p:cNvPr>
            <p:cNvSpPr/>
            <p:nvPr/>
          </p:nvSpPr>
          <p:spPr>
            <a:xfrm>
              <a:off x="3552073" y="6030615"/>
              <a:ext cx="72008" cy="104565"/>
            </a:xfrm>
            <a:custGeom>
              <a:avLst/>
              <a:gdLst>
                <a:gd name="connsiteX0" fmla="*/ 39005 w 72008"/>
                <a:gd name="connsiteY0" fmla="*/ 0 h 104565"/>
                <a:gd name="connsiteX1" fmla="*/ 72009 w 72008"/>
                <a:gd name="connsiteY1" fmla="*/ 35853 h 104565"/>
                <a:gd name="connsiteX2" fmla="*/ 39005 w 72008"/>
                <a:gd name="connsiteY2" fmla="*/ 72372 h 104565"/>
                <a:gd name="connsiteX3" fmla="*/ 14520 w 72008"/>
                <a:gd name="connsiteY3" fmla="*/ 61061 h 104565"/>
                <a:gd name="connsiteX4" fmla="*/ 14520 w 72008"/>
                <a:gd name="connsiteY4" fmla="*/ 104565 h 104565"/>
                <a:gd name="connsiteX5" fmla="*/ 0 w 72008"/>
                <a:gd name="connsiteY5" fmla="*/ 104565 h 104565"/>
                <a:gd name="connsiteX6" fmla="*/ 0 w 72008"/>
                <a:gd name="connsiteY6" fmla="*/ 1183 h 104565"/>
                <a:gd name="connsiteX7" fmla="*/ 14520 w 72008"/>
                <a:gd name="connsiteY7" fmla="*/ 1183 h 104565"/>
                <a:gd name="connsiteX8" fmla="*/ 14520 w 72008"/>
                <a:gd name="connsiteY8" fmla="*/ 11495 h 104565"/>
                <a:gd name="connsiteX9" fmla="*/ 39005 w 72008"/>
                <a:gd name="connsiteY9" fmla="*/ 37 h 104565"/>
                <a:gd name="connsiteX10" fmla="*/ 35819 w 72008"/>
                <a:gd name="connsiteY10" fmla="*/ 12604 h 104565"/>
                <a:gd name="connsiteX11" fmla="*/ 14520 w 72008"/>
                <a:gd name="connsiteY11" fmla="*/ 36149 h 104565"/>
                <a:gd name="connsiteX12" fmla="*/ 35819 w 72008"/>
                <a:gd name="connsiteY12" fmla="*/ 59804 h 104565"/>
                <a:gd name="connsiteX13" fmla="*/ 57229 w 72008"/>
                <a:gd name="connsiteY13" fmla="*/ 35890 h 104565"/>
                <a:gd name="connsiteX14" fmla="*/ 35819 w 72008"/>
                <a:gd name="connsiteY14" fmla="*/ 12604 h 10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008" h="104565">
                  <a:moveTo>
                    <a:pt x="39005" y="0"/>
                  </a:moveTo>
                  <a:cubicBezTo>
                    <a:pt x="57489" y="0"/>
                    <a:pt x="72009" y="14230"/>
                    <a:pt x="72009" y="35853"/>
                  </a:cubicBezTo>
                  <a:cubicBezTo>
                    <a:pt x="72009" y="57476"/>
                    <a:pt x="57489" y="72372"/>
                    <a:pt x="39005" y="72372"/>
                  </a:cubicBezTo>
                  <a:cubicBezTo>
                    <a:pt x="27411" y="72372"/>
                    <a:pt x="19113" y="66532"/>
                    <a:pt x="14520" y="61061"/>
                  </a:cubicBezTo>
                  <a:lnTo>
                    <a:pt x="14520" y="104565"/>
                  </a:lnTo>
                  <a:lnTo>
                    <a:pt x="0" y="104565"/>
                  </a:lnTo>
                  <a:lnTo>
                    <a:pt x="0" y="1183"/>
                  </a:lnTo>
                  <a:lnTo>
                    <a:pt x="14520" y="1183"/>
                  </a:lnTo>
                  <a:lnTo>
                    <a:pt x="14520" y="11495"/>
                  </a:lnTo>
                  <a:cubicBezTo>
                    <a:pt x="18965" y="5655"/>
                    <a:pt x="27522" y="37"/>
                    <a:pt x="39005" y="37"/>
                  </a:cubicBezTo>
                  <a:close/>
                  <a:moveTo>
                    <a:pt x="35819" y="12604"/>
                  </a:moveTo>
                  <a:cubicBezTo>
                    <a:pt x="25003" y="12604"/>
                    <a:pt x="14520" y="21142"/>
                    <a:pt x="14520" y="36149"/>
                  </a:cubicBezTo>
                  <a:cubicBezTo>
                    <a:pt x="14520" y="51155"/>
                    <a:pt x="24966" y="59804"/>
                    <a:pt x="35819" y="59804"/>
                  </a:cubicBezTo>
                  <a:cubicBezTo>
                    <a:pt x="46672" y="59804"/>
                    <a:pt x="57229" y="51044"/>
                    <a:pt x="57229" y="35890"/>
                  </a:cubicBezTo>
                  <a:cubicBezTo>
                    <a:pt x="57229" y="20736"/>
                    <a:pt x="46784" y="12604"/>
                    <a:pt x="35819" y="12604"/>
                  </a:cubicBezTo>
                  <a:close/>
                </a:path>
              </a:pathLst>
            </a:custGeom>
            <a:grpFill/>
            <a:ln w="3692" cap="flat">
              <a:noFill/>
              <a:prstDash val="solid"/>
              <a:miter/>
            </a:ln>
          </p:spPr>
          <p:txBody>
            <a:bodyPr rtlCol="0" anchor="ctr"/>
            <a:lstStyle/>
            <a:p>
              <a:endParaRPr lang="en-US">
                <a:solidFill>
                  <a:schemeClr val="bg2"/>
                </a:solidFill>
              </a:endParaRPr>
            </a:p>
          </p:txBody>
        </p:sp>
        <p:sp>
          <p:nvSpPr>
            <p:cNvPr id="58" name="Freeform 57">
              <a:extLst>
                <a:ext uri="{FF2B5EF4-FFF2-40B4-BE49-F238E27FC236}">
                  <a16:creationId xmlns:a16="http://schemas.microsoft.com/office/drawing/2014/main" id="{64D6C2A4-D752-E5EB-F760-204E7B567589}"/>
                </a:ext>
              </a:extLst>
            </p:cNvPr>
            <p:cNvSpPr/>
            <p:nvPr/>
          </p:nvSpPr>
          <p:spPr>
            <a:xfrm>
              <a:off x="363319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bg2"/>
                </a:solidFill>
              </a:endParaRPr>
            </a:p>
          </p:txBody>
        </p:sp>
        <p:sp>
          <p:nvSpPr>
            <p:cNvPr id="59" name="Freeform 58">
              <a:extLst>
                <a:ext uri="{FF2B5EF4-FFF2-40B4-BE49-F238E27FC236}">
                  <a16:creationId xmlns:a16="http://schemas.microsoft.com/office/drawing/2014/main" id="{D11B0ACF-D807-5A60-CB14-DD53DA5505ED}"/>
                </a:ext>
              </a:extLst>
            </p:cNvPr>
            <p:cNvSpPr/>
            <p:nvPr/>
          </p:nvSpPr>
          <p:spPr>
            <a:xfrm>
              <a:off x="3711463" y="6030615"/>
              <a:ext cx="66786" cy="72408"/>
            </a:xfrm>
            <a:custGeom>
              <a:avLst/>
              <a:gdLst>
                <a:gd name="connsiteX0" fmla="*/ 34412 w 66786"/>
                <a:gd name="connsiteY0" fmla="*/ 0 h 72408"/>
                <a:gd name="connsiteX1" fmla="*/ 66786 w 66786"/>
                <a:gd name="connsiteY1" fmla="*/ 23286 h 72408"/>
                <a:gd name="connsiteX2" fmla="*/ 51118 w 66786"/>
                <a:gd name="connsiteY2" fmla="*/ 23286 h 72408"/>
                <a:gd name="connsiteX3" fmla="*/ 34412 w 66786"/>
                <a:gd name="connsiteY3" fmla="*/ 12234 h 72408"/>
                <a:gd name="connsiteX4" fmla="*/ 14928 w 66786"/>
                <a:gd name="connsiteY4" fmla="*/ 36149 h 72408"/>
                <a:gd name="connsiteX5" fmla="*/ 34412 w 66786"/>
                <a:gd name="connsiteY5" fmla="*/ 60174 h 72408"/>
                <a:gd name="connsiteX6" fmla="*/ 51118 w 66786"/>
                <a:gd name="connsiteY6" fmla="*/ 49122 h 72408"/>
                <a:gd name="connsiteX7" fmla="*/ 66786 w 66786"/>
                <a:gd name="connsiteY7" fmla="*/ 49122 h 72408"/>
                <a:gd name="connsiteX8" fmla="*/ 34412 w 66786"/>
                <a:gd name="connsiteY8" fmla="*/ 72408 h 72408"/>
                <a:gd name="connsiteX9" fmla="*/ 0 w 66786"/>
                <a:gd name="connsiteY9" fmla="*/ 36149 h 72408"/>
                <a:gd name="connsiteX10" fmla="*/ 34412 w 66786"/>
                <a:gd name="connsiteY10" fmla="*/ 37 h 7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86" h="72408">
                  <a:moveTo>
                    <a:pt x="34412" y="0"/>
                  </a:moveTo>
                  <a:cubicBezTo>
                    <a:pt x="51599" y="0"/>
                    <a:pt x="62823" y="8501"/>
                    <a:pt x="66786" y="23286"/>
                  </a:cubicBezTo>
                  <a:lnTo>
                    <a:pt x="51118" y="23286"/>
                  </a:lnTo>
                  <a:cubicBezTo>
                    <a:pt x="48710" y="16559"/>
                    <a:pt x="43079" y="12234"/>
                    <a:pt x="34412" y="12234"/>
                  </a:cubicBezTo>
                  <a:cubicBezTo>
                    <a:pt x="22670" y="12234"/>
                    <a:pt x="14928" y="20884"/>
                    <a:pt x="14928" y="36149"/>
                  </a:cubicBezTo>
                  <a:cubicBezTo>
                    <a:pt x="14928" y="51414"/>
                    <a:pt x="22707" y="60174"/>
                    <a:pt x="34412" y="60174"/>
                  </a:cubicBezTo>
                  <a:cubicBezTo>
                    <a:pt x="43079" y="60174"/>
                    <a:pt x="48413" y="56367"/>
                    <a:pt x="51118" y="49122"/>
                  </a:cubicBezTo>
                  <a:lnTo>
                    <a:pt x="66786" y="49122"/>
                  </a:lnTo>
                  <a:cubicBezTo>
                    <a:pt x="62823" y="62872"/>
                    <a:pt x="51636" y="72408"/>
                    <a:pt x="34412" y="72408"/>
                  </a:cubicBezTo>
                  <a:cubicBezTo>
                    <a:pt x="14261" y="72408"/>
                    <a:pt x="0" y="58178"/>
                    <a:pt x="0" y="36149"/>
                  </a:cubicBezTo>
                  <a:cubicBezTo>
                    <a:pt x="0" y="14119"/>
                    <a:pt x="14261" y="37"/>
                    <a:pt x="34412" y="37"/>
                  </a:cubicBezTo>
                  <a:close/>
                </a:path>
              </a:pathLst>
            </a:custGeom>
            <a:grpFill/>
            <a:ln w="3692" cap="flat">
              <a:noFill/>
              <a:prstDash val="solid"/>
              <a:miter/>
            </a:ln>
          </p:spPr>
          <p:txBody>
            <a:bodyPr rtlCol="0" anchor="ctr"/>
            <a:lstStyle/>
            <a:p>
              <a:endParaRPr lang="en-US">
                <a:solidFill>
                  <a:schemeClr val="bg2"/>
                </a:solidFill>
              </a:endParaRPr>
            </a:p>
          </p:txBody>
        </p:sp>
        <p:sp>
          <p:nvSpPr>
            <p:cNvPr id="60" name="Freeform 59">
              <a:extLst>
                <a:ext uri="{FF2B5EF4-FFF2-40B4-BE49-F238E27FC236}">
                  <a16:creationId xmlns:a16="http://schemas.microsoft.com/office/drawing/2014/main" id="{29B19BFB-A994-210C-F173-C098518E4F56}"/>
                </a:ext>
              </a:extLst>
            </p:cNvPr>
            <p:cNvSpPr/>
            <p:nvPr/>
          </p:nvSpPr>
          <p:spPr>
            <a:xfrm>
              <a:off x="3789066" y="6003891"/>
              <a:ext cx="18483" cy="97949"/>
            </a:xfrm>
            <a:custGeom>
              <a:avLst/>
              <a:gdLst>
                <a:gd name="connsiteX0" fmla="*/ 0 w 18483"/>
                <a:gd name="connsiteY0" fmla="*/ 9277 h 97949"/>
                <a:gd name="connsiteX1" fmla="*/ 9297 w 18483"/>
                <a:gd name="connsiteY1" fmla="*/ 0 h 97949"/>
                <a:gd name="connsiteX2" fmla="*/ 18484 w 18483"/>
                <a:gd name="connsiteY2" fmla="*/ 9277 h 97949"/>
                <a:gd name="connsiteX3" fmla="*/ 9297 w 18483"/>
                <a:gd name="connsiteY3" fmla="*/ 18555 h 97949"/>
                <a:gd name="connsiteX4" fmla="*/ 0 w 18483"/>
                <a:gd name="connsiteY4" fmla="*/ 9277 h 97949"/>
                <a:gd name="connsiteX5" fmla="*/ 1926 w 18483"/>
                <a:gd name="connsiteY5" fmla="*/ 27869 h 97949"/>
                <a:gd name="connsiteX6" fmla="*/ 16446 w 18483"/>
                <a:gd name="connsiteY6" fmla="*/ 27869 h 97949"/>
                <a:gd name="connsiteX7" fmla="*/ 16446 w 18483"/>
                <a:gd name="connsiteY7" fmla="*/ 97949 h 97949"/>
                <a:gd name="connsiteX8" fmla="*/ 1926 w 18483"/>
                <a:gd name="connsiteY8" fmla="*/ 97949 h 97949"/>
                <a:gd name="connsiteX9" fmla="*/ 1926 w 18483"/>
                <a:gd name="connsiteY9" fmla="*/ 27869 h 97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83" h="97949">
                  <a:moveTo>
                    <a:pt x="0" y="9277"/>
                  </a:moveTo>
                  <a:cubicBezTo>
                    <a:pt x="0" y="4066"/>
                    <a:pt x="4075" y="0"/>
                    <a:pt x="9297" y="0"/>
                  </a:cubicBezTo>
                  <a:cubicBezTo>
                    <a:pt x="14520" y="0"/>
                    <a:pt x="18484" y="4066"/>
                    <a:pt x="18484" y="9277"/>
                  </a:cubicBezTo>
                  <a:cubicBezTo>
                    <a:pt x="18484" y="14489"/>
                    <a:pt x="14409" y="18555"/>
                    <a:pt x="9297" y="18555"/>
                  </a:cubicBezTo>
                  <a:cubicBezTo>
                    <a:pt x="4186" y="18555"/>
                    <a:pt x="0" y="14489"/>
                    <a:pt x="0" y="9277"/>
                  </a:cubicBezTo>
                  <a:close/>
                  <a:moveTo>
                    <a:pt x="1926" y="27869"/>
                  </a:moveTo>
                  <a:lnTo>
                    <a:pt x="16446" y="27869"/>
                  </a:lnTo>
                  <a:lnTo>
                    <a:pt x="16446" y="97949"/>
                  </a:lnTo>
                  <a:lnTo>
                    <a:pt x="1926" y="97949"/>
                  </a:lnTo>
                  <a:lnTo>
                    <a:pt x="1926" y="27869"/>
                  </a:lnTo>
                  <a:close/>
                </a:path>
              </a:pathLst>
            </a:custGeom>
            <a:grpFill/>
            <a:ln w="3692" cap="flat">
              <a:noFill/>
              <a:prstDash val="solid"/>
              <a:miter/>
            </a:ln>
          </p:spPr>
          <p:txBody>
            <a:bodyPr rtlCol="0" anchor="ctr"/>
            <a:lstStyle/>
            <a:p>
              <a:endParaRPr lang="en-US">
                <a:solidFill>
                  <a:schemeClr val="bg2"/>
                </a:solidFill>
              </a:endParaRPr>
            </a:p>
          </p:txBody>
        </p:sp>
        <p:sp>
          <p:nvSpPr>
            <p:cNvPr id="61" name="Freeform 60">
              <a:extLst>
                <a:ext uri="{FF2B5EF4-FFF2-40B4-BE49-F238E27FC236}">
                  <a16:creationId xmlns:a16="http://schemas.microsoft.com/office/drawing/2014/main" id="{1786DD6F-999F-7A69-D9BE-92F623576A25}"/>
                </a:ext>
              </a:extLst>
            </p:cNvPr>
            <p:cNvSpPr/>
            <p:nvPr/>
          </p:nvSpPr>
          <p:spPr>
            <a:xfrm>
              <a:off x="3818328"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bg2"/>
                </a:solidFill>
              </a:endParaRPr>
            </a:p>
          </p:txBody>
        </p:sp>
        <p:sp>
          <p:nvSpPr>
            <p:cNvPr id="62" name="Freeform 61">
              <a:extLst>
                <a:ext uri="{FF2B5EF4-FFF2-40B4-BE49-F238E27FC236}">
                  <a16:creationId xmlns:a16="http://schemas.microsoft.com/office/drawing/2014/main" id="{1237BA44-7288-A6B2-1412-CFFDFFD5C984}"/>
                </a:ext>
              </a:extLst>
            </p:cNvPr>
            <p:cNvSpPr/>
            <p:nvPr/>
          </p:nvSpPr>
          <p:spPr>
            <a:xfrm>
              <a:off x="3907969"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63" name="Freeform 62">
              <a:extLst>
                <a:ext uri="{FF2B5EF4-FFF2-40B4-BE49-F238E27FC236}">
                  <a16:creationId xmlns:a16="http://schemas.microsoft.com/office/drawing/2014/main" id="{38E85D9E-FEE3-AB6D-A3FF-8EAFA2F9693B}"/>
                </a:ext>
              </a:extLst>
            </p:cNvPr>
            <p:cNvSpPr/>
            <p:nvPr/>
          </p:nvSpPr>
          <p:spPr>
            <a:xfrm>
              <a:off x="3933935"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bg2"/>
                </a:solidFill>
              </a:endParaRPr>
            </a:p>
          </p:txBody>
        </p:sp>
        <p:sp>
          <p:nvSpPr>
            <p:cNvPr id="64" name="Freeform 63">
              <a:extLst>
                <a:ext uri="{FF2B5EF4-FFF2-40B4-BE49-F238E27FC236}">
                  <a16:creationId xmlns:a16="http://schemas.microsoft.com/office/drawing/2014/main" id="{A938D25E-3C48-7646-3E21-32FC07EAFF5D}"/>
                </a:ext>
              </a:extLst>
            </p:cNvPr>
            <p:cNvSpPr/>
            <p:nvPr/>
          </p:nvSpPr>
          <p:spPr>
            <a:xfrm>
              <a:off x="3980460" y="6031761"/>
              <a:ext cx="71527" cy="103013"/>
            </a:xfrm>
            <a:custGeom>
              <a:avLst/>
              <a:gdLst>
                <a:gd name="connsiteX0" fmla="*/ 56488 w 71527"/>
                <a:gd name="connsiteY0" fmla="*/ 0 h 103013"/>
                <a:gd name="connsiteX1" fmla="*/ 71527 w 71527"/>
                <a:gd name="connsiteY1" fmla="*/ 0 h 103013"/>
                <a:gd name="connsiteX2" fmla="*/ 28448 w 71527"/>
                <a:gd name="connsiteY2" fmla="*/ 103013 h 103013"/>
                <a:gd name="connsiteX3" fmla="*/ 13409 w 71527"/>
                <a:gd name="connsiteY3" fmla="*/ 103013 h 103013"/>
                <a:gd name="connsiteX4" fmla="*/ 27670 w 71527"/>
                <a:gd name="connsiteY4" fmla="*/ 68934 h 103013"/>
                <a:gd name="connsiteX5" fmla="*/ 0 w 71527"/>
                <a:gd name="connsiteY5" fmla="*/ 0 h 103013"/>
                <a:gd name="connsiteX6" fmla="*/ 16187 w 71527"/>
                <a:gd name="connsiteY6" fmla="*/ 0 h 103013"/>
                <a:gd name="connsiteX7" fmla="*/ 35930 w 71527"/>
                <a:gd name="connsiteY7" fmla="*/ 53410 h 103013"/>
                <a:gd name="connsiteX8" fmla="*/ 56451 w 71527"/>
                <a:gd name="connsiteY8" fmla="*/ 0 h 10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 h="103013">
                  <a:moveTo>
                    <a:pt x="56488" y="0"/>
                  </a:moveTo>
                  <a:lnTo>
                    <a:pt x="71527" y="0"/>
                  </a:lnTo>
                  <a:lnTo>
                    <a:pt x="28448" y="103013"/>
                  </a:lnTo>
                  <a:lnTo>
                    <a:pt x="13409" y="103013"/>
                  </a:lnTo>
                  <a:lnTo>
                    <a:pt x="27670" y="68934"/>
                  </a:lnTo>
                  <a:lnTo>
                    <a:pt x="0" y="0"/>
                  </a:lnTo>
                  <a:lnTo>
                    <a:pt x="16187" y="0"/>
                  </a:lnTo>
                  <a:lnTo>
                    <a:pt x="35930" y="53410"/>
                  </a:lnTo>
                  <a:lnTo>
                    <a:pt x="56451" y="0"/>
                  </a:lnTo>
                  <a:close/>
                </a:path>
              </a:pathLst>
            </a:custGeom>
            <a:grpFill/>
            <a:ln w="3692" cap="flat">
              <a:noFill/>
              <a:prstDash val="solid"/>
              <a:miter/>
            </a:ln>
          </p:spPr>
          <p:txBody>
            <a:bodyPr rtlCol="0" anchor="ctr"/>
            <a:lstStyle/>
            <a:p>
              <a:endParaRPr lang="en-US">
                <a:solidFill>
                  <a:schemeClr val="bg2"/>
                </a:solidFill>
              </a:endParaRPr>
            </a:p>
          </p:txBody>
        </p:sp>
        <p:sp>
          <p:nvSpPr>
            <p:cNvPr id="65" name="Freeform 64">
              <a:extLst>
                <a:ext uri="{FF2B5EF4-FFF2-40B4-BE49-F238E27FC236}">
                  <a16:creationId xmlns:a16="http://schemas.microsoft.com/office/drawing/2014/main" id="{D335C978-2248-9B38-B9EB-E1B3E01DBB5F}"/>
                </a:ext>
              </a:extLst>
            </p:cNvPr>
            <p:cNvSpPr/>
            <p:nvPr/>
          </p:nvSpPr>
          <p:spPr>
            <a:xfrm>
              <a:off x="4091251" y="6012282"/>
              <a:ext cx="86380" cy="90298"/>
            </a:xfrm>
            <a:custGeom>
              <a:avLst/>
              <a:gdLst>
                <a:gd name="connsiteX0" fmla="*/ 45228 w 86380"/>
                <a:gd name="connsiteY0" fmla="*/ 0 h 90298"/>
                <a:gd name="connsiteX1" fmla="*/ 86381 w 86380"/>
                <a:gd name="connsiteY1" fmla="*/ 26576 h 90298"/>
                <a:gd name="connsiteX2" fmla="*/ 68934 w 86380"/>
                <a:gd name="connsiteY2" fmla="*/ 26576 h 90298"/>
                <a:gd name="connsiteX3" fmla="*/ 45228 w 86380"/>
                <a:gd name="connsiteY3" fmla="*/ 12715 h 90298"/>
                <a:gd name="connsiteX4" fmla="*/ 14891 w 86380"/>
                <a:gd name="connsiteY4" fmla="*/ 45131 h 90298"/>
                <a:gd name="connsiteX5" fmla="*/ 45228 w 86380"/>
                <a:gd name="connsiteY5" fmla="*/ 77694 h 90298"/>
                <a:gd name="connsiteX6" fmla="*/ 68934 w 86380"/>
                <a:gd name="connsiteY6" fmla="*/ 63833 h 90298"/>
                <a:gd name="connsiteX7" fmla="*/ 86381 w 86380"/>
                <a:gd name="connsiteY7" fmla="*/ 63833 h 90298"/>
                <a:gd name="connsiteX8" fmla="*/ 45228 w 86380"/>
                <a:gd name="connsiteY8" fmla="*/ 90298 h 90298"/>
                <a:gd name="connsiteX9" fmla="*/ 0 w 86380"/>
                <a:gd name="connsiteY9" fmla="*/ 45168 h 90298"/>
                <a:gd name="connsiteX10" fmla="*/ 45228 w 86380"/>
                <a:gd name="connsiteY10" fmla="*/ 37 h 9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 h="90298">
                  <a:moveTo>
                    <a:pt x="45228" y="0"/>
                  </a:moveTo>
                  <a:cubicBezTo>
                    <a:pt x="63712" y="0"/>
                    <a:pt x="79640" y="9277"/>
                    <a:pt x="86381" y="26576"/>
                  </a:cubicBezTo>
                  <a:lnTo>
                    <a:pt x="68934" y="26576"/>
                  </a:lnTo>
                  <a:cubicBezTo>
                    <a:pt x="64230" y="17150"/>
                    <a:pt x="55822" y="12715"/>
                    <a:pt x="45228" y="12715"/>
                  </a:cubicBezTo>
                  <a:cubicBezTo>
                    <a:pt x="27633" y="12715"/>
                    <a:pt x="14891" y="25171"/>
                    <a:pt x="14891" y="45131"/>
                  </a:cubicBezTo>
                  <a:cubicBezTo>
                    <a:pt x="14891" y="65090"/>
                    <a:pt x="27633" y="77694"/>
                    <a:pt x="45228" y="77694"/>
                  </a:cubicBezTo>
                  <a:cubicBezTo>
                    <a:pt x="55822" y="77694"/>
                    <a:pt x="64230" y="73259"/>
                    <a:pt x="68934" y="63833"/>
                  </a:cubicBezTo>
                  <a:lnTo>
                    <a:pt x="86381" y="63833"/>
                  </a:lnTo>
                  <a:cubicBezTo>
                    <a:pt x="79640" y="81132"/>
                    <a:pt x="63712" y="90298"/>
                    <a:pt x="45228" y="90298"/>
                  </a:cubicBezTo>
                  <a:cubicBezTo>
                    <a:pt x="20262" y="90298"/>
                    <a:pt x="0" y="71743"/>
                    <a:pt x="0" y="45168"/>
                  </a:cubicBezTo>
                  <a:cubicBezTo>
                    <a:pt x="0" y="18592"/>
                    <a:pt x="20262" y="37"/>
                    <a:pt x="45228" y="37"/>
                  </a:cubicBezTo>
                  <a:close/>
                </a:path>
              </a:pathLst>
            </a:custGeom>
            <a:grpFill/>
            <a:ln w="3692" cap="flat">
              <a:noFill/>
              <a:prstDash val="solid"/>
              <a:miter/>
            </a:ln>
          </p:spPr>
          <p:txBody>
            <a:bodyPr rtlCol="0" anchor="ctr"/>
            <a:lstStyle/>
            <a:p>
              <a:endParaRPr lang="en-US">
                <a:solidFill>
                  <a:schemeClr val="bg2"/>
                </a:solidFill>
              </a:endParaRPr>
            </a:p>
          </p:txBody>
        </p:sp>
        <p:sp>
          <p:nvSpPr>
            <p:cNvPr id="66" name="Freeform 65">
              <a:extLst>
                <a:ext uri="{FF2B5EF4-FFF2-40B4-BE49-F238E27FC236}">
                  <a16:creationId xmlns:a16="http://schemas.microsoft.com/office/drawing/2014/main" id="{C682AF1D-C4F9-A969-7E3E-595BBEAEF681}"/>
                </a:ext>
              </a:extLst>
            </p:cNvPr>
            <p:cNvSpPr/>
            <p:nvPr/>
          </p:nvSpPr>
          <p:spPr>
            <a:xfrm>
              <a:off x="4187300"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8" y="72372"/>
                    <a:pt x="0" y="57476"/>
                    <a:pt x="0" y="35853"/>
                  </a:cubicBezTo>
                  <a:cubicBezTo>
                    <a:pt x="0" y="14230"/>
                    <a:pt x="14668"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bg2"/>
                </a:solidFill>
              </a:endParaRPr>
            </a:p>
          </p:txBody>
        </p:sp>
        <p:sp>
          <p:nvSpPr>
            <p:cNvPr id="67" name="Freeform 66">
              <a:extLst>
                <a:ext uri="{FF2B5EF4-FFF2-40B4-BE49-F238E27FC236}">
                  <a16:creationId xmlns:a16="http://schemas.microsoft.com/office/drawing/2014/main" id="{8D706C2A-10BD-A847-FAAF-20F3B1EA193A}"/>
                </a:ext>
              </a:extLst>
            </p:cNvPr>
            <p:cNvSpPr/>
            <p:nvPr/>
          </p:nvSpPr>
          <p:spPr>
            <a:xfrm>
              <a:off x="4274422" y="6030615"/>
              <a:ext cx="35559" cy="71225"/>
            </a:xfrm>
            <a:custGeom>
              <a:avLst/>
              <a:gdLst>
                <a:gd name="connsiteX0" fmla="*/ 14520 w 35559"/>
                <a:gd name="connsiteY0" fmla="*/ 71226 h 71225"/>
                <a:gd name="connsiteX1" fmla="*/ 0 w 35559"/>
                <a:gd name="connsiteY1" fmla="*/ 71226 h 71225"/>
                <a:gd name="connsiteX2" fmla="*/ 0 w 35559"/>
                <a:gd name="connsiteY2" fmla="*/ 1146 h 71225"/>
                <a:gd name="connsiteX3" fmla="*/ 14520 w 35559"/>
                <a:gd name="connsiteY3" fmla="*/ 1146 h 71225"/>
                <a:gd name="connsiteX4" fmla="*/ 14520 w 35559"/>
                <a:gd name="connsiteY4" fmla="*/ 11310 h 71225"/>
                <a:gd name="connsiteX5" fmla="*/ 35560 w 35559"/>
                <a:gd name="connsiteY5" fmla="*/ 0 h 71225"/>
                <a:gd name="connsiteX6" fmla="*/ 35560 w 35559"/>
                <a:gd name="connsiteY6" fmla="*/ 15007 h 71225"/>
                <a:gd name="connsiteX7" fmla="*/ 31856 w 35559"/>
                <a:gd name="connsiteY7" fmla="*/ 15007 h 71225"/>
                <a:gd name="connsiteX8" fmla="*/ 14520 w 35559"/>
                <a:gd name="connsiteY8" fmla="*/ 34338 h 71225"/>
                <a:gd name="connsiteX9" fmla="*/ 14520 w 35559"/>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59"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bg2"/>
                </a:solidFill>
              </a:endParaRPr>
            </a:p>
          </p:txBody>
        </p:sp>
        <p:sp>
          <p:nvSpPr>
            <p:cNvPr id="68" name="Freeform 67">
              <a:extLst>
                <a:ext uri="{FF2B5EF4-FFF2-40B4-BE49-F238E27FC236}">
                  <a16:creationId xmlns:a16="http://schemas.microsoft.com/office/drawing/2014/main" id="{431717D1-A384-E44B-5836-D21AE8A96214}"/>
                </a:ext>
              </a:extLst>
            </p:cNvPr>
            <p:cNvSpPr/>
            <p:nvPr/>
          </p:nvSpPr>
          <p:spPr>
            <a:xfrm>
              <a:off x="431583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0 w 69193"/>
                <a:gd name="connsiteY8" fmla="*/ 50342 h 72371"/>
                <a:gd name="connsiteX9" fmla="*/ 34967 w 69193"/>
                <a:gd name="connsiteY9" fmla="*/ 72335 h 72371"/>
                <a:gd name="connsiteX10" fmla="*/ 15150 w 69193"/>
                <a:gd name="connsiteY10" fmla="*/ 29865 h 72371"/>
                <a:gd name="connsiteX11" fmla="*/ 54007 w 69193"/>
                <a:gd name="connsiteY11" fmla="*/ 29865 h 72371"/>
                <a:gd name="connsiteX12" fmla="*/ 34375 w 69193"/>
                <a:gd name="connsiteY12" fmla="*/ 12197 h 72371"/>
                <a:gd name="connsiteX13" fmla="*/ 15113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83" y="39143"/>
                    <a:pt x="68675" y="41582"/>
                  </a:cubicBezTo>
                  <a:lnTo>
                    <a:pt x="15002" y="41582"/>
                  </a:lnTo>
                  <a:cubicBezTo>
                    <a:pt x="16039" y="53151"/>
                    <a:pt x="24299" y="60137"/>
                    <a:pt x="35004" y="60137"/>
                  </a:cubicBezTo>
                  <a:cubicBezTo>
                    <a:pt x="43931" y="60137"/>
                    <a:pt x="48895" y="55813"/>
                    <a:pt x="51562" y="50342"/>
                  </a:cubicBezTo>
                  <a:lnTo>
                    <a:pt x="67230" y="50342"/>
                  </a:lnTo>
                  <a:cubicBezTo>
                    <a:pt x="63267" y="62540"/>
                    <a:pt x="52192" y="72335"/>
                    <a:pt x="34967" y="72335"/>
                  </a:cubicBezTo>
                  <a:close/>
                  <a:moveTo>
                    <a:pt x="15150" y="29865"/>
                  </a:moveTo>
                  <a:lnTo>
                    <a:pt x="54007" y="29865"/>
                  </a:lnTo>
                  <a:cubicBezTo>
                    <a:pt x="53747" y="19072"/>
                    <a:pt x="45228" y="12197"/>
                    <a:pt x="34375" y="12197"/>
                  </a:cubicBezTo>
                  <a:cubicBezTo>
                    <a:pt x="24559" y="12197"/>
                    <a:pt x="16669" y="18814"/>
                    <a:pt x="15113" y="29865"/>
                  </a:cubicBezTo>
                  <a:close/>
                </a:path>
              </a:pathLst>
            </a:custGeom>
            <a:grpFill/>
            <a:ln w="3692" cap="flat">
              <a:noFill/>
              <a:prstDash val="solid"/>
              <a:miter/>
            </a:ln>
          </p:spPr>
          <p:txBody>
            <a:bodyPr rtlCol="0" anchor="ctr"/>
            <a:lstStyle/>
            <a:p>
              <a:endParaRPr lang="en-US">
                <a:solidFill>
                  <a:schemeClr val="bg2"/>
                </a:solidFill>
              </a:endParaRPr>
            </a:p>
          </p:txBody>
        </p:sp>
        <p:sp>
          <p:nvSpPr>
            <p:cNvPr id="69" name="Freeform 68">
              <a:extLst>
                <a:ext uri="{FF2B5EF4-FFF2-40B4-BE49-F238E27FC236}">
                  <a16:creationId xmlns:a16="http://schemas.microsoft.com/office/drawing/2014/main" id="{BADD835F-F392-FA14-2286-D6806535A834}"/>
                </a:ext>
              </a:extLst>
            </p:cNvPr>
            <p:cNvSpPr/>
            <p:nvPr/>
          </p:nvSpPr>
          <p:spPr>
            <a:xfrm>
              <a:off x="4432442" y="6013428"/>
              <a:ext cx="61933" cy="88376"/>
            </a:xfrm>
            <a:custGeom>
              <a:avLst/>
              <a:gdLst>
                <a:gd name="connsiteX0" fmla="*/ 30596 w 61933"/>
                <a:gd name="connsiteY0" fmla="*/ 52523 h 88376"/>
                <a:gd name="connsiteX1" fmla="*/ 14520 w 61933"/>
                <a:gd name="connsiteY1" fmla="*/ 52523 h 88376"/>
                <a:gd name="connsiteX2" fmla="*/ 14520 w 61933"/>
                <a:gd name="connsiteY2" fmla="*/ 88376 h 88376"/>
                <a:gd name="connsiteX3" fmla="*/ 0 w 61933"/>
                <a:gd name="connsiteY3" fmla="*/ 88376 h 88376"/>
                <a:gd name="connsiteX4" fmla="*/ 0 w 61933"/>
                <a:gd name="connsiteY4" fmla="*/ 0 h 88376"/>
                <a:gd name="connsiteX5" fmla="*/ 30596 w 61933"/>
                <a:gd name="connsiteY5" fmla="*/ 0 h 88376"/>
                <a:gd name="connsiteX6" fmla="*/ 61933 w 61933"/>
                <a:gd name="connsiteY6" fmla="*/ 26317 h 88376"/>
                <a:gd name="connsiteX7" fmla="*/ 30596 w 61933"/>
                <a:gd name="connsiteY7" fmla="*/ 52523 h 88376"/>
                <a:gd name="connsiteX8" fmla="*/ 30596 w 61933"/>
                <a:gd name="connsiteY8" fmla="*/ 40695 h 88376"/>
                <a:gd name="connsiteX9" fmla="*/ 47043 w 61933"/>
                <a:gd name="connsiteY9" fmla="*/ 26317 h 88376"/>
                <a:gd name="connsiteX10" fmla="*/ 30596 w 61933"/>
                <a:gd name="connsiteY10" fmla="*/ 11828 h 88376"/>
                <a:gd name="connsiteX11" fmla="*/ 14520 w 61933"/>
                <a:gd name="connsiteY11" fmla="*/ 11828 h 88376"/>
                <a:gd name="connsiteX12" fmla="*/ 14520 w 61933"/>
                <a:gd name="connsiteY12" fmla="*/ 40695 h 88376"/>
                <a:gd name="connsiteX13" fmla="*/ 30596 w 61933"/>
                <a:gd name="connsiteY13" fmla="*/ 40695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933" h="88376">
                  <a:moveTo>
                    <a:pt x="30596" y="52523"/>
                  </a:moveTo>
                  <a:lnTo>
                    <a:pt x="14520" y="52523"/>
                  </a:lnTo>
                  <a:lnTo>
                    <a:pt x="14520" y="88376"/>
                  </a:lnTo>
                  <a:lnTo>
                    <a:pt x="0" y="88376"/>
                  </a:lnTo>
                  <a:lnTo>
                    <a:pt x="0" y="0"/>
                  </a:lnTo>
                  <a:lnTo>
                    <a:pt x="30596" y="0"/>
                  </a:lnTo>
                  <a:cubicBezTo>
                    <a:pt x="51636" y="0"/>
                    <a:pt x="61933" y="11939"/>
                    <a:pt x="61933" y="26317"/>
                  </a:cubicBezTo>
                  <a:cubicBezTo>
                    <a:pt x="61933" y="38921"/>
                    <a:pt x="53636" y="52523"/>
                    <a:pt x="30596" y="52523"/>
                  </a:cubicBezTo>
                  <a:close/>
                  <a:moveTo>
                    <a:pt x="30596" y="40695"/>
                  </a:moveTo>
                  <a:cubicBezTo>
                    <a:pt x="41931" y="40695"/>
                    <a:pt x="47043" y="35225"/>
                    <a:pt x="47043" y="26317"/>
                  </a:cubicBezTo>
                  <a:cubicBezTo>
                    <a:pt x="47043" y="17409"/>
                    <a:pt x="41931" y="11828"/>
                    <a:pt x="30596" y="11828"/>
                  </a:cubicBezTo>
                  <a:lnTo>
                    <a:pt x="14520" y="11828"/>
                  </a:lnTo>
                  <a:lnTo>
                    <a:pt x="14520" y="40695"/>
                  </a:lnTo>
                  <a:lnTo>
                    <a:pt x="30596" y="40695"/>
                  </a:lnTo>
                  <a:close/>
                </a:path>
              </a:pathLst>
            </a:custGeom>
            <a:grpFill/>
            <a:ln w="3692" cap="flat">
              <a:noFill/>
              <a:prstDash val="solid"/>
              <a:miter/>
            </a:ln>
          </p:spPr>
          <p:txBody>
            <a:bodyPr rtlCol="0" anchor="ctr"/>
            <a:lstStyle/>
            <a:p>
              <a:endParaRPr lang="en-US">
                <a:solidFill>
                  <a:schemeClr val="bg2"/>
                </a:solidFill>
              </a:endParaRPr>
            </a:p>
          </p:txBody>
        </p:sp>
        <p:sp>
          <p:nvSpPr>
            <p:cNvPr id="70" name="Freeform 69">
              <a:extLst>
                <a:ext uri="{FF2B5EF4-FFF2-40B4-BE49-F238E27FC236}">
                  <a16:creationId xmlns:a16="http://schemas.microsoft.com/office/drawing/2014/main" id="{F2089DEC-5172-F34D-6500-8CBB630C559B}"/>
                </a:ext>
              </a:extLst>
            </p:cNvPr>
            <p:cNvSpPr/>
            <p:nvPr/>
          </p:nvSpPr>
          <p:spPr>
            <a:xfrm>
              <a:off x="4505117"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71" name="Freeform 70">
              <a:extLst>
                <a:ext uri="{FF2B5EF4-FFF2-40B4-BE49-F238E27FC236}">
                  <a16:creationId xmlns:a16="http://schemas.microsoft.com/office/drawing/2014/main" id="{C68DA2A3-EA16-1C04-B669-8ABD24DC6E3B}"/>
                </a:ext>
              </a:extLst>
            </p:cNvPr>
            <p:cNvSpPr/>
            <p:nvPr/>
          </p:nvSpPr>
          <p:spPr>
            <a:xfrm>
              <a:off x="4532861"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190 w 72157"/>
                <a:gd name="connsiteY10" fmla="*/ 12604 h 72371"/>
                <a:gd name="connsiteX11" fmla="*/ 14891 w 72157"/>
                <a:gd name="connsiteY11" fmla="*/ 35890 h 72371"/>
                <a:gd name="connsiteX12" fmla="*/ 36190 w 72157"/>
                <a:gd name="connsiteY12" fmla="*/ 59804 h 72371"/>
                <a:gd name="connsiteX13" fmla="*/ 57489 w 72157"/>
                <a:gd name="connsiteY13" fmla="*/ 36149 h 72371"/>
                <a:gd name="connsiteX14" fmla="*/ 36190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190" y="12604"/>
                  </a:moveTo>
                  <a:cubicBezTo>
                    <a:pt x="25374" y="12604"/>
                    <a:pt x="14891" y="20736"/>
                    <a:pt x="14891" y="35890"/>
                  </a:cubicBezTo>
                  <a:cubicBezTo>
                    <a:pt x="14891" y="51044"/>
                    <a:pt x="25337" y="59804"/>
                    <a:pt x="36190" y="59804"/>
                  </a:cubicBezTo>
                  <a:cubicBezTo>
                    <a:pt x="47043" y="59804"/>
                    <a:pt x="57489" y="51266"/>
                    <a:pt x="57489" y="36149"/>
                  </a:cubicBezTo>
                  <a:cubicBezTo>
                    <a:pt x="57489" y="21031"/>
                    <a:pt x="47154" y="12604"/>
                    <a:pt x="36190" y="12604"/>
                  </a:cubicBezTo>
                  <a:close/>
                </a:path>
              </a:pathLst>
            </a:custGeom>
            <a:grpFill/>
            <a:ln w="3692" cap="flat">
              <a:noFill/>
              <a:prstDash val="solid"/>
              <a:miter/>
            </a:ln>
          </p:spPr>
          <p:txBody>
            <a:bodyPr rtlCol="0" anchor="ctr"/>
            <a:lstStyle/>
            <a:p>
              <a:endParaRPr lang="en-US">
                <a:solidFill>
                  <a:schemeClr val="bg2"/>
                </a:solidFill>
              </a:endParaRPr>
            </a:p>
          </p:txBody>
        </p:sp>
        <p:sp>
          <p:nvSpPr>
            <p:cNvPr id="72" name="Freeform 71">
              <a:extLst>
                <a:ext uri="{FF2B5EF4-FFF2-40B4-BE49-F238E27FC236}">
                  <a16:creationId xmlns:a16="http://schemas.microsoft.com/office/drawing/2014/main" id="{85E2AD33-D12A-EDFA-1711-E096BB48AADE}"/>
                </a:ext>
              </a:extLst>
            </p:cNvPr>
            <p:cNvSpPr/>
            <p:nvPr/>
          </p:nvSpPr>
          <p:spPr>
            <a:xfrm>
              <a:off x="4616427"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bg2"/>
                </a:solidFill>
              </a:endParaRPr>
            </a:p>
          </p:txBody>
        </p:sp>
        <p:sp>
          <p:nvSpPr>
            <p:cNvPr id="73" name="Freeform 72">
              <a:extLst>
                <a:ext uri="{FF2B5EF4-FFF2-40B4-BE49-F238E27FC236}">
                  <a16:creationId xmlns:a16="http://schemas.microsoft.com/office/drawing/2014/main" id="{F5C879EC-0879-ED58-B939-5B6CF264D5BD}"/>
                </a:ext>
              </a:extLst>
            </p:cNvPr>
            <p:cNvSpPr/>
            <p:nvPr/>
          </p:nvSpPr>
          <p:spPr>
            <a:xfrm>
              <a:off x="4663804" y="6003670"/>
              <a:ext cx="35967" cy="98170"/>
            </a:xfrm>
            <a:custGeom>
              <a:avLst/>
              <a:gdLst>
                <a:gd name="connsiteX0" fmla="*/ 8297 w 35967"/>
                <a:gd name="connsiteY0" fmla="*/ 39919 h 98170"/>
                <a:gd name="connsiteX1" fmla="*/ 0 w 35967"/>
                <a:gd name="connsiteY1" fmla="*/ 39919 h 98170"/>
                <a:gd name="connsiteX2" fmla="*/ 0 w 35967"/>
                <a:gd name="connsiteY2" fmla="*/ 28091 h 98170"/>
                <a:gd name="connsiteX3" fmla="*/ 8297 w 35967"/>
                <a:gd name="connsiteY3" fmla="*/ 28091 h 98170"/>
                <a:gd name="connsiteX4" fmla="*/ 8297 w 35967"/>
                <a:gd name="connsiteY4" fmla="*/ 23138 h 98170"/>
                <a:gd name="connsiteX5" fmla="*/ 34930 w 35967"/>
                <a:gd name="connsiteY5" fmla="*/ 0 h 98170"/>
                <a:gd name="connsiteX6" fmla="*/ 34930 w 35967"/>
                <a:gd name="connsiteY6" fmla="*/ 12087 h 98170"/>
                <a:gd name="connsiteX7" fmla="*/ 22966 w 35967"/>
                <a:gd name="connsiteY7" fmla="*/ 23138 h 98170"/>
                <a:gd name="connsiteX8" fmla="*/ 22966 w 35967"/>
                <a:gd name="connsiteY8" fmla="*/ 28091 h 98170"/>
                <a:gd name="connsiteX9" fmla="*/ 35967 w 35967"/>
                <a:gd name="connsiteY9" fmla="*/ 28091 h 98170"/>
                <a:gd name="connsiteX10" fmla="*/ 35967 w 35967"/>
                <a:gd name="connsiteY10" fmla="*/ 39919 h 98170"/>
                <a:gd name="connsiteX11" fmla="*/ 22966 w 35967"/>
                <a:gd name="connsiteY11" fmla="*/ 39919 h 98170"/>
                <a:gd name="connsiteX12" fmla="*/ 22966 w 35967"/>
                <a:gd name="connsiteY12" fmla="*/ 98171 h 98170"/>
                <a:gd name="connsiteX13" fmla="*/ 8297 w 35967"/>
                <a:gd name="connsiteY13" fmla="*/ 98171 h 98170"/>
                <a:gd name="connsiteX14" fmla="*/ 8297 w 35967"/>
                <a:gd name="connsiteY14" fmla="*/ 39919 h 9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67" h="98170">
                  <a:moveTo>
                    <a:pt x="8297" y="39919"/>
                  </a:moveTo>
                  <a:lnTo>
                    <a:pt x="0" y="39919"/>
                  </a:lnTo>
                  <a:lnTo>
                    <a:pt x="0" y="28091"/>
                  </a:lnTo>
                  <a:lnTo>
                    <a:pt x="8297" y="28091"/>
                  </a:lnTo>
                  <a:lnTo>
                    <a:pt x="8297" y="23138"/>
                  </a:lnTo>
                  <a:cubicBezTo>
                    <a:pt x="8297" y="6986"/>
                    <a:pt x="16595" y="0"/>
                    <a:pt x="34930" y="0"/>
                  </a:cubicBezTo>
                  <a:lnTo>
                    <a:pt x="34930" y="12087"/>
                  </a:lnTo>
                  <a:cubicBezTo>
                    <a:pt x="26003" y="12087"/>
                    <a:pt x="22966" y="15154"/>
                    <a:pt x="22966" y="23138"/>
                  </a:cubicBezTo>
                  <a:lnTo>
                    <a:pt x="22966" y="28091"/>
                  </a:lnTo>
                  <a:lnTo>
                    <a:pt x="35967" y="28091"/>
                  </a:lnTo>
                  <a:lnTo>
                    <a:pt x="35967" y="39919"/>
                  </a:lnTo>
                  <a:lnTo>
                    <a:pt x="22966" y="39919"/>
                  </a:lnTo>
                  <a:lnTo>
                    <a:pt x="22966" y="98171"/>
                  </a:lnTo>
                  <a:lnTo>
                    <a:pt x="8297" y="98171"/>
                  </a:lnTo>
                  <a:lnTo>
                    <a:pt x="8297" y="39919"/>
                  </a:lnTo>
                  <a:close/>
                </a:path>
              </a:pathLst>
            </a:custGeom>
            <a:grpFill/>
            <a:ln w="3692" cap="flat">
              <a:noFill/>
              <a:prstDash val="solid"/>
              <a:miter/>
            </a:ln>
          </p:spPr>
          <p:txBody>
            <a:bodyPr rtlCol="0" anchor="ctr"/>
            <a:lstStyle/>
            <a:p>
              <a:endParaRPr lang="en-US">
                <a:solidFill>
                  <a:schemeClr val="bg2"/>
                </a:solidFill>
              </a:endParaRPr>
            </a:p>
          </p:txBody>
        </p:sp>
        <p:sp>
          <p:nvSpPr>
            <p:cNvPr id="74" name="Freeform 73">
              <a:extLst>
                <a:ext uri="{FF2B5EF4-FFF2-40B4-BE49-F238E27FC236}">
                  <a16:creationId xmlns:a16="http://schemas.microsoft.com/office/drawing/2014/main" id="{BC2B33DF-A75F-EE21-8B57-1A91189874A5}"/>
                </a:ext>
              </a:extLst>
            </p:cNvPr>
            <p:cNvSpPr/>
            <p:nvPr/>
          </p:nvSpPr>
          <p:spPr>
            <a:xfrm>
              <a:off x="4704364" y="6030615"/>
              <a:ext cx="71638" cy="72371"/>
            </a:xfrm>
            <a:custGeom>
              <a:avLst/>
              <a:gdLst>
                <a:gd name="connsiteX0" fmla="*/ 35190 w 71638"/>
                <a:gd name="connsiteY0" fmla="*/ 72372 h 72371"/>
                <a:gd name="connsiteX1" fmla="*/ 0 w 71638"/>
                <a:gd name="connsiteY1" fmla="*/ 36112 h 72371"/>
                <a:gd name="connsiteX2" fmla="*/ 35819 w 71638"/>
                <a:gd name="connsiteY2" fmla="*/ 0 h 72371"/>
                <a:gd name="connsiteX3" fmla="*/ 71639 w 71638"/>
                <a:gd name="connsiteY3" fmla="*/ 36112 h 72371"/>
                <a:gd name="connsiteX4" fmla="*/ 35190 w 71638"/>
                <a:gd name="connsiteY4" fmla="*/ 72372 h 72371"/>
                <a:gd name="connsiteX5" fmla="*/ 35190 w 71638"/>
                <a:gd name="connsiteY5" fmla="*/ 59767 h 72371"/>
                <a:gd name="connsiteX6" fmla="*/ 56711 w 71638"/>
                <a:gd name="connsiteY6" fmla="*/ 36112 h 72371"/>
                <a:gd name="connsiteX7" fmla="*/ 35560 w 71638"/>
                <a:gd name="connsiteY7" fmla="*/ 12567 h 72371"/>
                <a:gd name="connsiteX8" fmla="*/ 14780 w 71638"/>
                <a:gd name="connsiteY8" fmla="*/ 36112 h 72371"/>
                <a:gd name="connsiteX9" fmla="*/ 35190 w 71638"/>
                <a:gd name="connsiteY9" fmla="*/ 59767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638" h="72371">
                  <a:moveTo>
                    <a:pt x="35190" y="72372"/>
                  </a:moveTo>
                  <a:cubicBezTo>
                    <a:pt x="15187" y="72372"/>
                    <a:pt x="0" y="58141"/>
                    <a:pt x="0" y="36112"/>
                  </a:cubicBezTo>
                  <a:cubicBezTo>
                    <a:pt x="0" y="14083"/>
                    <a:pt x="15817" y="0"/>
                    <a:pt x="35819" y="0"/>
                  </a:cubicBezTo>
                  <a:cubicBezTo>
                    <a:pt x="55822" y="0"/>
                    <a:pt x="71639" y="14119"/>
                    <a:pt x="71639" y="36112"/>
                  </a:cubicBezTo>
                  <a:cubicBezTo>
                    <a:pt x="71639" y="58104"/>
                    <a:pt x="55340" y="72372"/>
                    <a:pt x="35190" y="72372"/>
                  </a:cubicBezTo>
                  <a:close/>
                  <a:moveTo>
                    <a:pt x="35190" y="59767"/>
                  </a:moveTo>
                  <a:cubicBezTo>
                    <a:pt x="46006" y="59767"/>
                    <a:pt x="56711" y="52006"/>
                    <a:pt x="56711" y="36112"/>
                  </a:cubicBezTo>
                  <a:cubicBezTo>
                    <a:pt x="56711" y="20218"/>
                    <a:pt x="46376" y="12567"/>
                    <a:pt x="35560" y="12567"/>
                  </a:cubicBezTo>
                  <a:cubicBezTo>
                    <a:pt x="24744" y="12567"/>
                    <a:pt x="14780" y="20181"/>
                    <a:pt x="14780" y="36112"/>
                  </a:cubicBezTo>
                  <a:cubicBezTo>
                    <a:pt x="14780" y="52042"/>
                    <a:pt x="24225" y="59767"/>
                    <a:pt x="35190" y="59767"/>
                  </a:cubicBezTo>
                  <a:close/>
                </a:path>
              </a:pathLst>
            </a:custGeom>
            <a:grpFill/>
            <a:ln w="3692" cap="flat">
              <a:noFill/>
              <a:prstDash val="solid"/>
              <a:miter/>
            </a:ln>
          </p:spPr>
          <p:txBody>
            <a:bodyPr rtlCol="0" anchor="ctr"/>
            <a:lstStyle/>
            <a:p>
              <a:endParaRPr lang="en-US">
                <a:solidFill>
                  <a:schemeClr val="bg2"/>
                </a:solidFill>
              </a:endParaRPr>
            </a:p>
          </p:txBody>
        </p:sp>
        <p:sp>
          <p:nvSpPr>
            <p:cNvPr id="75" name="Freeform 74">
              <a:extLst>
                <a:ext uri="{FF2B5EF4-FFF2-40B4-BE49-F238E27FC236}">
                  <a16:creationId xmlns:a16="http://schemas.microsoft.com/office/drawing/2014/main" id="{9C7F8460-345A-D51E-2A77-37EAE1C6E521}"/>
                </a:ext>
              </a:extLst>
            </p:cNvPr>
            <p:cNvSpPr/>
            <p:nvPr/>
          </p:nvSpPr>
          <p:spPr>
            <a:xfrm>
              <a:off x="4786560" y="6030615"/>
              <a:ext cx="35560" cy="71225"/>
            </a:xfrm>
            <a:custGeom>
              <a:avLst/>
              <a:gdLst>
                <a:gd name="connsiteX0" fmla="*/ 14520 w 35560"/>
                <a:gd name="connsiteY0" fmla="*/ 71226 h 71225"/>
                <a:gd name="connsiteX1" fmla="*/ 0 w 35560"/>
                <a:gd name="connsiteY1" fmla="*/ 71226 h 71225"/>
                <a:gd name="connsiteX2" fmla="*/ 0 w 35560"/>
                <a:gd name="connsiteY2" fmla="*/ 1146 h 71225"/>
                <a:gd name="connsiteX3" fmla="*/ 14520 w 35560"/>
                <a:gd name="connsiteY3" fmla="*/ 1146 h 71225"/>
                <a:gd name="connsiteX4" fmla="*/ 14520 w 35560"/>
                <a:gd name="connsiteY4" fmla="*/ 11310 h 71225"/>
                <a:gd name="connsiteX5" fmla="*/ 35560 w 35560"/>
                <a:gd name="connsiteY5" fmla="*/ 0 h 71225"/>
                <a:gd name="connsiteX6" fmla="*/ 35560 w 35560"/>
                <a:gd name="connsiteY6" fmla="*/ 15007 h 71225"/>
                <a:gd name="connsiteX7" fmla="*/ 31856 w 35560"/>
                <a:gd name="connsiteY7" fmla="*/ 15007 h 71225"/>
                <a:gd name="connsiteX8" fmla="*/ 14520 w 35560"/>
                <a:gd name="connsiteY8" fmla="*/ 34338 h 71225"/>
                <a:gd name="connsiteX9" fmla="*/ 14520 w 35560"/>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bg2"/>
                </a:solidFill>
              </a:endParaRPr>
            </a:p>
          </p:txBody>
        </p:sp>
        <p:sp>
          <p:nvSpPr>
            <p:cNvPr id="76" name="Freeform 75">
              <a:extLst>
                <a:ext uri="{FF2B5EF4-FFF2-40B4-BE49-F238E27FC236}">
                  <a16:creationId xmlns:a16="http://schemas.microsoft.com/office/drawing/2014/main" id="{8C95946A-760A-E595-52F7-DCCE1905042A}"/>
                </a:ext>
              </a:extLst>
            </p:cNvPr>
            <p:cNvSpPr/>
            <p:nvPr/>
          </p:nvSpPr>
          <p:spPr>
            <a:xfrm>
              <a:off x="4832602" y="6030615"/>
              <a:ext cx="113939" cy="71225"/>
            </a:xfrm>
            <a:custGeom>
              <a:avLst/>
              <a:gdLst>
                <a:gd name="connsiteX0" fmla="*/ 99531 w 113939"/>
                <a:gd name="connsiteY0" fmla="*/ 32046 h 71225"/>
                <a:gd name="connsiteX1" fmla="*/ 81936 w 113939"/>
                <a:gd name="connsiteY1" fmla="*/ 12604 h 71225"/>
                <a:gd name="connsiteX2" fmla="*/ 64230 w 113939"/>
                <a:gd name="connsiteY2" fmla="*/ 32046 h 71225"/>
                <a:gd name="connsiteX3" fmla="*/ 64230 w 113939"/>
                <a:gd name="connsiteY3" fmla="*/ 71226 h 71225"/>
                <a:gd name="connsiteX4" fmla="*/ 49821 w 113939"/>
                <a:gd name="connsiteY4" fmla="*/ 71226 h 71225"/>
                <a:gd name="connsiteX5" fmla="*/ 49821 w 113939"/>
                <a:gd name="connsiteY5" fmla="*/ 32046 h 71225"/>
                <a:gd name="connsiteX6" fmla="*/ 32226 w 113939"/>
                <a:gd name="connsiteY6" fmla="*/ 12604 h 71225"/>
                <a:gd name="connsiteX7" fmla="*/ 14520 w 113939"/>
                <a:gd name="connsiteY7" fmla="*/ 32046 h 71225"/>
                <a:gd name="connsiteX8" fmla="*/ 14520 w 113939"/>
                <a:gd name="connsiteY8" fmla="*/ 71226 h 71225"/>
                <a:gd name="connsiteX9" fmla="*/ 0 w 113939"/>
                <a:gd name="connsiteY9" fmla="*/ 71226 h 71225"/>
                <a:gd name="connsiteX10" fmla="*/ 0 w 113939"/>
                <a:gd name="connsiteY10" fmla="*/ 1146 h 71225"/>
                <a:gd name="connsiteX11" fmla="*/ 14520 w 113939"/>
                <a:gd name="connsiteY11" fmla="*/ 1146 h 71225"/>
                <a:gd name="connsiteX12" fmla="*/ 14520 w 113939"/>
                <a:gd name="connsiteY12" fmla="*/ 9167 h 71225"/>
                <a:gd name="connsiteX13" fmla="*/ 35301 w 113939"/>
                <a:gd name="connsiteY13" fmla="*/ 0 h 71225"/>
                <a:gd name="connsiteX14" fmla="*/ 60526 w 113939"/>
                <a:gd name="connsiteY14" fmla="*/ 13861 h 71225"/>
                <a:gd name="connsiteX15" fmla="*/ 85010 w 113939"/>
                <a:gd name="connsiteY15" fmla="*/ 0 h 71225"/>
                <a:gd name="connsiteX16" fmla="*/ 113940 w 113939"/>
                <a:gd name="connsiteY16" fmla="*/ 29902 h 71225"/>
                <a:gd name="connsiteX17" fmla="*/ 113940 w 113939"/>
                <a:gd name="connsiteY17" fmla="*/ 71226 h 71225"/>
                <a:gd name="connsiteX18" fmla="*/ 99531 w 113939"/>
                <a:gd name="connsiteY18" fmla="*/ 71226 h 71225"/>
                <a:gd name="connsiteX19" fmla="*/ 99531 w 113939"/>
                <a:gd name="connsiteY19" fmla="*/ 3204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939" h="71225">
                  <a:moveTo>
                    <a:pt x="99531" y="32046"/>
                  </a:moveTo>
                  <a:cubicBezTo>
                    <a:pt x="99531" y="19183"/>
                    <a:pt x="92530" y="12604"/>
                    <a:pt x="81936" y="12604"/>
                  </a:cubicBezTo>
                  <a:cubicBezTo>
                    <a:pt x="71342" y="12604"/>
                    <a:pt x="64230" y="19220"/>
                    <a:pt x="64230" y="32046"/>
                  </a:cubicBezTo>
                  <a:lnTo>
                    <a:pt x="64230" y="71226"/>
                  </a:lnTo>
                  <a:lnTo>
                    <a:pt x="49821" y="71226"/>
                  </a:lnTo>
                  <a:lnTo>
                    <a:pt x="49821" y="32046"/>
                  </a:lnTo>
                  <a:cubicBezTo>
                    <a:pt x="49821" y="19183"/>
                    <a:pt x="42820" y="12604"/>
                    <a:pt x="32226" y="12604"/>
                  </a:cubicBezTo>
                  <a:cubicBezTo>
                    <a:pt x="21632" y="12604"/>
                    <a:pt x="14520" y="19220"/>
                    <a:pt x="14520" y="32046"/>
                  </a:cubicBezTo>
                  <a:lnTo>
                    <a:pt x="14520" y="71226"/>
                  </a:lnTo>
                  <a:lnTo>
                    <a:pt x="0" y="71226"/>
                  </a:lnTo>
                  <a:lnTo>
                    <a:pt x="0" y="1146"/>
                  </a:lnTo>
                  <a:lnTo>
                    <a:pt x="14520" y="1146"/>
                  </a:lnTo>
                  <a:lnTo>
                    <a:pt x="14520" y="9167"/>
                  </a:lnTo>
                  <a:cubicBezTo>
                    <a:pt x="19224" y="3437"/>
                    <a:pt x="26892" y="0"/>
                    <a:pt x="35301" y="0"/>
                  </a:cubicBezTo>
                  <a:cubicBezTo>
                    <a:pt x="46376" y="0"/>
                    <a:pt x="55673" y="4694"/>
                    <a:pt x="60526" y="13861"/>
                  </a:cubicBezTo>
                  <a:cubicBezTo>
                    <a:pt x="64860" y="5359"/>
                    <a:pt x="74787" y="0"/>
                    <a:pt x="85010" y="0"/>
                  </a:cubicBezTo>
                  <a:cubicBezTo>
                    <a:pt x="101457" y="0"/>
                    <a:pt x="113940" y="10312"/>
                    <a:pt x="113940" y="29902"/>
                  </a:cubicBezTo>
                  <a:lnTo>
                    <a:pt x="113940" y="71226"/>
                  </a:lnTo>
                  <a:lnTo>
                    <a:pt x="99531" y="71226"/>
                  </a:lnTo>
                  <a:lnTo>
                    <a:pt x="99531" y="32046"/>
                  </a:lnTo>
                  <a:close/>
                </a:path>
              </a:pathLst>
            </a:custGeom>
            <a:grpFill/>
            <a:ln w="3692" cap="flat">
              <a:noFill/>
              <a:prstDash val="solid"/>
              <a:miter/>
            </a:ln>
          </p:spPr>
          <p:txBody>
            <a:bodyPr rtlCol="0" anchor="ctr"/>
            <a:lstStyle/>
            <a:p>
              <a:endParaRPr lang="en-US">
                <a:solidFill>
                  <a:schemeClr val="bg2"/>
                </a:solidFill>
              </a:endParaRPr>
            </a:p>
          </p:txBody>
        </p:sp>
      </p:grpSp>
    </p:spTree>
    <p:extLst>
      <p:ext uri="{BB962C8B-B14F-4D97-AF65-F5344CB8AC3E}">
        <p14:creationId xmlns:p14="http://schemas.microsoft.com/office/powerpoint/2010/main" val="7627350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olid (Espresso Image)">
    <p:bg>
      <p:bgPr>
        <a:solidFill>
          <a:srgbClr val="301E0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87166-8C02-34CB-79A5-F46042E77BED}"/>
              </a:ext>
            </a:extLst>
          </p:cNvPr>
          <p:cNvSpPr>
            <a:spLocks noGrp="1"/>
          </p:cNvSpPr>
          <p:nvPr>
            <p:ph type="ctrTitle"/>
          </p:nvPr>
        </p:nvSpPr>
        <p:spPr>
          <a:xfrm>
            <a:off x="838200" y="2069025"/>
            <a:ext cx="5803605" cy="2383694"/>
          </a:xfrm>
        </p:spPr>
        <p:txBody>
          <a:bodyPr anchor="b">
            <a:noAutofit/>
          </a:bodyPr>
          <a:lstStyle>
            <a:lvl1pPr algn="l">
              <a:lnSpc>
                <a:spcPts val="4400"/>
              </a:lnSpc>
              <a:defRPr sz="4000" b="0" i="0">
                <a:solidFill>
                  <a:srgbClr val="FEF3D8"/>
                </a:solidFill>
              </a:defRPr>
            </a:lvl1pPr>
          </a:lstStyle>
          <a:p>
            <a:r>
              <a:rPr lang="en-US"/>
              <a:t>Click to edit Master title style</a:t>
            </a:r>
          </a:p>
        </p:txBody>
      </p:sp>
      <p:sp>
        <p:nvSpPr>
          <p:cNvPr id="3" name="Subtitle 2">
            <a:extLst>
              <a:ext uri="{FF2B5EF4-FFF2-40B4-BE49-F238E27FC236}">
                <a16:creationId xmlns:a16="http://schemas.microsoft.com/office/drawing/2014/main" id="{21D7DCB6-F293-6F6A-A043-F9DBCE059902}"/>
              </a:ext>
            </a:extLst>
          </p:cNvPr>
          <p:cNvSpPr>
            <a:spLocks noGrp="1"/>
          </p:cNvSpPr>
          <p:nvPr>
            <p:ph type="subTitle" idx="1"/>
          </p:nvPr>
        </p:nvSpPr>
        <p:spPr>
          <a:xfrm>
            <a:off x="838200" y="4681319"/>
            <a:ext cx="5803606" cy="720024"/>
          </a:xfrm>
        </p:spPr>
        <p:txBody>
          <a:bodyPr>
            <a:noAutofit/>
          </a:bodyPr>
          <a:lstStyle>
            <a:lvl1pPr marL="0" indent="0" algn="l">
              <a:lnSpc>
                <a:spcPts val="2400"/>
              </a:lnSpc>
              <a:buNone/>
              <a:defRPr sz="2000" b="0" i="0">
                <a:solidFill>
                  <a:srgbClr val="FEF8E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7" name="Text Placeholder 16">
            <a:extLst>
              <a:ext uri="{FF2B5EF4-FFF2-40B4-BE49-F238E27FC236}">
                <a16:creationId xmlns:a16="http://schemas.microsoft.com/office/drawing/2014/main" id="{E770CD35-04C2-6CC5-51BB-2793E84BE345}"/>
              </a:ext>
            </a:extLst>
          </p:cNvPr>
          <p:cNvSpPr>
            <a:spLocks noGrp="1"/>
          </p:cNvSpPr>
          <p:nvPr>
            <p:ph type="body" sz="quarter" idx="10"/>
          </p:nvPr>
        </p:nvSpPr>
        <p:spPr>
          <a:xfrm>
            <a:off x="838200" y="5614769"/>
            <a:ext cx="5803605" cy="196529"/>
          </a:xfrm>
        </p:spPr>
        <p:txBody>
          <a:bodyPr wrap="square">
            <a:spAutoFit/>
          </a:bodyPr>
          <a:lstStyle>
            <a:lvl1pPr marL="0" indent="0" algn="l">
              <a:buFontTx/>
              <a:buNone/>
              <a:defRPr b="0" i="0">
                <a:solidFill>
                  <a:srgbClr val="FEF8E8"/>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20" name="Picture Placeholder 19">
            <a:extLst>
              <a:ext uri="{FF2B5EF4-FFF2-40B4-BE49-F238E27FC236}">
                <a16:creationId xmlns:a16="http://schemas.microsoft.com/office/drawing/2014/main" id="{DD85BAC3-0842-EBFD-5044-73C39DE4FE96}"/>
              </a:ext>
            </a:extLst>
          </p:cNvPr>
          <p:cNvSpPr>
            <a:spLocks noGrp="1"/>
          </p:cNvSpPr>
          <p:nvPr>
            <p:ph type="pic" sz="quarter" idx="11"/>
          </p:nvPr>
        </p:nvSpPr>
        <p:spPr>
          <a:xfrm>
            <a:off x="7154670" y="0"/>
            <a:ext cx="5037329" cy="6858000"/>
          </a:xfrm>
        </p:spPr>
        <p:txBody>
          <a:bodyPr tIns="548640"/>
          <a:lstStyle>
            <a:lvl1pPr marL="0" indent="0" algn="ctr">
              <a:buFontTx/>
              <a:buNone/>
              <a:defRPr b="0" i="0">
                <a:solidFill>
                  <a:srgbClr val="FEF8E8"/>
                </a:solidFill>
              </a:defRPr>
            </a:lvl1pPr>
          </a:lstStyle>
          <a:p>
            <a:r>
              <a:rPr lang="en-US"/>
              <a:t>Click icon to add picture</a:t>
            </a:r>
          </a:p>
        </p:txBody>
      </p:sp>
      <p:grpSp>
        <p:nvGrpSpPr>
          <p:cNvPr id="6" name="Group 5">
            <a:extLst>
              <a:ext uri="{FF2B5EF4-FFF2-40B4-BE49-F238E27FC236}">
                <a16:creationId xmlns:a16="http://schemas.microsoft.com/office/drawing/2014/main" id="{5F325203-0A17-DCA4-9526-4C3D25611339}"/>
              </a:ext>
            </a:extLst>
          </p:cNvPr>
          <p:cNvGrpSpPr/>
          <p:nvPr userDrawn="1"/>
        </p:nvGrpSpPr>
        <p:grpSpPr>
          <a:xfrm>
            <a:off x="838199" y="782937"/>
            <a:ext cx="2122674" cy="623780"/>
            <a:chOff x="2649665" y="5459914"/>
            <a:chExt cx="2297877" cy="675266"/>
          </a:xfrm>
          <a:solidFill>
            <a:schemeClr val="bg2"/>
          </a:solidFill>
        </p:grpSpPr>
        <p:sp>
          <p:nvSpPr>
            <p:cNvPr id="7" name="Freeform 6">
              <a:extLst>
                <a:ext uri="{FF2B5EF4-FFF2-40B4-BE49-F238E27FC236}">
                  <a16:creationId xmlns:a16="http://schemas.microsoft.com/office/drawing/2014/main" id="{5498A33C-ED56-535C-71C1-C2FA3D84B43F}"/>
                </a:ext>
              </a:extLst>
            </p:cNvPr>
            <p:cNvSpPr/>
            <p:nvPr/>
          </p:nvSpPr>
          <p:spPr>
            <a:xfrm>
              <a:off x="3209512" y="5624255"/>
              <a:ext cx="144721" cy="250528"/>
            </a:xfrm>
            <a:custGeom>
              <a:avLst/>
              <a:gdLst>
                <a:gd name="connsiteX0" fmla="*/ 141203 w 144721"/>
                <a:gd name="connsiteY0" fmla="*/ 204511 h 250528"/>
                <a:gd name="connsiteX1" fmla="*/ 144722 w 144721"/>
                <a:gd name="connsiteY1" fmla="*/ 208022 h 250528"/>
                <a:gd name="connsiteX2" fmla="*/ 144722 w 144721"/>
                <a:gd name="connsiteY2" fmla="*/ 247017 h 250528"/>
                <a:gd name="connsiteX3" fmla="*/ 141203 w 144721"/>
                <a:gd name="connsiteY3" fmla="*/ 250528 h 250528"/>
                <a:gd name="connsiteX4" fmla="*/ 3519 w 144721"/>
                <a:gd name="connsiteY4" fmla="*/ 250528 h 250528"/>
                <a:gd name="connsiteX5" fmla="*/ 0 w 144721"/>
                <a:gd name="connsiteY5" fmla="*/ 247017 h 250528"/>
                <a:gd name="connsiteX6" fmla="*/ 0 w 144721"/>
                <a:gd name="connsiteY6" fmla="*/ 3511 h 250528"/>
                <a:gd name="connsiteX7" fmla="*/ 3519 w 144721"/>
                <a:gd name="connsiteY7" fmla="*/ 0 h 250528"/>
                <a:gd name="connsiteX8" fmla="*/ 48599 w 144721"/>
                <a:gd name="connsiteY8" fmla="*/ 0 h 250528"/>
                <a:gd name="connsiteX9" fmla="*/ 52118 w 144721"/>
                <a:gd name="connsiteY9" fmla="*/ 3511 h 250528"/>
                <a:gd name="connsiteX10" fmla="*/ 52118 w 144721"/>
                <a:gd name="connsiteY10" fmla="*/ 200999 h 250528"/>
                <a:gd name="connsiteX11" fmla="*/ 55636 w 144721"/>
                <a:gd name="connsiteY11" fmla="*/ 204511 h 250528"/>
                <a:gd name="connsiteX12" fmla="*/ 141203 w 144721"/>
                <a:gd name="connsiteY12" fmla="*/ 204511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21" h="250528">
                  <a:moveTo>
                    <a:pt x="141203" y="204511"/>
                  </a:moveTo>
                  <a:cubicBezTo>
                    <a:pt x="143536" y="204511"/>
                    <a:pt x="144722" y="205693"/>
                    <a:pt x="144722" y="208022"/>
                  </a:cubicBezTo>
                  <a:lnTo>
                    <a:pt x="144722" y="247017"/>
                  </a:lnTo>
                  <a:cubicBezTo>
                    <a:pt x="144722" y="249345"/>
                    <a:pt x="143536" y="250528"/>
                    <a:pt x="141203" y="250528"/>
                  </a:cubicBezTo>
                  <a:lnTo>
                    <a:pt x="3519" y="250528"/>
                  </a:lnTo>
                  <a:cubicBezTo>
                    <a:pt x="1185" y="250528"/>
                    <a:pt x="0" y="249345"/>
                    <a:pt x="0" y="247017"/>
                  </a:cubicBezTo>
                  <a:lnTo>
                    <a:pt x="0" y="3511"/>
                  </a:lnTo>
                  <a:cubicBezTo>
                    <a:pt x="0" y="1183"/>
                    <a:pt x="1185" y="0"/>
                    <a:pt x="3519" y="0"/>
                  </a:cubicBezTo>
                  <a:lnTo>
                    <a:pt x="48599" y="0"/>
                  </a:lnTo>
                  <a:cubicBezTo>
                    <a:pt x="50932" y="0"/>
                    <a:pt x="52118" y="1183"/>
                    <a:pt x="52118" y="3511"/>
                  </a:cubicBezTo>
                  <a:lnTo>
                    <a:pt x="52118" y="200999"/>
                  </a:lnTo>
                  <a:cubicBezTo>
                    <a:pt x="52118" y="203328"/>
                    <a:pt x="53303" y="204511"/>
                    <a:pt x="55636" y="204511"/>
                  </a:cubicBezTo>
                  <a:lnTo>
                    <a:pt x="141203" y="204511"/>
                  </a:lnTo>
                  <a:close/>
                </a:path>
              </a:pathLst>
            </a:custGeom>
            <a:grpFill/>
            <a:ln w="3692" cap="flat">
              <a:noFill/>
              <a:prstDash val="solid"/>
              <a:miter/>
            </a:ln>
          </p:spPr>
          <p:txBody>
            <a:bodyPr rtlCol="0" anchor="ctr"/>
            <a:lstStyle/>
            <a:p>
              <a:endParaRPr lang="en-US">
                <a:solidFill>
                  <a:schemeClr val="bg2"/>
                </a:solidFill>
              </a:endParaRPr>
            </a:p>
          </p:txBody>
        </p:sp>
        <p:sp>
          <p:nvSpPr>
            <p:cNvPr id="8" name="Freeform 7">
              <a:extLst>
                <a:ext uri="{FF2B5EF4-FFF2-40B4-BE49-F238E27FC236}">
                  <a16:creationId xmlns:a16="http://schemas.microsoft.com/office/drawing/2014/main" id="{5F9297AA-04DF-720C-DF3C-DDEC9E850426}"/>
                </a:ext>
              </a:extLst>
            </p:cNvPr>
            <p:cNvSpPr/>
            <p:nvPr/>
          </p:nvSpPr>
          <p:spPr>
            <a:xfrm>
              <a:off x="3418177" y="5624255"/>
              <a:ext cx="255689" cy="250602"/>
            </a:xfrm>
            <a:custGeom>
              <a:avLst/>
              <a:gdLst>
                <a:gd name="connsiteX0" fmla="*/ 113412 w 255689"/>
                <a:gd name="connsiteY0" fmla="*/ 2476 h 250602"/>
                <a:gd name="connsiteX1" fmla="*/ 117635 w 255689"/>
                <a:gd name="connsiteY1" fmla="*/ 0 h 250602"/>
                <a:gd name="connsiteX2" fmla="*/ 138415 w 255689"/>
                <a:gd name="connsiteY2" fmla="*/ 0 h 250602"/>
                <a:gd name="connsiteX3" fmla="*/ 142638 w 255689"/>
                <a:gd name="connsiteY3" fmla="*/ 2476 h 250602"/>
                <a:gd name="connsiteX4" fmla="*/ 255319 w 255689"/>
                <a:gd name="connsiteY4" fmla="*/ 246352 h 250602"/>
                <a:gd name="connsiteX5" fmla="*/ 255689 w 255689"/>
                <a:gd name="connsiteY5" fmla="*/ 248126 h 250602"/>
                <a:gd name="connsiteX6" fmla="*/ 252874 w 255689"/>
                <a:gd name="connsiteY6" fmla="*/ 250602 h 250602"/>
                <a:gd name="connsiteX7" fmla="*/ 202868 w 255689"/>
                <a:gd name="connsiteY7" fmla="*/ 250602 h 250602"/>
                <a:gd name="connsiteX8" fmla="*/ 198645 w 255689"/>
                <a:gd name="connsiteY8" fmla="*/ 248126 h 250602"/>
                <a:gd name="connsiteX9" fmla="*/ 181050 w 255689"/>
                <a:gd name="connsiteY9" fmla="*/ 210166 h 250602"/>
                <a:gd name="connsiteX10" fmla="*/ 177161 w 255689"/>
                <a:gd name="connsiteY10" fmla="*/ 207689 h 250602"/>
                <a:gd name="connsiteX11" fmla="*/ 78556 w 255689"/>
                <a:gd name="connsiteY11" fmla="*/ 207689 h 250602"/>
                <a:gd name="connsiteX12" fmla="*/ 74333 w 255689"/>
                <a:gd name="connsiteY12" fmla="*/ 210166 h 250602"/>
                <a:gd name="connsiteX13" fmla="*/ 56739 w 255689"/>
                <a:gd name="connsiteY13" fmla="*/ 248126 h 250602"/>
                <a:gd name="connsiteX14" fmla="*/ 52849 w 255689"/>
                <a:gd name="connsiteY14" fmla="*/ 250602 h 250602"/>
                <a:gd name="connsiteX15" fmla="*/ 2843 w 255689"/>
                <a:gd name="connsiteY15" fmla="*/ 250602 h 250602"/>
                <a:gd name="connsiteX16" fmla="*/ 361 w 255689"/>
                <a:gd name="connsiteY16" fmla="*/ 249382 h 250602"/>
                <a:gd name="connsiteX17" fmla="*/ 361 w 255689"/>
                <a:gd name="connsiteY17" fmla="*/ 246388 h 250602"/>
                <a:gd name="connsiteX18" fmla="*/ 113412 w 255689"/>
                <a:gd name="connsiteY18" fmla="*/ 2513 h 250602"/>
                <a:gd name="connsiteX19" fmla="*/ 96188 w 255689"/>
                <a:gd name="connsiteY19" fmla="*/ 157421 h 250602"/>
                <a:gd name="connsiteX20" fmla="*/ 95817 w 255689"/>
                <a:gd name="connsiteY20" fmla="*/ 159195 h 250602"/>
                <a:gd name="connsiteX21" fmla="*/ 98633 w 255689"/>
                <a:gd name="connsiteY21" fmla="*/ 161672 h 250602"/>
                <a:gd name="connsiteX22" fmla="*/ 157084 w 255689"/>
                <a:gd name="connsiteY22" fmla="*/ 161672 h 250602"/>
                <a:gd name="connsiteX23" fmla="*/ 159566 w 255689"/>
                <a:gd name="connsiteY23" fmla="*/ 160452 h 250602"/>
                <a:gd name="connsiteX24" fmla="*/ 159566 w 255689"/>
                <a:gd name="connsiteY24" fmla="*/ 157458 h 250602"/>
                <a:gd name="connsiteX25" fmla="*/ 130340 w 255689"/>
                <a:gd name="connsiteY25" fmla="*/ 89633 h 250602"/>
                <a:gd name="connsiteX26" fmla="*/ 127859 w 255689"/>
                <a:gd name="connsiteY26" fmla="*/ 87859 h 250602"/>
                <a:gd name="connsiteX27" fmla="*/ 125377 w 255689"/>
                <a:gd name="connsiteY27" fmla="*/ 89633 h 250602"/>
                <a:gd name="connsiteX28" fmla="*/ 96151 w 255689"/>
                <a:gd name="connsiteY28" fmla="*/ 157458 h 25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5689" h="250602">
                  <a:moveTo>
                    <a:pt x="113412" y="2476"/>
                  </a:moveTo>
                  <a:cubicBezTo>
                    <a:pt x="114116" y="850"/>
                    <a:pt x="115524" y="0"/>
                    <a:pt x="117635" y="0"/>
                  </a:cubicBezTo>
                  <a:lnTo>
                    <a:pt x="138415" y="0"/>
                  </a:lnTo>
                  <a:cubicBezTo>
                    <a:pt x="140527" y="0"/>
                    <a:pt x="141934" y="813"/>
                    <a:pt x="142638" y="2476"/>
                  </a:cubicBezTo>
                  <a:lnTo>
                    <a:pt x="255319" y="246352"/>
                  </a:lnTo>
                  <a:cubicBezTo>
                    <a:pt x="255541" y="246832"/>
                    <a:pt x="255689" y="247423"/>
                    <a:pt x="255689" y="248126"/>
                  </a:cubicBezTo>
                  <a:cubicBezTo>
                    <a:pt x="255689" y="249752"/>
                    <a:pt x="254763" y="250602"/>
                    <a:pt x="252874" y="250602"/>
                  </a:cubicBezTo>
                  <a:lnTo>
                    <a:pt x="202868" y="250602"/>
                  </a:lnTo>
                  <a:cubicBezTo>
                    <a:pt x="200756" y="250602"/>
                    <a:pt x="199349" y="249789"/>
                    <a:pt x="198645" y="248126"/>
                  </a:cubicBezTo>
                  <a:lnTo>
                    <a:pt x="181050" y="210166"/>
                  </a:lnTo>
                  <a:cubicBezTo>
                    <a:pt x="180346" y="208539"/>
                    <a:pt x="179050" y="207689"/>
                    <a:pt x="177161" y="207689"/>
                  </a:cubicBezTo>
                  <a:lnTo>
                    <a:pt x="78556" y="207689"/>
                  </a:lnTo>
                  <a:cubicBezTo>
                    <a:pt x="76445" y="207689"/>
                    <a:pt x="75037" y="208502"/>
                    <a:pt x="74333" y="210166"/>
                  </a:cubicBezTo>
                  <a:lnTo>
                    <a:pt x="56739" y="248126"/>
                  </a:lnTo>
                  <a:cubicBezTo>
                    <a:pt x="56035" y="249752"/>
                    <a:pt x="54738" y="250602"/>
                    <a:pt x="52849" y="250602"/>
                  </a:cubicBezTo>
                  <a:lnTo>
                    <a:pt x="2843" y="250602"/>
                  </a:lnTo>
                  <a:cubicBezTo>
                    <a:pt x="1658" y="250602"/>
                    <a:pt x="843" y="250196"/>
                    <a:pt x="361" y="249382"/>
                  </a:cubicBezTo>
                  <a:cubicBezTo>
                    <a:pt x="-120" y="248569"/>
                    <a:pt x="-120" y="247571"/>
                    <a:pt x="361" y="246388"/>
                  </a:cubicBezTo>
                  <a:lnTo>
                    <a:pt x="113412" y="2513"/>
                  </a:lnTo>
                  <a:close/>
                  <a:moveTo>
                    <a:pt x="96188" y="157421"/>
                  </a:moveTo>
                  <a:cubicBezTo>
                    <a:pt x="95966" y="157902"/>
                    <a:pt x="95817" y="158493"/>
                    <a:pt x="95817" y="159195"/>
                  </a:cubicBezTo>
                  <a:cubicBezTo>
                    <a:pt x="95817" y="160822"/>
                    <a:pt x="96743" y="161672"/>
                    <a:pt x="98633" y="161672"/>
                  </a:cubicBezTo>
                  <a:lnTo>
                    <a:pt x="157084" y="161672"/>
                  </a:lnTo>
                  <a:cubicBezTo>
                    <a:pt x="158270" y="161672"/>
                    <a:pt x="159085" y="161265"/>
                    <a:pt x="159566" y="160452"/>
                  </a:cubicBezTo>
                  <a:cubicBezTo>
                    <a:pt x="160048" y="159639"/>
                    <a:pt x="160048" y="158641"/>
                    <a:pt x="159566" y="157458"/>
                  </a:cubicBezTo>
                  <a:lnTo>
                    <a:pt x="130340" y="89633"/>
                  </a:lnTo>
                  <a:cubicBezTo>
                    <a:pt x="130118" y="88450"/>
                    <a:pt x="129266" y="87859"/>
                    <a:pt x="127859" y="87859"/>
                  </a:cubicBezTo>
                  <a:cubicBezTo>
                    <a:pt x="126932" y="87859"/>
                    <a:pt x="126080" y="88450"/>
                    <a:pt x="125377" y="89633"/>
                  </a:cubicBezTo>
                  <a:lnTo>
                    <a:pt x="96151" y="157458"/>
                  </a:lnTo>
                  <a:close/>
                </a:path>
              </a:pathLst>
            </a:custGeom>
            <a:grpFill/>
            <a:ln w="3692" cap="flat">
              <a:noFill/>
              <a:prstDash val="solid"/>
              <a:miter/>
            </a:ln>
          </p:spPr>
          <p:txBody>
            <a:bodyPr rtlCol="0" anchor="ctr"/>
            <a:lstStyle/>
            <a:p>
              <a:endParaRPr lang="en-US">
                <a:solidFill>
                  <a:schemeClr val="bg2"/>
                </a:solidFill>
              </a:endParaRPr>
            </a:p>
          </p:txBody>
        </p:sp>
        <p:sp>
          <p:nvSpPr>
            <p:cNvPr id="9" name="Freeform 8">
              <a:extLst>
                <a:ext uri="{FF2B5EF4-FFF2-40B4-BE49-F238E27FC236}">
                  <a16:creationId xmlns:a16="http://schemas.microsoft.com/office/drawing/2014/main" id="{4993EBF7-27D1-56D5-1329-0EFF8529C0E8}"/>
                </a:ext>
              </a:extLst>
            </p:cNvPr>
            <p:cNvSpPr/>
            <p:nvPr/>
          </p:nvSpPr>
          <p:spPr>
            <a:xfrm>
              <a:off x="3736096"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2 w 202839"/>
                <a:gd name="connsiteY3" fmla="*/ 248421 h 250528"/>
                <a:gd name="connsiteX4" fmla="*/ 56377 w 202839"/>
                <a:gd name="connsiteY4" fmla="*/ 105748 h 250528"/>
                <a:gd name="connsiteX5" fmla="*/ 53896 w 202839"/>
                <a:gd name="connsiteY5" fmla="*/ 104344 h 250528"/>
                <a:gd name="connsiteX6" fmla="*/ 52117 w 202839"/>
                <a:gd name="connsiteY6" fmla="*/ 107522 h 250528"/>
                <a:gd name="connsiteX7" fmla="*/ 52117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7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2" y="248421"/>
                  </a:cubicBezTo>
                  <a:lnTo>
                    <a:pt x="56377" y="105748"/>
                  </a:lnTo>
                  <a:cubicBezTo>
                    <a:pt x="55451" y="104824"/>
                    <a:pt x="54599" y="104344"/>
                    <a:pt x="53896" y="104344"/>
                  </a:cubicBezTo>
                  <a:cubicBezTo>
                    <a:pt x="52710" y="104344"/>
                    <a:pt x="52117" y="105416"/>
                    <a:pt x="52117" y="107522"/>
                  </a:cubicBezTo>
                  <a:lnTo>
                    <a:pt x="52117" y="247017"/>
                  </a:lnTo>
                  <a:cubicBezTo>
                    <a:pt x="52117"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7" y="2107"/>
                  </a:cubicBezTo>
                  <a:lnTo>
                    <a:pt x="146463" y="144410"/>
                  </a:lnTo>
                  <a:cubicBezTo>
                    <a:pt x="147166"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bg2"/>
                </a:solidFill>
              </a:endParaRPr>
            </a:p>
          </p:txBody>
        </p:sp>
        <p:sp>
          <p:nvSpPr>
            <p:cNvPr id="10" name="Freeform 9">
              <a:extLst>
                <a:ext uri="{FF2B5EF4-FFF2-40B4-BE49-F238E27FC236}">
                  <a16:creationId xmlns:a16="http://schemas.microsoft.com/office/drawing/2014/main" id="{68F19DB7-57FD-44E8-6E55-068C48FD2AD3}"/>
                </a:ext>
              </a:extLst>
            </p:cNvPr>
            <p:cNvSpPr/>
            <p:nvPr/>
          </p:nvSpPr>
          <p:spPr>
            <a:xfrm>
              <a:off x="4009389" y="5624255"/>
              <a:ext cx="176058" cy="250528"/>
            </a:xfrm>
            <a:custGeom>
              <a:avLst/>
              <a:gdLst>
                <a:gd name="connsiteX0" fmla="*/ 172540 w 176058"/>
                <a:gd name="connsiteY0" fmla="*/ 0 h 250528"/>
                <a:gd name="connsiteX1" fmla="*/ 176059 w 176058"/>
                <a:gd name="connsiteY1" fmla="*/ 3511 h 250528"/>
                <a:gd name="connsiteX2" fmla="*/ 176059 w 176058"/>
                <a:gd name="connsiteY2" fmla="*/ 42506 h 250528"/>
                <a:gd name="connsiteX3" fmla="*/ 172540 w 176058"/>
                <a:gd name="connsiteY3" fmla="*/ 46018 h 250528"/>
                <a:gd name="connsiteX4" fmla="*/ 117607 w 176058"/>
                <a:gd name="connsiteY4" fmla="*/ 46018 h 250528"/>
                <a:gd name="connsiteX5" fmla="*/ 114088 w 176058"/>
                <a:gd name="connsiteY5" fmla="*/ 49529 h 250528"/>
                <a:gd name="connsiteX6" fmla="*/ 114088 w 176058"/>
                <a:gd name="connsiteY6" fmla="*/ 247017 h 250528"/>
                <a:gd name="connsiteX7" fmla="*/ 110569 w 176058"/>
                <a:gd name="connsiteY7" fmla="*/ 250528 h 250528"/>
                <a:gd name="connsiteX8" fmla="*/ 65860 w 176058"/>
                <a:gd name="connsiteY8" fmla="*/ 250528 h 250528"/>
                <a:gd name="connsiteX9" fmla="*/ 62341 w 176058"/>
                <a:gd name="connsiteY9" fmla="*/ 247017 h 250528"/>
                <a:gd name="connsiteX10" fmla="*/ 62341 w 176058"/>
                <a:gd name="connsiteY10" fmla="*/ 49529 h 250528"/>
                <a:gd name="connsiteX11" fmla="*/ 58822 w 176058"/>
                <a:gd name="connsiteY11" fmla="*/ 46018 h 250528"/>
                <a:gd name="connsiteX12" fmla="*/ 3519 w 176058"/>
                <a:gd name="connsiteY12" fmla="*/ 46018 h 250528"/>
                <a:gd name="connsiteX13" fmla="*/ 0 w 176058"/>
                <a:gd name="connsiteY13" fmla="*/ 42506 h 250528"/>
                <a:gd name="connsiteX14" fmla="*/ 0 w 176058"/>
                <a:gd name="connsiteY14" fmla="*/ 3511 h 250528"/>
                <a:gd name="connsiteX15" fmla="*/ 3519 w 176058"/>
                <a:gd name="connsiteY15" fmla="*/ 0 h 250528"/>
                <a:gd name="connsiteX16" fmla="*/ 172540 w 176058"/>
                <a:gd name="connsiteY16" fmla="*/ 0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058" h="250528">
                  <a:moveTo>
                    <a:pt x="172540" y="0"/>
                  </a:moveTo>
                  <a:cubicBezTo>
                    <a:pt x="174873" y="0"/>
                    <a:pt x="176059" y="1183"/>
                    <a:pt x="176059" y="3511"/>
                  </a:cubicBezTo>
                  <a:lnTo>
                    <a:pt x="176059" y="42506"/>
                  </a:lnTo>
                  <a:cubicBezTo>
                    <a:pt x="176059" y="44835"/>
                    <a:pt x="174873" y="46018"/>
                    <a:pt x="172540" y="46018"/>
                  </a:cubicBezTo>
                  <a:lnTo>
                    <a:pt x="117607" y="46018"/>
                  </a:lnTo>
                  <a:cubicBezTo>
                    <a:pt x="115274" y="46018"/>
                    <a:pt x="114088" y="47200"/>
                    <a:pt x="114088" y="49529"/>
                  </a:cubicBezTo>
                  <a:lnTo>
                    <a:pt x="114088" y="247017"/>
                  </a:lnTo>
                  <a:cubicBezTo>
                    <a:pt x="114088" y="249345"/>
                    <a:pt x="112903" y="250528"/>
                    <a:pt x="110569" y="250528"/>
                  </a:cubicBezTo>
                  <a:lnTo>
                    <a:pt x="65860" y="250528"/>
                  </a:lnTo>
                  <a:cubicBezTo>
                    <a:pt x="63526" y="250528"/>
                    <a:pt x="62341" y="249345"/>
                    <a:pt x="62341" y="247017"/>
                  </a:cubicBezTo>
                  <a:lnTo>
                    <a:pt x="62341" y="49529"/>
                  </a:lnTo>
                  <a:cubicBezTo>
                    <a:pt x="62341" y="47200"/>
                    <a:pt x="61156" y="46018"/>
                    <a:pt x="58822" y="46018"/>
                  </a:cubicBezTo>
                  <a:lnTo>
                    <a:pt x="3519" y="46018"/>
                  </a:lnTo>
                  <a:cubicBezTo>
                    <a:pt x="1185" y="46018"/>
                    <a:pt x="0" y="44835"/>
                    <a:pt x="0" y="42506"/>
                  </a:cubicBezTo>
                  <a:lnTo>
                    <a:pt x="0" y="3511"/>
                  </a:lnTo>
                  <a:cubicBezTo>
                    <a:pt x="0" y="1183"/>
                    <a:pt x="1185" y="0"/>
                    <a:pt x="3519" y="0"/>
                  </a:cubicBezTo>
                  <a:lnTo>
                    <a:pt x="172540" y="0"/>
                  </a:lnTo>
                  <a:close/>
                </a:path>
              </a:pathLst>
            </a:custGeom>
            <a:grpFill/>
            <a:ln w="3692" cap="flat">
              <a:noFill/>
              <a:prstDash val="solid"/>
              <a:miter/>
            </a:ln>
          </p:spPr>
          <p:txBody>
            <a:bodyPr rtlCol="0" anchor="ctr"/>
            <a:lstStyle/>
            <a:p>
              <a:endParaRPr lang="en-US">
                <a:solidFill>
                  <a:schemeClr val="bg2"/>
                </a:solidFill>
              </a:endParaRPr>
            </a:p>
          </p:txBody>
        </p:sp>
        <p:sp>
          <p:nvSpPr>
            <p:cNvPr id="11" name="Freeform 10">
              <a:extLst>
                <a:ext uri="{FF2B5EF4-FFF2-40B4-BE49-F238E27FC236}">
                  <a16:creationId xmlns:a16="http://schemas.microsoft.com/office/drawing/2014/main" id="{5EA7CBB6-EE8C-C9A1-198C-B290EFBF9FCD}"/>
                </a:ext>
              </a:extLst>
            </p:cNvPr>
            <p:cNvSpPr/>
            <p:nvPr/>
          </p:nvSpPr>
          <p:spPr>
            <a:xfrm>
              <a:off x="4251012" y="5624255"/>
              <a:ext cx="156352" cy="250528"/>
            </a:xfrm>
            <a:custGeom>
              <a:avLst/>
              <a:gdLst>
                <a:gd name="connsiteX0" fmla="*/ 152834 w 156352"/>
                <a:gd name="connsiteY0" fmla="*/ 204511 h 250528"/>
                <a:gd name="connsiteX1" fmla="*/ 156353 w 156352"/>
                <a:gd name="connsiteY1" fmla="*/ 208022 h 250528"/>
                <a:gd name="connsiteX2" fmla="*/ 156353 w 156352"/>
                <a:gd name="connsiteY2" fmla="*/ 247017 h 250528"/>
                <a:gd name="connsiteX3" fmla="*/ 152834 w 156352"/>
                <a:gd name="connsiteY3" fmla="*/ 250528 h 250528"/>
                <a:gd name="connsiteX4" fmla="*/ 3519 w 156352"/>
                <a:gd name="connsiteY4" fmla="*/ 250528 h 250528"/>
                <a:gd name="connsiteX5" fmla="*/ 0 w 156352"/>
                <a:gd name="connsiteY5" fmla="*/ 247017 h 250528"/>
                <a:gd name="connsiteX6" fmla="*/ 0 w 156352"/>
                <a:gd name="connsiteY6" fmla="*/ 3511 h 250528"/>
                <a:gd name="connsiteX7" fmla="*/ 3519 w 156352"/>
                <a:gd name="connsiteY7" fmla="*/ 0 h 250528"/>
                <a:gd name="connsiteX8" fmla="*/ 149315 w 156352"/>
                <a:gd name="connsiteY8" fmla="*/ 0 h 250528"/>
                <a:gd name="connsiteX9" fmla="*/ 152834 w 156352"/>
                <a:gd name="connsiteY9" fmla="*/ 3511 h 250528"/>
                <a:gd name="connsiteX10" fmla="*/ 152834 w 156352"/>
                <a:gd name="connsiteY10" fmla="*/ 42506 h 250528"/>
                <a:gd name="connsiteX11" fmla="*/ 149315 w 156352"/>
                <a:gd name="connsiteY11" fmla="*/ 46018 h 250528"/>
                <a:gd name="connsiteX12" fmla="*/ 55636 w 156352"/>
                <a:gd name="connsiteY12" fmla="*/ 46018 h 250528"/>
                <a:gd name="connsiteX13" fmla="*/ 52118 w 156352"/>
                <a:gd name="connsiteY13" fmla="*/ 49529 h 250528"/>
                <a:gd name="connsiteX14" fmla="*/ 52118 w 156352"/>
                <a:gd name="connsiteY14" fmla="*/ 100832 h 250528"/>
                <a:gd name="connsiteX15" fmla="*/ 55636 w 156352"/>
                <a:gd name="connsiteY15" fmla="*/ 104344 h 250528"/>
                <a:gd name="connsiteX16" fmla="*/ 122904 w 156352"/>
                <a:gd name="connsiteY16" fmla="*/ 104344 h 250528"/>
                <a:gd name="connsiteX17" fmla="*/ 126423 w 156352"/>
                <a:gd name="connsiteY17" fmla="*/ 107855 h 250528"/>
                <a:gd name="connsiteX18" fmla="*/ 126423 w 156352"/>
                <a:gd name="connsiteY18" fmla="*/ 146850 h 250528"/>
                <a:gd name="connsiteX19" fmla="*/ 122904 w 156352"/>
                <a:gd name="connsiteY19" fmla="*/ 150361 h 250528"/>
                <a:gd name="connsiteX20" fmla="*/ 55636 w 156352"/>
                <a:gd name="connsiteY20" fmla="*/ 150361 h 250528"/>
                <a:gd name="connsiteX21" fmla="*/ 52118 w 156352"/>
                <a:gd name="connsiteY21" fmla="*/ 153873 h 250528"/>
                <a:gd name="connsiteX22" fmla="*/ 52118 w 156352"/>
                <a:gd name="connsiteY22" fmla="*/ 200962 h 250528"/>
                <a:gd name="connsiteX23" fmla="*/ 55636 w 156352"/>
                <a:gd name="connsiteY23" fmla="*/ 204474 h 250528"/>
                <a:gd name="connsiteX24" fmla="*/ 152834 w 156352"/>
                <a:gd name="connsiteY24" fmla="*/ 204474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52" h="250528">
                  <a:moveTo>
                    <a:pt x="152834" y="204511"/>
                  </a:moveTo>
                  <a:cubicBezTo>
                    <a:pt x="155167" y="204511"/>
                    <a:pt x="156353" y="205693"/>
                    <a:pt x="156353" y="208022"/>
                  </a:cubicBezTo>
                  <a:lnTo>
                    <a:pt x="156353" y="247017"/>
                  </a:lnTo>
                  <a:cubicBezTo>
                    <a:pt x="156353" y="249345"/>
                    <a:pt x="155167" y="250528"/>
                    <a:pt x="152834" y="250528"/>
                  </a:cubicBezTo>
                  <a:lnTo>
                    <a:pt x="3519" y="250528"/>
                  </a:lnTo>
                  <a:cubicBezTo>
                    <a:pt x="1185" y="250528"/>
                    <a:pt x="0" y="249345"/>
                    <a:pt x="0" y="247017"/>
                  </a:cubicBezTo>
                  <a:lnTo>
                    <a:pt x="0" y="3511"/>
                  </a:lnTo>
                  <a:cubicBezTo>
                    <a:pt x="0" y="1183"/>
                    <a:pt x="1185" y="0"/>
                    <a:pt x="3519" y="0"/>
                  </a:cubicBezTo>
                  <a:lnTo>
                    <a:pt x="149315" y="0"/>
                  </a:lnTo>
                  <a:cubicBezTo>
                    <a:pt x="151649" y="0"/>
                    <a:pt x="152834" y="1183"/>
                    <a:pt x="152834" y="3511"/>
                  </a:cubicBezTo>
                  <a:lnTo>
                    <a:pt x="152834" y="42506"/>
                  </a:lnTo>
                  <a:cubicBezTo>
                    <a:pt x="152834" y="44835"/>
                    <a:pt x="151649" y="46018"/>
                    <a:pt x="149315" y="46018"/>
                  </a:cubicBezTo>
                  <a:lnTo>
                    <a:pt x="55636" y="46018"/>
                  </a:lnTo>
                  <a:cubicBezTo>
                    <a:pt x="53303" y="46018"/>
                    <a:pt x="52118" y="47200"/>
                    <a:pt x="52118" y="49529"/>
                  </a:cubicBezTo>
                  <a:lnTo>
                    <a:pt x="52118" y="100832"/>
                  </a:lnTo>
                  <a:cubicBezTo>
                    <a:pt x="52118" y="103161"/>
                    <a:pt x="53303" y="104344"/>
                    <a:pt x="55636" y="104344"/>
                  </a:cubicBezTo>
                  <a:lnTo>
                    <a:pt x="122904" y="104344"/>
                  </a:lnTo>
                  <a:cubicBezTo>
                    <a:pt x="125238" y="104344"/>
                    <a:pt x="126423" y="105526"/>
                    <a:pt x="126423" y="107855"/>
                  </a:cubicBezTo>
                  <a:lnTo>
                    <a:pt x="126423" y="146850"/>
                  </a:lnTo>
                  <a:cubicBezTo>
                    <a:pt x="126423" y="149178"/>
                    <a:pt x="125238" y="150361"/>
                    <a:pt x="122904" y="150361"/>
                  </a:cubicBezTo>
                  <a:lnTo>
                    <a:pt x="55636" y="150361"/>
                  </a:lnTo>
                  <a:cubicBezTo>
                    <a:pt x="53303" y="150361"/>
                    <a:pt x="52118" y="151544"/>
                    <a:pt x="52118" y="153873"/>
                  </a:cubicBezTo>
                  <a:lnTo>
                    <a:pt x="52118" y="200962"/>
                  </a:lnTo>
                  <a:cubicBezTo>
                    <a:pt x="52118" y="203291"/>
                    <a:pt x="53303" y="204474"/>
                    <a:pt x="55636" y="204474"/>
                  </a:cubicBezTo>
                  <a:lnTo>
                    <a:pt x="152834" y="204474"/>
                  </a:lnTo>
                  <a:close/>
                </a:path>
              </a:pathLst>
            </a:custGeom>
            <a:grpFill/>
            <a:ln w="3692" cap="flat">
              <a:noFill/>
              <a:prstDash val="solid"/>
              <a:miter/>
            </a:ln>
          </p:spPr>
          <p:txBody>
            <a:bodyPr rtlCol="0" anchor="ctr"/>
            <a:lstStyle/>
            <a:p>
              <a:endParaRPr lang="en-US">
                <a:solidFill>
                  <a:schemeClr val="bg2"/>
                </a:solidFill>
              </a:endParaRPr>
            </a:p>
          </p:txBody>
        </p:sp>
        <p:sp>
          <p:nvSpPr>
            <p:cNvPr id="12" name="Freeform 11">
              <a:extLst>
                <a:ext uri="{FF2B5EF4-FFF2-40B4-BE49-F238E27FC236}">
                  <a16:creationId xmlns:a16="http://schemas.microsoft.com/office/drawing/2014/main" id="{F86E61B9-EBB0-16D9-87B4-A1EF55E4C627}"/>
                </a:ext>
              </a:extLst>
            </p:cNvPr>
            <p:cNvSpPr/>
            <p:nvPr/>
          </p:nvSpPr>
          <p:spPr>
            <a:xfrm>
              <a:off x="4479596" y="5624255"/>
              <a:ext cx="196839" cy="250565"/>
            </a:xfrm>
            <a:custGeom>
              <a:avLst/>
              <a:gdLst>
                <a:gd name="connsiteX0" fmla="*/ 3519 w 196839"/>
                <a:gd name="connsiteY0" fmla="*/ 250528 h 250565"/>
                <a:gd name="connsiteX1" fmla="*/ 0 w 196839"/>
                <a:gd name="connsiteY1" fmla="*/ 247017 h 250565"/>
                <a:gd name="connsiteX2" fmla="*/ 0 w 196839"/>
                <a:gd name="connsiteY2" fmla="*/ 3511 h 250565"/>
                <a:gd name="connsiteX3" fmla="*/ 3519 w 196839"/>
                <a:gd name="connsiteY3" fmla="*/ 0 h 250565"/>
                <a:gd name="connsiteX4" fmla="*/ 106717 w 196839"/>
                <a:gd name="connsiteY4" fmla="*/ 0 h 250565"/>
                <a:gd name="connsiteX5" fmla="*/ 152315 w 196839"/>
                <a:gd name="connsiteY5" fmla="*/ 11052 h 250565"/>
                <a:gd name="connsiteX6" fmla="*/ 184875 w 196839"/>
                <a:gd name="connsiteY6" fmla="*/ 41989 h 250565"/>
                <a:gd name="connsiteX7" fmla="*/ 196839 w 196839"/>
                <a:gd name="connsiteY7" fmla="*/ 86787 h 250565"/>
                <a:gd name="connsiteX8" fmla="*/ 185394 w 196839"/>
                <a:gd name="connsiteY8" fmla="*/ 130365 h 250565"/>
                <a:gd name="connsiteX9" fmla="*/ 153167 w 196839"/>
                <a:gd name="connsiteY9" fmla="*/ 161635 h 250565"/>
                <a:gd name="connsiteX10" fmla="*/ 151575 w 196839"/>
                <a:gd name="connsiteY10" fmla="*/ 163557 h 250565"/>
                <a:gd name="connsiteX11" fmla="*/ 152093 w 196839"/>
                <a:gd name="connsiteY11" fmla="*/ 166551 h 250565"/>
                <a:gd name="connsiteX12" fmla="*/ 194691 w 196839"/>
                <a:gd name="connsiteY12" fmla="*/ 246315 h 250565"/>
                <a:gd name="connsiteX13" fmla="*/ 195395 w 196839"/>
                <a:gd name="connsiteY13" fmla="*/ 248089 h 250565"/>
                <a:gd name="connsiteX14" fmla="*/ 194506 w 196839"/>
                <a:gd name="connsiteY14" fmla="*/ 249863 h 250565"/>
                <a:gd name="connsiteX15" fmla="*/ 192209 w 196839"/>
                <a:gd name="connsiteY15" fmla="*/ 250565 h 250565"/>
                <a:gd name="connsiteX16" fmla="*/ 143610 w 196839"/>
                <a:gd name="connsiteY16" fmla="*/ 250565 h 250565"/>
                <a:gd name="connsiteX17" fmla="*/ 139388 w 196839"/>
                <a:gd name="connsiteY17" fmla="*/ 248089 h 250565"/>
                <a:gd name="connsiteX18" fmla="*/ 102420 w 196839"/>
                <a:gd name="connsiteY18" fmla="*/ 176050 h 250565"/>
                <a:gd name="connsiteX19" fmla="*/ 98197 w 196839"/>
                <a:gd name="connsiteY19" fmla="*/ 173573 h 250565"/>
                <a:gd name="connsiteX20" fmla="*/ 55600 w 196839"/>
                <a:gd name="connsiteY20" fmla="*/ 173573 h 250565"/>
                <a:gd name="connsiteX21" fmla="*/ 52081 w 196839"/>
                <a:gd name="connsiteY21" fmla="*/ 177085 h 250565"/>
                <a:gd name="connsiteX22" fmla="*/ 52081 w 196839"/>
                <a:gd name="connsiteY22" fmla="*/ 247017 h 250565"/>
                <a:gd name="connsiteX23" fmla="*/ 48562 w 196839"/>
                <a:gd name="connsiteY23" fmla="*/ 250528 h 250565"/>
                <a:gd name="connsiteX24" fmla="*/ 3482 w 196839"/>
                <a:gd name="connsiteY24" fmla="*/ 250528 h 250565"/>
                <a:gd name="connsiteX25" fmla="*/ 102828 w 196839"/>
                <a:gd name="connsiteY25" fmla="*/ 127556 h 250565"/>
                <a:gd name="connsiteX26" fmla="*/ 123423 w 196839"/>
                <a:gd name="connsiteY26" fmla="*/ 122455 h 250565"/>
                <a:gd name="connsiteX27" fmla="*/ 139091 w 196839"/>
                <a:gd name="connsiteY27" fmla="*/ 108225 h 250565"/>
                <a:gd name="connsiteX28" fmla="*/ 145092 w 196839"/>
                <a:gd name="connsiteY28" fmla="*/ 86787 h 250565"/>
                <a:gd name="connsiteX29" fmla="*/ 132239 w 196839"/>
                <a:gd name="connsiteY29" fmla="*/ 56921 h 250565"/>
                <a:gd name="connsiteX30" fmla="*/ 101087 w 196839"/>
                <a:gd name="connsiteY30" fmla="*/ 46018 h 250565"/>
                <a:gd name="connsiteX31" fmla="*/ 55674 w 196839"/>
                <a:gd name="connsiteY31" fmla="*/ 46018 h 250565"/>
                <a:gd name="connsiteX32" fmla="*/ 52155 w 196839"/>
                <a:gd name="connsiteY32" fmla="*/ 49529 h 250565"/>
                <a:gd name="connsiteX33" fmla="*/ 52155 w 196839"/>
                <a:gd name="connsiteY33" fmla="*/ 124007 h 250565"/>
                <a:gd name="connsiteX34" fmla="*/ 55674 w 196839"/>
                <a:gd name="connsiteY34" fmla="*/ 127519 h 250565"/>
                <a:gd name="connsiteX35" fmla="*/ 102865 w 196839"/>
                <a:gd name="connsiteY35" fmla="*/ 127519 h 2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6839" h="250565">
                  <a:moveTo>
                    <a:pt x="3519" y="250528"/>
                  </a:moveTo>
                  <a:cubicBezTo>
                    <a:pt x="1185" y="250528"/>
                    <a:pt x="0" y="249345"/>
                    <a:pt x="0" y="247017"/>
                  </a:cubicBezTo>
                  <a:lnTo>
                    <a:pt x="0" y="3511"/>
                  </a:lnTo>
                  <a:cubicBezTo>
                    <a:pt x="0" y="1183"/>
                    <a:pt x="1185" y="0"/>
                    <a:pt x="3519" y="0"/>
                  </a:cubicBezTo>
                  <a:lnTo>
                    <a:pt x="106717" y="0"/>
                  </a:lnTo>
                  <a:cubicBezTo>
                    <a:pt x="123386" y="0"/>
                    <a:pt x="138573" y="3696"/>
                    <a:pt x="152315" y="11052"/>
                  </a:cubicBezTo>
                  <a:cubicBezTo>
                    <a:pt x="166058" y="18444"/>
                    <a:pt x="176911" y="28756"/>
                    <a:pt x="184875" y="41989"/>
                  </a:cubicBezTo>
                  <a:cubicBezTo>
                    <a:pt x="192839" y="55221"/>
                    <a:pt x="196839" y="70154"/>
                    <a:pt x="196839" y="86787"/>
                  </a:cubicBezTo>
                  <a:cubicBezTo>
                    <a:pt x="196839" y="103420"/>
                    <a:pt x="193024" y="117724"/>
                    <a:pt x="185394" y="130365"/>
                  </a:cubicBezTo>
                  <a:cubicBezTo>
                    <a:pt x="177763" y="143006"/>
                    <a:pt x="167021" y="153429"/>
                    <a:pt x="153167" y="161635"/>
                  </a:cubicBezTo>
                  <a:cubicBezTo>
                    <a:pt x="152241" y="161856"/>
                    <a:pt x="151686" y="162522"/>
                    <a:pt x="151575" y="163557"/>
                  </a:cubicBezTo>
                  <a:cubicBezTo>
                    <a:pt x="151463" y="164592"/>
                    <a:pt x="151648" y="165627"/>
                    <a:pt x="152093" y="166551"/>
                  </a:cubicBezTo>
                  <a:lnTo>
                    <a:pt x="194691" y="246315"/>
                  </a:lnTo>
                  <a:lnTo>
                    <a:pt x="195395" y="248089"/>
                  </a:lnTo>
                  <a:cubicBezTo>
                    <a:pt x="195395" y="248791"/>
                    <a:pt x="195098" y="249382"/>
                    <a:pt x="194506" y="249863"/>
                  </a:cubicBezTo>
                  <a:cubicBezTo>
                    <a:pt x="193913" y="250343"/>
                    <a:pt x="193172" y="250565"/>
                    <a:pt x="192209" y="250565"/>
                  </a:cubicBezTo>
                  <a:lnTo>
                    <a:pt x="143610" y="250565"/>
                  </a:lnTo>
                  <a:cubicBezTo>
                    <a:pt x="141499" y="250565"/>
                    <a:pt x="140091" y="249752"/>
                    <a:pt x="139388" y="248089"/>
                  </a:cubicBezTo>
                  <a:lnTo>
                    <a:pt x="102420" y="176050"/>
                  </a:lnTo>
                  <a:cubicBezTo>
                    <a:pt x="101716" y="174424"/>
                    <a:pt x="100309" y="173573"/>
                    <a:pt x="98197" y="173573"/>
                  </a:cubicBezTo>
                  <a:lnTo>
                    <a:pt x="55600" y="173573"/>
                  </a:lnTo>
                  <a:cubicBezTo>
                    <a:pt x="53266" y="173573"/>
                    <a:pt x="52081" y="174756"/>
                    <a:pt x="52081" y="177085"/>
                  </a:cubicBezTo>
                  <a:lnTo>
                    <a:pt x="52081" y="247017"/>
                  </a:lnTo>
                  <a:cubicBezTo>
                    <a:pt x="52081" y="249345"/>
                    <a:pt x="50895" y="250528"/>
                    <a:pt x="48562" y="250528"/>
                  </a:cubicBezTo>
                  <a:lnTo>
                    <a:pt x="3482" y="250528"/>
                  </a:lnTo>
                  <a:close/>
                  <a:moveTo>
                    <a:pt x="102828" y="127556"/>
                  </a:moveTo>
                  <a:cubicBezTo>
                    <a:pt x="110088" y="127556"/>
                    <a:pt x="116978" y="125855"/>
                    <a:pt x="123423" y="122455"/>
                  </a:cubicBezTo>
                  <a:cubicBezTo>
                    <a:pt x="129868" y="119054"/>
                    <a:pt x="135091" y="114323"/>
                    <a:pt x="139091" y="108225"/>
                  </a:cubicBezTo>
                  <a:cubicBezTo>
                    <a:pt x="143092" y="102126"/>
                    <a:pt x="145092" y="94992"/>
                    <a:pt x="145092" y="86787"/>
                  </a:cubicBezTo>
                  <a:cubicBezTo>
                    <a:pt x="145092" y="74146"/>
                    <a:pt x="140795" y="64166"/>
                    <a:pt x="132239" y="56921"/>
                  </a:cubicBezTo>
                  <a:cubicBezTo>
                    <a:pt x="123682" y="49677"/>
                    <a:pt x="113273" y="46018"/>
                    <a:pt x="101087" y="46018"/>
                  </a:cubicBezTo>
                  <a:lnTo>
                    <a:pt x="55674" y="46018"/>
                  </a:lnTo>
                  <a:cubicBezTo>
                    <a:pt x="53340" y="46018"/>
                    <a:pt x="52155" y="47200"/>
                    <a:pt x="52155" y="49529"/>
                  </a:cubicBezTo>
                  <a:lnTo>
                    <a:pt x="52155" y="124007"/>
                  </a:lnTo>
                  <a:cubicBezTo>
                    <a:pt x="52155" y="126336"/>
                    <a:pt x="53340" y="127519"/>
                    <a:pt x="55674" y="127519"/>
                  </a:cubicBezTo>
                  <a:lnTo>
                    <a:pt x="102865" y="127519"/>
                  </a:lnTo>
                  <a:close/>
                </a:path>
              </a:pathLst>
            </a:custGeom>
            <a:grpFill/>
            <a:ln w="3692" cap="flat">
              <a:noFill/>
              <a:prstDash val="solid"/>
              <a:miter/>
            </a:ln>
          </p:spPr>
          <p:txBody>
            <a:bodyPr rtlCol="0" anchor="ctr"/>
            <a:lstStyle/>
            <a:p>
              <a:endParaRPr lang="en-US">
                <a:solidFill>
                  <a:schemeClr val="bg2"/>
                </a:solidFill>
              </a:endParaRPr>
            </a:p>
          </p:txBody>
        </p:sp>
        <p:sp>
          <p:nvSpPr>
            <p:cNvPr id="13" name="Freeform 12">
              <a:extLst>
                <a:ext uri="{FF2B5EF4-FFF2-40B4-BE49-F238E27FC236}">
                  <a16:creationId xmlns:a16="http://schemas.microsoft.com/office/drawing/2014/main" id="{ADCCF72F-58CA-4B0A-C9EF-946216859FD5}"/>
                </a:ext>
              </a:extLst>
            </p:cNvPr>
            <p:cNvSpPr/>
            <p:nvPr/>
          </p:nvSpPr>
          <p:spPr>
            <a:xfrm>
              <a:off x="4744703"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3 w 202839"/>
                <a:gd name="connsiteY3" fmla="*/ 248421 h 250528"/>
                <a:gd name="connsiteX4" fmla="*/ 56377 w 202839"/>
                <a:gd name="connsiteY4" fmla="*/ 105748 h 250528"/>
                <a:gd name="connsiteX5" fmla="*/ 53896 w 202839"/>
                <a:gd name="connsiteY5" fmla="*/ 104344 h 250528"/>
                <a:gd name="connsiteX6" fmla="*/ 52118 w 202839"/>
                <a:gd name="connsiteY6" fmla="*/ 107522 h 250528"/>
                <a:gd name="connsiteX7" fmla="*/ 52118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8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3" y="248421"/>
                  </a:cubicBezTo>
                  <a:lnTo>
                    <a:pt x="56377" y="105748"/>
                  </a:lnTo>
                  <a:cubicBezTo>
                    <a:pt x="55451" y="104824"/>
                    <a:pt x="54599" y="104344"/>
                    <a:pt x="53896" y="104344"/>
                  </a:cubicBezTo>
                  <a:cubicBezTo>
                    <a:pt x="52710" y="104344"/>
                    <a:pt x="52118" y="105416"/>
                    <a:pt x="52118" y="107522"/>
                  </a:cubicBezTo>
                  <a:lnTo>
                    <a:pt x="52118" y="247017"/>
                  </a:lnTo>
                  <a:cubicBezTo>
                    <a:pt x="52118"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8" y="2107"/>
                  </a:cubicBezTo>
                  <a:lnTo>
                    <a:pt x="146463" y="144410"/>
                  </a:lnTo>
                  <a:cubicBezTo>
                    <a:pt x="147167"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bg2"/>
                </a:solidFill>
              </a:endParaRPr>
            </a:p>
          </p:txBody>
        </p:sp>
        <p:sp>
          <p:nvSpPr>
            <p:cNvPr id="14" name="Freeform 13">
              <a:extLst>
                <a:ext uri="{FF2B5EF4-FFF2-40B4-BE49-F238E27FC236}">
                  <a16:creationId xmlns:a16="http://schemas.microsoft.com/office/drawing/2014/main" id="{21016634-C362-FE3C-55AE-F24AB65FFB3A}"/>
                </a:ext>
              </a:extLst>
            </p:cNvPr>
            <p:cNvSpPr/>
            <p:nvPr/>
          </p:nvSpPr>
          <p:spPr>
            <a:xfrm>
              <a:off x="2649665" y="5714387"/>
              <a:ext cx="129608" cy="253611"/>
            </a:xfrm>
            <a:custGeom>
              <a:avLst/>
              <a:gdLst>
                <a:gd name="connsiteX0" fmla="*/ 51488 w 129608"/>
                <a:gd name="connsiteY0" fmla="*/ 172003 h 253611"/>
                <a:gd name="connsiteX1" fmla="*/ 114866 w 129608"/>
                <a:gd name="connsiteY1" fmla="*/ 95454 h 253611"/>
                <a:gd name="connsiteX2" fmla="*/ 129609 w 129608"/>
                <a:gd name="connsiteY2" fmla="*/ 77491 h 253611"/>
                <a:gd name="connsiteX3" fmla="*/ 129609 w 129608"/>
                <a:gd name="connsiteY3" fmla="*/ 18463 h 253611"/>
                <a:gd name="connsiteX4" fmla="*/ 108310 w 129608"/>
                <a:gd name="connsiteY4" fmla="*/ 277 h 253611"/>
                <a:gd name="connsiteX5" fmla="*/ 0 w 129608"/>
                <a:gd name="connsiteY5" fmla="*/ 127870 h 253611"/>
                <a:gd name="connsiteX6" fmla="*/ 98716 w 129608"/>
                <a:gd name="connsiteY6" fmla="*/ 253467 h 253611"/>
                <a:gd name="connsiteX7" fmla="*/ 104531 w 129608"/>
                <a:gd name="connsiteY7" fmla="*/ 248994 h 253611"/>
                <a:gd name="connsiteX8" fmla="*/ 104531 w 129608"/>
                <a:gd name="connsiteY8" fmla="*/ 248994 h 253611"/>
                <a:gd name="connsiteX9" fmla="*/ 101494 w 129608"/>
                <a:gd name="connsiteY9" fmla="*/ 244670 h 253611"/>
                <a:gd name="connsiteX10" fmla="*/ 51525 w 129608"/>
                <a:gd name="connsiteY10" fmla="*/ 172040 h 25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08" h="253611">
                  <a:moveTo>
                    <a:pt x="51488" y="172003"/>
                  </a:moveTo>
                  <a:cubicBezTo>
                    <a:pt x="51488" y="133969"/>
                    <a:pt x="78751" y="102329"/>
                    <a:pt x="114866" y="95454"/>
                  </a:cubicBezTo>
                  <a:cubicBezTo>
                    <a:pt x="122978" y="93902"/>
                    <a:pt x="129609" y="85733"/>
                    <a:pt x="129609" y="77491"/>
                  </a:cubicBezTo>
                  <a:lnTo>
                    <a:pt x="129609" y="18463"/>
                  </a:lnTo>
                  <a:cubicBezTo>
                    <a:pt x="129609" y="6635"/>
                    <a:pt x="120015" y="-1645"/>
                    <a:pt x="108310" y="277"/>
                  </a:cubicBezTo>
                  <a:cubicBezTo>
                    <a:pt x="46858" y="10405"/>
                    <a:pt x="0" y="63704"/>
                    <a:pt x="0" y="127870"/>
                  </a:cubicBezTo>
                  <a:cubicBezTo>
                    <a:pt x="0" y="188673"/>
                    <a:pt x="42042" y="239643"/>
                    <a:pt x="98716" y="253467"/>
                  </a:cubicBezTo>
                  <a:cubicBezTo>
                    <a:pt x="101679" y="254206"/>
                    <a:pt x="104531" y="252025"/>
                    <a:pt x="104531" y="248994"/>
                  </a:cubicBezTo>
                  <a:lnTo>
                    <a:pt x="104531" y="248994"/>
                  </a:lnTo>
                  <a:cubicBezTo>
                    <a:pt x="104531" y="247073"/>
                    <a:pt x="103309" y="245372"/>
                    <a:pt x="101494" y="244670"/>
                  </a:cubicBezTo>
                  <a:cubicBezTo>
                    <a:pt x="72268" y="233397"/>
                    <a:pt x="51525" y="205158"/>
                    <a:pt x="51525" y="172040"/>
                  </a:cubicBezTo>
                  <a:close/>
                </a:path>
              </a:pathLst>
            </a:custGeom>
            <a:grpFill/>
            <a:ln w="3692" cap="flat">
              <a:noFill/>
              <a:prstDash val="solid"/>
              <a:miter/>
            </a:ln>
          </p:spPr>
          <p:txBody>
            <a:bodyPr rtlCol="0" anchor="ctr"/>
            <a:lstStyle/>
            <a:p>
              <a:endParaRPr lang="en-US">
                <a:solidFill>
                  <a:schemeClr val="bg2"/>
                </a:solidFill>
              </a:endParaRPr>
            </a:p>
          </p:txBody>
        </p:sp>
        <p:sp>
          <p:nvSpPr>
            <p:cNvPr id="15" name="Freeform 14">
              <a:extLst>
                <a:ext uri="{FF2B5EF4-FFF2-40B4-BE49-F238E27FC236}">
                  <a16:creationId xmlns:a16="http://schemas.microsoft.com/office/drawing/2014/main" id="{2CFEB11B-B959-5D44-784A-32F7EE56191B}"/>
                </a:ext>
              </a:extLst>
            </p:cNvPr>
            <p:cNvSpPr/>
            <p:nvPr/>
          </p:nvSpPr>
          <p:spPr>
            <a:xfrm>
              <a:off x="2779274" y="5459914"/>
              <a:ext cx="234362" cy="508006"/>
            </a:xfrm>
            <a:custGeom>
              <a:avLst/>
              <a:gdLst>
                <a:gd name="connsiteX0" fmla="*/ 234362 w 234362"/>
                <a:gd name="connsiteY0" fmla="*/ 255009 h 508006"/>
                <a:gd name="connsiteX1" fmla="*/ 21632 w 234362"/>
                <a:gd name="connsiteY1" fmla="*/ 341 h 508006"/>
                <a:gd name="connsiteX2" fmla="*/ 0 w 234362"/>
                <a:gd name="connsiteY2" fmla="*/ 18452 h 508006"/>
                <a:gd name="connsiteX3" fmla="*/ 0 w 234362"/>
                <a:gd name="connsiteY3" fmla="*/ 163047 h 508006"/>
                <a:gd name="connsiteX4" fmla="*/ 14076 w 234362"/>
                <a:gd name="connsiteY4" fmla="*/ 180863 h 508006"/>
                <a:gd name="connsiteX5" fmla="*/ 144055 w 234362"/>
                <a:gd name="connsiteY5" fmla="*/ 345085 h 508006"/>
                <a:gd name="connsiteX6" fmla="*/ 123830 w 234362"/>
                <a:gd name="connsiteY6" fmla="*/ 425108 h 508006"/>
                <a:gd name="connsiteX7" fmla="*/ 50599 w 234362"/>
                <a:gd name="connsiteY7" fmla="*/ 491528 h 508006"/>
                <a:gd name="connsiteX8" fmla="*/ 27966 w 234362"/>
                <a:gd name="connsiteY8" fmla="*/ 498625 h 508006"/>
                <a:gd name="connsiteX9" fmla="*/ 24262 w 234362"/>
                <a:gd name="connsiteY9" fmla="*/ 503245 h 508006"/>
                <a:gd name="connsiteX10" fmla="*/ 24262 w 234362"/>
                <a:gd name="connsiteY10" fmla="*/ 503245 h 508006"/>
                <a:gd name="connsiteX11" fmla="*/ 30004 w 234362"/>
                <a:gd name="connsiteY11" fmla="*/ 507902 h 508006"/>
                <a:gd name="connsiteX12" fmla="*/ 234362 w 234362"/>
                <a:gd name="connsiteY12" fmla="*/ 254972 h 50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362" h="508006">
                  <a:moveTo>
                    <a:pt x="234362" y="255009"/>
                  </a:moveTo>
                  <a:cubicBezTo>
                    <a:pt x="234362" y="127970"/>
                    <a:pt x="142610" y="22296"/>
                    <a:pt x="21632" y="341"/>
                  </a:cubicBezTo>
                  <a:cubicBezTo>
                    <a:pt x="9742" y="-1803"/>
                    <a:pt x="0" y="6402"/>
                    <a:pt x="0" y="18452"/>
                  </a:cubicBezTo>
                  <a:lnTo>
                    <a:pt x="0" y="163047"/>
                  </a:lnTo>
                  <a:cubicBezTo>
                    <a:pt x="0" y="170994"/>
                    <a:pt x="6334" y="179052"/>
                    <a:pt x="14076" y="180863"/>
                  </a:cubicBezTo>
                  <a:cubicBezTo>
                    <a:pt x="88604" y="198494"/>
                    <a:pt x="144055" y="265321"/>
                    <a:pt x="144055" y="345085"/>
                  </a:cubicBezTo>
                  <a:cubicBezTo>
                    <a:pt x="144055" y="374063"/>
                    <a:pt x="136721" y="401304"/>
                    <a:pt x="123830" y="425108"/>
                  </a:cubicBezTo>
                  <a:cubicBezTo>
                    <a:pt x="102679" y="461441"/>
                    <a:pt x="74157" y="480994"/>
                    <a:pt x="50599" y="491528"/>
                  </a:cubicBezTo>
                  <a:cubicBezTo>
                    <a:pt x="43302" y="494411"/>
                    <a:pt x="35745" y="496777"/>
                    <a:pt x="27966" y="498625"/>
                  </a:cubicBezTo>
                  <a:cubicBezTo>
                    <a:pt x="25818" y="499142"/>
                    <a:pt x="24262" y="501028"/>
                    <a:pt x="24262" y="503245"/>
                  </a:cubicBezTo>
                  <a:lnTo>
                    <a:pt x="24262" y="503245"/>
                  </a:lnTo>
                  <a:cubicBezTo>
                    <a:pt x="24262" y="506239"/>
                    <a:pt x="27040" y="508531"/>
                    <a:pt x="30004" y="507902"/>
                  </a:cubicBezTo>
                  <a:cubicBezTo>
                    <a:pt x="146833" y="482694"/>
                    <a:pt x="234362" y="379090"/>
                    <a:pt x="234362" y="254972"/>
                  </a:cubicBezTo>
                  <a:close/>
                </a:path>
              </a:pathLst>
            </a:custGeom>
            <a:grpFill/>
            <a:ln w="3692" cap="flat">
              <a:noFill/>
              <a:prstDash val="solid"/>
              <a:miter/>
            </a:ln>
          </p:spPr>
          <p:txBody>
            <a:bodyPr rtlCol="0" anchor="ctr"/>
            <a:lstStyle/>
            <a:p>
              <a:endParaRPr lang="en-US">
                <a:solidFill>
                  <a:schemeClr val="bg2"/>
                </a:solidFill>
              </a:endParaRPr>
            </a:p>
          </p:txBody>
        </p:sp>
        <p:sp>
          <p:nvSpPr>
            <p:cNvPr id="16" name="Freeform 15">
              <a:extLst>
                <a:ext uri="{FF2B5EF4-FFF2-40B4-BE49-F238E27FC236}">
                  <a16:creationId xmlns:a16="http://schemas.microsoft.com/office/drawing/2014/main" id="{F53E0CD6-5A0F-3C95-4C7A-145AD78A6C25}"/>
                </a:ext>
              </a:extLst>
            </p:cNvPr>
            <p:cNvSpPr/>
            <p:nvPr/>
          </p:nvSpPr>
          <p:spPr>
            <a:xfrm>
              <a:off x="3210809" y="6013428"/>
              <a:ext cx="61822" cy="88376"/>
            </a:xfrm>
            <a:custGeom>
              <a:avLst/>
              <a:gdLst>
                <a:gd name="connsiteX0" fmla="*/ 0 w 61822"/>
                <a:gd name="connsiteY0" fmla="*/ 0 h 88376"/>
                <a:gd name="connsiteX1" fmla="*/ 61822 w 61822"/>
                <a:gd name="connsiteY1" fmla="*/ 0 h 88376"/>
                <a:gd name="connsiteX2" fmla="*/ 61822 w 61822"/>
                <a:gd name="connsiteY2" fmla="*/ 11828 h 88376"/>
                <a:gd name="connsiteX3" fmla="*/ 38227 w 61822"/>
                <a:gd name="connsiteY3" fmla="*/ 11828 h 88376"/>
                <a:gd name="connsiteX4" fmla="*/ 38227 w 61822"/>
                <a:gd name="connsiteY4" fmla="*/ 88376 h 88376"/>
                <a:gd name="connsiteX5" fmla="*/ 23707 w 61822"/>
                <a:gd name="connsiteY5" fmla="*/ 88376 h 88376"/>
                <a:gd name="connsiteX6" fmla="*/ 23707 w 61822"/>
                <a:gd name="connsiteY6" fmla="*/ 11828 h 88376"/>
                <a:gd name="connsiteX7" fmla="*/ 0 w 61822"/>
                <a:gd name="connsiteY7" fmla="*/ 11828 h 88376"/>
                <a:gd name="connsiteX8" fmla="*/ 0 w 61822"/>
                <a:gd name="connsiteY8" fmla="*/ 0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22" h="88376">
                  <a:moveTo>
                    <a:pt x="0" y="0"/>
                  </a:moveTo>
                  <a:lnTo>
                    <a:pt x="61822" y="0"/>
                  </a:lnTo>
                  <a:lnTo>
                    <a:pt x="61822" y="11828"/>
                  </a:lnTo>
                  <a:lnTo>
                    <a:pt x="38227" y="11828"/>
                  </a:lnTo>
                  <a:lnTo>
                    <a:pt x="38227" y="88376"/>
                  </a:lnTo>
                  <a:lnTo>
                    <a:pt x="23707" y="88376"/>
                  </a:lnTo>
                  <a:lnTo>
                    <a:pt x="23707" y="11828"/>
                  </a:lnTo>
                  <a:lnTo>
                    <a:pt x="0" y="11828"/>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19" name="Freeform 18">
              <a:extLst>
                <a:ext uri="{FF2B5EF4-FFF2-40B4-BE49-F238E27FC236}">
                  <a16:creationId xmlns:a16="http://schemas.microsoft.com/office/drawing/2014/main" id="{812C33A8-6A09-FB54-451E-940B2143AB99}"/>
                </a:ext>
              </a:extLst>
            </p:cNvPr>
            <p:cNvSpPr/>
            <p:nvPr/>
          </p:nvSpPr>
          <p:spPr>
            <a:xfrm>
              <a:off x="3283707" y="6007735"/>
              <a:ext cx="64230" cy="94142"/>
            </a:xfrm>
            <a:custGeom>
              <a:avLst/>
              <a:gdLst>
                <a:gd name="connsiteX0" fmla="*/ 0 w 64230"/>
                <a:gd name="connsiteY0" fmla="*/ 0 h 94142"/>
                <a:gd name="connsiteX1" fmla="*/ 14520 w 64230"/>
                <a:gd name="connsiteY1" fmla="*/ 0 h 94142"/>
                <a:gd name="connsiteX2" fmla="*/ 14520 w 64230"/>
                <a:gd name="connsiteY2" fmla="*/ 32194 h 94142"/>
                <a:gd name="connsiteX3" fmla="*/ 36301 w 64230"/>
                <a:gd name="connsiteY3" fmla="*/ 22916 h 94142"/>
                <a:gd name="connsiteX4" fmla="*/ 64230 w 64230"/>
                <a:gd name="connsiteY4" fmla="*/ 52819 h 94142"/>
                <a:gd name="connsiteX5" fmla="*/ 64230 w 64230"/>
                <a:gd name="connsiteY5" fmla="*/ 94142 h 94142"/>
                <a:gd name="connsiteX6" fmla="*/ 49821 w 64230"/>
                <a:gd name="connsiteY6" fmla="*/ 94142 h 94142"/>
                <a:gd name="connsiteX7" fmla="*/ 49821 w 64230"/>
                <a:gd name="connsiteY7" fmla="*/ 54962 h 94142"/>
                <a:gd name="connsiteX8" fmla="*/ 32226 w 64230"/>
                <a:gd name="connsiteY8" fmla="*/ 35520 h 94142"/>
                <a:gd name="connsiteX9" fmla="*/ 14520 w 64230"/>
                <a:gd name="connsiteY9" fmla="*/ 54962 h 94142"/>
                <a:gd name="connsiteX10" fmla="*/ 14520 w 64230"/>
                <a:gd name="connsiteY10" fmla="*/ 94142 h 94142"/>
                <a:gd name="connsiteX11" fmla="*/ 0 w 64230"/>
                <a:gd name="connsiteY11" fmla="*/ 94142 h 94142"/>
                <a:gd name="connsiteX12" fmla="*/ 0 w 64230"/>
                <a:gd name="connsiteY12" fmla="*/ 37 h 9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0" h="94142">
                  <a:moveTo>
                    <a:pt x="0" y="0"/>
                  </a:moveTo>
                  <a:lnTo>
                    <a:pt x="14520" y="0"/>
                  </a:lnTo>
                  <a:lnTo>
                    <a:pt x="14520" y="32194"/>
                  </a:lnTo>
                  <a:cubicBezTo>
                    <a:pt x="19373" y="26354"/>
                    <a:pt x="27263" y="22916"/>
                    <a:pt x="36301" y="22916"/>
                  </a:cubicBezTo>
                  <a:cubicBezTo>
                    <a:pt x="51969" y="22916"/>
                    <a:pt x="64230" y="33229"/>
                    <a:pt x="64230" y="52819"/>
                  </a:cubicBezTo>
                  <a:lnTo>
                    <a:pt x="64230" y="94142"/>
                  </a:lnTo>
                  <a:lnTo>
                    <a:pt x="49821" y="94142"/>
                  </a:lnTo>
                  <a:lnTo>
                    <a:pt x="49821" y="54962"/>
                  </a:lnTo>
                  <a:cubicBezTo>
                    <a:pt x="49821" y="42100"/>
                    <a:pt x="42820" y="35520"/>
                    <a:pt x="32226" y="35520"/>
                  </a:cubicBezTo>
                  <a:cubicBezTo>
                    <a:pt x="21632" y="35520"/>
                    <a:pt x="14520" y="42137"/>
                    <a:pt x="14520" y="54962"/>
                  </a:cubicBezTo>
                  <a:lnTo>
                    <a:pt x="14520" y="94142"/>
                  </a:lnTo>
                  <a:lnTo>
                    <a:pt x="0" y="94142"/>
                  </a:lnTo>
                  <a:lnTo>
                    <a:pt x="0" y="37"/>
                  </a:lnTo>
                  <a:close/>
                </a:path>
              </a:pathLst>
            </a:custGeom>
            <a:grpFill/>
            <a:ln w="3692" cap="flat">
              <a:noFill/>
              <a:prstDash val="solid"/>
              <a:miter/>
            </a:ln>
          </p:spPr>
          <p:txBody>
            <a:bodyPr rtlCol="0" anchor="ctr"/>
            <a:lstStyle/>
            <a:p>
              <a:endParaRPr lang="en-US">
                <a:solidFill>
                  <a:schemeClr val="bg2"/>
                </a:solidFill>
              </a:endParaRPr>
            </a:p>
          </p:txBody>
        </p:sp>
        <p:sp>
          <p:nvSpPr>
            <p:cNvPr id="21" name="Freeform 20">
              <a:extLst>
                <a:ext uri="{FF2B5EF4-FFF2-40B4-BE49-F238E27FC236}">
                  <a16:creationId xmlns:a16="http://schemas.microsoft.com/office/drawing/2014/main" id="{A4C0FFA7-D6AE-5004-C85D-71CDABCA8A96}"/>
                </a:ext>
              </a:extLst>
            </p:cNvPr>
            <p:cNvSpPr/>
            <p:nvPr/>
          </p:nvSpPr>
          <p:spPr>
            <a:xfrm>
              <a:off x="3360420"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bg2"/>
                </a:solidFill>
              </a:endParaRPr>
            </a:p>
          </p:txBody>
        </p:sp>
        <p:sp>
          <p:nvSpPr>
            <p:cNvPr id="22" name="Freeform 21">
              <a:extLst>
                <a:ext uri="{FF2B5EF4-FFF2-40B4-BE49-F238E27FC236}">
                  <a16:creationId xmlns:a16="http://schemas.microsoft.com/office/drawing/2014/main" id="{A66000FC-9BE4-371C-6975-5976222EDDCF}"/>
                </a:ext>
              </a:extLst>
            </p:cNvPr>
            <p:cNvSpPr/>
            <p:nvPr/>
          </p:nvSpPr>
          <p:spPr>
            <a:xfrm>
              <a:off x="3474916" y="6012282"/>
              <a:ext cx="61896" cy="90445"/>
            </a:xfrm>
            <a:custGeom>
              <a:avLst/>
              <a:gdLst>
                <a:gd name="connsiteX0" fmla="*/ 31337 w 61896"/>
                <a:gd name="connsiteY0" fmla="*/ 90446 h 90445"/>
                <a:gd name="connsiteX1" fmla="*/ 0 w 61896"/>
                <a:gd name="connsiteY1" fmla="*/ 65127 h 90445"/>
                <a:gd name="connsiteX2" fmla="*/ 15558 w 61896"/>
                <a:gd name="connsiteY2" fmla="*/ 65127 h 90445"/>
                <a:gd name="connsiteX3" fmla="*/ 31374 w 61896"/>
                <a:gd name="connsiteY3" fmla="*/ 78211 h 90445"/>
                <a:gd name="connsiteX4" fmla="*/ 47302 w 61896"/>
                <a:gd name="connsiteY4" fmla="*/ 65238 h 90445"/>
                <a:gd name="connsiteX5" fmla="*/ 259 w 61896"/>
                <a:gd name="connsiteY5" fmla="*/ 25171 h 90445"/>
                <a:gd name="connsiteX6" fmla="*/ 30708 w 61896"/>
                <a:gd name="connsiteY6" fmla="*/ 0 h 90445"/>
                <a:gd name="connsiteX7" fmla="*/ 60934 w 61896"/>
                <a:gd name="connsiteY7" fmla="*/ 24025 h 90445"/>
                <a:gd name="connsiteX8" fmla="*/ 44857 w 61896"/>
                <a:gd name="connsiteY8" fmla="*/ 24025 h 90445"/>
                <a:gd name="connsiteX9" fmla="*/ 29930 w 61896"/>
                <a:gd name="connsiteY9" fmla="*/ 12308 h 90445"/>
                <a:gd name="connsiteX10" fmla="*/ 15002 w 61896"/>
                <a:gd name="connsiteY10" fmla="*/ 24654 h 90445"/>
                <a:gd name="connsiteX11" fmla="*/ 61897 w 61896"/>
                <a:gd name="connsiteY11" fmla="*/ 64462 h 90445"/>
                <a:gd name="connsiteX12" fmla="*/ 31300 w 61896"/>
                <a:gd name="connsiteY12" fmla="*/ 90409 h 9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896" h="90445">
                  <a:moveTo>
                    <a:pt x="31337" y="90446"/>
                  </a:moveTo>
                  <a:cubicBezTo>
                    <a:pt x="13631" y="90446"/>
                    <a:pt x="0" y="80762"/>
                    <a:pt x="0" y="65127"/>
                  </a:cubicBezTo>
                  <a:lnTo>
                    <a:pt x="15558" y="65127"/>
                  </a:lnTo>
                  <a:cubicBezTo>
                    <a:pt x="16187" y="72372"/>
                    <a:pt x="21299" y="78211"/>
                    <a:pt x="31374" y="78211"/>
                  </a:cubicBezTo>
                  <a:cubicBezTo>
                    <a:pt x="41450" y="78211"/>
                    <a:pt x="47302" y="72741"/>
                    <a:pt x="47302" y="65238"/>
                  </a:cubicBezTo>
                  <a:cubicBezTo>
                    <a:pt x="47302" y="43874"/>
                    <a:pt x="259" y="57735"/>
                    <a:pt x="259" y="25171"/>
                  </a:cubicBezTo>
                  <a:cubicBezTo>
                    <a:pt x="259" y="9647"/>
                    <a:pt x="12631" y="0"/>
                    <a:pt x="30708" y="0"/>
                  </a:cubicBezTo>
                  <a:cubicBezTo>
                    <a:pt x="47673" y="0"/>
                    <a:pt x="59637" y="8908"/>
                    <a:pt x="60934" y="24025"/>
                  </a:cubicBezTo>
                  <a:lnTo>
                    <a:pt x="44857" y="24025"/>
                  </a:lnTo>
                  <a:cubicBezTo>
                    <a:pt x="44339" y="18037"/>
                    <a:pt x="39116" y="12567"/>
                    <a:pt x="29930" y="12308"/>
                  </a:cubicBezTo>
                  <a:cubicBezTo>
                    <a:pt x="21521" y="12050"/>
                    <a:pt x="15002" y="16115"/>
                    <a:pt x="15002" y="24654"/>
                  </a:cubicBezTo>
                  <a:cubicBezTo>
                    <a:pt x="15002" y="44613"/>
                    <a:pt x="61897" y="32157"/>
                    <a:pt x="61897" y="64462"/>
                  </a:cubicBezTo>
                  <a:cubicBezTo>
                    <a:pt x="61897" y="77694"/>
                    <a:pt x="51080" y="90409"/>
                    <a:pt x="31300" y="90409"/>
                  </a:cubicBezTo>
                  <a:close/>
                </a:path>
              </a:pathLst>
            </a:custGeom>
            <a:grpFill/>
            <a:ln w="3692" cap="flat">
              <a:noFill/>
              <a:prstDash val="solid"/>
              <a:miter/>
            </a:ln>
          </p:spPr>
          <p:txBody>
            <a:bodyPr rtlCol="0" anchor="ctr"/>
            <a:lstStyle/>
            <a:p>
              <a:endParaRPr lang="en-US">
                <a:solidFill>
                  <a:schemeClr val="bg2"/>
                </a:solidFill>
              </a:endParaRPr>
            </a:p>
          </p:txBody>
        </p:sp>
        <p:sp>
          <p:nvSpPr>
            <p:cNvPr id="23" name="Freeform 22">
              <a:extLst>
                <a:ext uri="{FF2B5EF4-FFF2-40B4-BE49-F238E27FC236}">
                  <a16:creationId xmlns:a16="http://schemas.microsoft.com/office/drawing/2014/main" id="{2794E9C0-9D54-3EA3-C021-D5DBA14BA7CA}"/>
                </a:ext>
              </a:extLst>
            </p:cNvPr>
            <p:cNvSpPr/>
            <p:nvPr/>
          </p:nvSpPr>
          <p:spPr>
            <a:xfrm>
              <a:off x="3552073" y="6030615"/>
              <a:ext cx="72008" cy="104565"/>
            </a:xfrm>
            <a:custGeom>
              <a:avLst/>
              <a:gdLst>
                <a:gd name="connsiteX0" fmla="*/ 39005 w 72008"/>
                <a:gd name="connsiteY0" fmla="*/ 0 h 104565"/>
                <a:gd name="connsiteX1" fmla="*/ 72009 w 72008"/>
                <a:gd name="connsiteY1" fmla="*/ 35853 h 104565"/>
                <a:gd name="connsiteX2" fmla="*/ 39005 w 72008"/>
                <a:gd name="connsiteY2" fmla="*/ 72372 h 104565"/>
                <a:gd name="connsiteX3" fmla="*/ 14520 w 72008"/>
                <a:gd name="connsiteY3" fmla="*/ 61061 h 104565"/>
                <a:gd name="connsiteX4" fmla="*/ 14520 w 72008"/>
                <a:gd name="connsiteY4" fmla="*/ 104565 h 104565"/>
                <a:gd name="connsiteX5" fmla="*/ 0 w 72008"/>
                <a:gd name="connsiteY5" fmla="*/ 104565 h 104565"/>
                <a:gd name="connsiteX6" fmla="*/ 0 w 72008"/>
                <a:gd name="connsiteY6" fmla="*/ 1183 h 104565"/>
                <a:gd name="connsiteX7" fmla="*/ 14520 w 72008"/>
                <a:gd name="connsiteY7" fmla="*/ 1183 h 104565"/>
                <a:gd name="connsiteX8" fmla="*/ 14520 w 72008"/>
                <a:gd name="connsiteY8" fmla="*/ 11495 h 104565"/>
                <a:gd name="connsiteX9" fmla="*/ 39005 w 72008"/>
                <a:gd name="connsiteY9" fmla="*/ 37 h 104565"/>
                <a:gd name="connsiteX10" fmla="*/ 35819 w 72008"/>
                <a:gd name="connsiteY10" fmla="*/ 12604 h 104565"/>
                <a:gd name="connsiteX11" fmla="*/ 14520 w 72008"/>
                <a:gd name="connsiteY11" fmla="*/ 36149 h 104565"/>
                <a:gd name="connsiteX12" fmla="*/ 35819 w 72008"/>
                <a:gd name="connsiteY12" fmla="*/ 59804 h 104565"/>
                <a:gd name="connsiteX13" fmla="*/ 57229 w 72008"/>
                <a:gd name="connsiteY13" fmla="*/ 35890 h 104565"/>
                <a:gd name="connsiteX14" fmla="*/ 35819 w 72008"/>
                <a:gd name="connsiteY14" fmla="*/ 12604 h 10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008" h="104565">
                  <a:moveTo>
                    <a:pt x="39005" y="0"/>
                  </a:moveTo>
                  <a:cubicBezTo>
                    <a:pt x="57489" y="0"/>
                    <a:pt x="72009" y="14230"/>
                    <a:pt x="72009" y="35853"/>
                  </a:cubicBezTo>
                  <a:cubicBezTo>
                    <a:pt x="72009" y="57476"/>
                    <a:pt x="57489" y="72372"/>
                    <a:pt x="39005" y="72372"/>
                  </a:cubicBezTo>
                  <a:cubicBezTo>
                    <a:pt x="27411" y="72372"/>
                    <a:pt x="19113" y="66532"/>
                    <a:pt x="14520" y="61061"/>
                  </a:cubicBezTo>
                  <a:lnTo>
                    <a:pt x="14520" y="104565"/>
                  </a:lnTo>
                  <a:lnTo>
                    <a:pt x="0" y="104565"/>
                  </a:lnTo>
                  <a:lnTo>
                    <a:pt x="0" y="1183"/>
                  </a:lnTo>
                  <a:lnTo>
                    <a:pt x="14520" y="1183"/>
                  </a:lnTo>
                  <a:lnTo>
                    <a:pt x="14520" y="11495"/>
                  </a:lnTo>
                  <a:cubicBezTo>
                    <a:pt x="18965" y="5655"/>
                    <a:pt x="27522" y="37"/>
                    <a:pt x="39005" y="37"/>
                  </a:cubicBezTo>
                  <a:close/>
                  <a:moveTo>
                    <a:pt x="35819" y="12604"/>
                  </a:moveTo>
                  <a:cubicBezTo>
                    <a:pt x="25003" y="12604"/>
                    <a:pt x="14520" y="21142"/>
                    <a:pt x="14520" y="36149"/>
                  </a:cubicBezTo>
                  <a:cubicBezTo>
                    <a:pt x="14520" y="51155"/>
                    <a:pt x="24966" y="59804"/>
                    <a:pt x="35819" y="59804"/>
                  </a:cubicBezTo>
                  <a:cubicBezTo>
                    <a:pt x="46672" y="59804"/>
                    <a:pt x="57229" y="51044"/>
                    <a:pt x="57229" y="35890"/>
                  </a:cubicBezTo>
                  <a:cubicBezTo>
                    <a:pt x="57229" y="20736"/>
                    <a:pt x="46784" y="12604"/>
                    <a:pt x="35819" y="12604"/>
                  </a:cubicBezTo>
                  <a:close/>
                </a:path>
              </a:pathLst>
            </a:custGeom>
            <a:grpFill/>
            <a:ln w="3692" cap="flat">
              <a:noFill/>
              <a:prstDash val="solid"/>
              <a:miter/>
            </a:ln>
          </p:spPr>
          <p:txBody>
            <a:bodyPr rtlCol="0" anchor="ctr"/>
            <a:lstStyle/>
            <a:p>
              <a:endParaRPr lang="en-US">
                <a:solidFill>
                  <a:schemeClr val="bg2"/>
                </a:solidFill>
              </a:endParaRPr>
            </a:p>
          </p:txBody>
        </p:sp>
        <p:sp>
          <p:nvSpPr>
            <p:cNvPr id="24" name="Freeform 23">
              <a:extLst>
                <a:ext uri="{FF2B5EF4-FFF2-40B4-BE49-F238E27FC236}">
                  <a16:creationId xmlns:a16="http://schemas.microsoft.com/office/drawing/2014/main" id="{0DE34560-9BE8-5FCC-C6B1-6ED2DDCF2A47}"/>
                </a:ext>
              </a:extLst>
            </p:cNvPr>
            <p:cNvSpPr/>
            <p:nvPr/>
          </p:nvSpPr>
          <p:spPr>
            <a:xfrm>
              <a:off x="363319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bg2"/>
                </a:solidFill>
              </a:endParaRPr>
            </a:p>
          </p:txBody>
        </p:sp>
        <p:sp>
          <p:nvSpPr>
            <p:cNvPr id="25" name="Freeform 24">
              <a:extLst>
                <a:ext uri="{FF2B5EF4-FFF2-40B4-BE49-F238E27FC236}">
                  <a16:creationId xmlns:a16="http://schemas.microsoft.com/office/drawing/2014/main" id="{D0462523-C99C-A778-9EC4-610EAF1A4F20}"/>
                </a:ext>
              </a:extLst>
            </p:cNvPr>
            <p:cNvSpPr/>
            <p:nvPr/>
          </p:nvSpPr>
          <p:spPr>
            <a:xfrm>
              <a:off x="3711463" y="6030615"/>
              <a:ext cx="66786" cy="72408"/>
            </a:xfrm>
            <a:custGeom>
              <a:avLst/>
              <a:gdLst>
                <a:gd name="connsiteX0" fmla="*/ 34412 w 66786"/>
                <a:gd name="connsiteY0" fmla="*/ 0 h 72408"/>
                <a:gd name="connsiteX1" fmla="*/ 66786 w 66786"/>
                <a:gd name="connsiteY1" fmla="*/ 23286 h 72408"/>
                <a:gd name="connsiteX2" fmla="*/ 51118 w 66786"/>
                <a:gd name="connsiteY2" fmla="*/ 23286 h 72408"/>
                <a:gd name="connsiteX3" fmla="*/ 34412 w 66786"/>
                <a:gd name="connsiteY3" fmla="*/ 12234 h 72408"/>
                <a:gd name="connsiteX4" fmla="*/ 14928 w 66786"/>
                <a:gd name="connsiteY4" fmla="*/ 36149 h 72408"/>
                <a:gd name="connsiteX5" fmla="*/ 34412 w 66786"/>
                <a:gd name="connsiteY5" fmla="*/ 60174 h 72408"/>
                <a:gd name="connsiteX6" fmla="*/ 51118 w 66786"/>
                <a:gd name="connsiteY6" fmla="*/ 49122 h 72408"/>
                <a:gd name="connsiteX7" fmla="*/ 66786 w 66786"/>
                <a:gd name="connsiteY7" fmla="*/ 49122 h 72408"/>
                <a:gd name="connsiteX8" fmla="*/ 34412 w 66786"/>
                <a:gd name="connsiteY8" fmla="*/ 72408 h 72408"/>
                <a:gd name="connsiteX9" fmla="*/ 0 w 66786"/>
                <a:gd name="connsiteY9" fmla="*/ 36149 h 72408"/>
                <a:gd name="connsiteX10" fmla="*/ 34412 w 66786"/>
                <a:gd name="connsiteY10" fmla="*/ 37 h 7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86" h="72408">
                  <a:moveTo>
                    <a:pt x="34412" y="0"/>
                  </a:moveTo>
                  <a:cubicBezTo>
                    <a:pt x="51599" y="0"/>
                    <a:pt x="62823" y="8501"/>
                    <a:pt x="66786" y="23286"/>
                  </a:cubicBezTo>
                  <a:lnTo>
                    <a:pt x="51118" y="23286"/>
                  </a:lnTo>
                  <a:cubicBezTo>
                    <a:pt x="48710" y="16559"/>
                    <a:pt x="43079" y="12234"/>
                    <a:pt x="34412" y="12234"/>
                  </a:cubicBezTo>
                  <a:cubicBezTo>
                    <a:pt x="22670" y="12234"/>
                    <a:pt x="14928" y="20884"/>
                    <a:pt x="14928" y="36149"/>
                  </a:cubicBezTo>
                  <a:cubicBezTo>
                    <a:pt x="14928" y="51414"/>
                    <a:pt x="22707" y="60174"/>
                    <a:pt x="34412" y="60174"/>
                  </a:cubicBezTo>
                  <a:cubicBezTo>
                    <a:pt x="43079" y="60174"/>
                    <a:pt x="48413" y="56367"/>
                    <a:pt x="51118" y="49122"/>
                  </a:cubicBezTo>
                  <a:lnTo>
                    <a:pt x="66786" y="49122"/>
                  </a:lnTo>
                  <a:cubicBezTo>
                    <a:pt x="62823" y="62872"/>
                    <a:pt x="51636" y="72408"/>
                    <a:pt x="34412" y="72408"/>
                  </a:cubicBezTo>
                  <a:cubicBezTo>
                    <a:pt x="14261" y="72408"/>
                    <a:pt x="0" y="58178"/>
                    <a:pt x="0" y="36149"/>
                  </a:cubicBezTo>
                  <a:cubicBezTo>
                    <a:pt x="0" y="14119"/>
                    <a:pt x="14261" y="37"/>
                    <a:pt x="34412" y="37"/>
                  </a:cubicBezTo>
                  <a:close/>
                </a:path>
              </a:pathLst>
            </a:custGeom>
            <a:grpFill/>
            <a:ln w="3692" cap="flat">
              <a:noFill/>
              <a:prstDash val="solid"/>
              <a:miter/>
            </a:ln>
          </p:spPr>
          <p:txBody>
            <a:bodyPr rtlCol="0" anchor="ctr"/>
            <a:lstStyle/>
            <a:p>
              <a:endParaRPr lang="en-US">
                <a:solidFill>
                  <a:schemeClr val="bg2"/>
                </a:solidFill>
              </a:endParaRPr>
            </a:p>
          </p:txBody>
        </p:sp>
        <p:sp>
          <p:nvSpPr>
            <p:cNvPr id="26" name="Freeform 25">
              <a:extLst>
                <a:ext uri="{FF2B5EF4-FFF2-40B4-BE49-F238E27FC236}">
                  <a16:creationId xmlns:a16="http://schemas.microsoft.com/office/drawing/2014/main" id="{D86E7FE0-0301-E1FB-D7ED-593E61DF0534}"/>
                </a:ext>
              </a:extLst>
            </p:cNvPr>
            <p:cNvSpPr/>
            <p:nvPr/>
          </p:nvSpPr>
          <p:spPr>
            <a:xfrm>
              <a:off x="3789066" y="6003891"/>
              <a:ext cx="18483" cy="97949"/>
            </a:xfrm>
            <a:custGeom>
              <a:avLst/>
              <a:gdLst>
                <a:gd name="connsiteX0" fmla="*/ 0 w 18483"/>
                <a:gd name="connsiteY0" fmla="*/ 9277 h 97949"/>
                <a:gd name="connsiteX1" fmla="*/ 9297 w 18483"/>
                <a:gd name="connsiteY1" fmla="*/ 0 h 97949"/>
                <a:gd name="connsiteX2" fmla="*/ 18484 w 18483"/>
                <a:gd name="connsiteY2" fmla="*/ 9277 h 97949"/>
                <a:gd name="connsiteX3" fmla="*/ 9297 w 18483"/>
                <a:gd name="connsiteY3" fmla="*/ 18555 h 97949"/>
                <a:gd name="connsiteX4" fmla="*/ 0 w 18483"/>
                <a:gd name="connsiteY4" fmla="*/ 9277 h 97949"/>
                <a:gd name="connsiteX5" fmla="*/ 1926 w 18483"/>
                <a:gd name="connsiteY5" fmla="*/ 27869 h 97949"/>
                <a:gd name="connsiteX6" fmla="*/ 16446 w 18483"/>
                <a:gd name="connsiteY6" fmla="*/ 27869 h 97949"/>
                <a:gd name="connsiteX7" fmla="*/ 16446 w 18483"/>
                <a:gd name="connsiteY7" fmla="*/ 97949 h 97949"/>
                <a:gd name="connsiteX8" fmla="*/ 1926 w 18483"/>
                <a:gd name="connsiteY8" fmla="*/ 97949 h 97949"/>
                <a:gd name="connsiteX9" fmla="*/ 1926 w 18483"/>
                <a:gd name="connsiteY9" fmla="*/ 27869 h 97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83" h="97949">
                  <a:moveTo>
                    <a:pt x="0" y="9277"/>
                  </a:moveTo>
                  <a:cubicBezTo>
                    <a:pt x="0" y="4066"/>
                    <a:pt x="4075" y="0"/>
                    <a:pt x="9297" y="0"/>
                  </a:cubicBezTo>
                  <a:cubicBezTo>
                    <a:pt x="14520" y="0"/>
                    <a:pt x="18484" y="4066"/>
                    <a:pt x="18484" y="9277"/>
                  </a:cubicBezTo>
                  <a:cubicBezTo>
                    <a:pt x="18484" y="14489"/>
                    <a:pt x="14409" y="18555"/>
                    <a:pt x="9297" y="18555"/>
                  </a:cubicBezTo>
                  <a:cubicBezTo>
                    <a:pt x="4186" y="18555"/>
                    <a:pt x="0" y="14489"/>
                    <a:pt x="0" y="9277"/>
                  </a:cubicBezTo>
                  <a:close/>
                  <a:moveTo>
                    <a:pt x="1926" y="27869"/>
                  </a:moveTo>
                  <a:lnTo>
                    <a:pt x="16446" y="27869"/>
                  </a:lnTo>
                  <a:lnTo>
                    <a:pt x="16446" y="97949"/>
                  </a:lnTo>
                  <a:lnTo>
                    <a:pt x="1926" y="97949"/>
                  </a:lnTo>
                  <a:lnTo>
                    <a:pt x="1926" y="27869"/>
                  </a:lnTo>
                  <a:close/>
                </a:path>
              </a:pathLst>
            </a:custGeom>
            <a:grpFill/>
            <a:ln w="3692" cap="flat">
              <a:noFill/>
              <a:prstDash val="solid"/>
              <a:miter/>
            </a:ln>
          </p:spPr>
          <p:txBody>
            <a:bodyPr rtlCol="0" anchor="ctr"/>
            <a:lstStyle/>
            <a:p>
              <a:endParaRPr lang="en-US">
                <a:solidFill>
                  <a:schemeClr val="bg2"/>
                </a:solidFill>
              </a:endParaRPr>
            </a:p>
          </p:txBody>
        </p:sp>
        <p:sp>
          <p:nvSpPr>
            <p:cNvPr id="27" name="Freeform 26">
              <a:extLst>
                <a:ext uri="{FF2B5EF4-FFF2-40B4-BE49-F238E27FC236}">
                  <a16:creationId xmlns:a16="http://schemas.microsoft.com/office/drawing/2014/main" id="{FF07105B-9100-50E6-B1D1-F8E67507F49A}"/>
                </a:ext>
              </a:extLst>
            </p:cNvPr>
            <p:cNvSpPr/>
            <p:nvPr/>
          </p:nvSpPr>
          <p:spPr>
            <a:xfrm>
              <a:off x="3818328"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bg2"/>
                </a:solidFill>
              </a:endParaRPr>
            </a:p>
          </p:txBody>
        </p:sp>
        <p:sp>
          <p:nvSpPr>
            <p:cNvPr id="28" name="Freeform 27">
              <a:extLst>
                <a:ext uri="{FF2B5EF4-FFF2-40B4-BE49-F238E27FC236}">
                  <a16:creationId xmlns:a16="http://schemas.microsoft.com/office/drawing/2014/main" id="{5A036F35-8FAA-B1C9-123D-6BC1E5A141F6}"/>
                </a:ext>
              </a:extLst>
            </p:cNvPr>
            <p:cNvSpPr/>
            <p:nvPr/>
          </p:nvSpPr>
          <p:spPr>
            <a:xfrm>
              <a:off x="3907969"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29" name="Freeform 28">
              <a:extLst>
                <a:ext uri="{FF2B5EF4-FFF2-40B4-BE49-F238E27FC236}">
                  <a16:creationId xmlns:a16="http://schemas.microsoft.com/office/drawing/2014/main" id="{DDCC1BD2-EC00-104E-9165-A126FD2C8146}"/>
                </a:ext>
              </a:extLst>
            </p:cNvPr>
            <p:cNvSpPr/>
            <p:nvPr/>
          </p:nvSpPr>
          <p:spPr>
            <a:xfrm>
              <a:off x="3933935"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bg2"/>
                </a:solidFill>
              </a:endParaRPr>
            </a:p>
          </p:txBody>
        </p:sp>
        <p:sp>
          <p:nvSpPr>
            <p:cNvPr id="30" name="Freeform 29">
              <a:extLst>
                <a:ext uri="{FF2B5EF4-FFF2-40B4-BE49-F238E27FC236}">
                  <a16:creationId xmlns:a16="http://schemas.microsoft.com/office/drawing/2014/main" id="{7ECC283F-514A-A931-D6D3-86856F24692F}"/>
                </a:ext>
              </a:extLst>
            </p:cNvPr>
            <p:cNvSpPr/>
            <p:nvPr/>
          </p:nvSpPr>
          <p:spPr>
            <a:xfrm>
              <a:off x="3980460" y="6031761"/>
              <a:ext cx="71527" cy="103013"/>
            </a:xfrm>
            <a:custGeom>
              <a:avLst/>
              <a:gdLst>
                <a:gd name="connsiteX0" fmla="*/ 56488 w 71527"/>
                <a:gd name="connsiteY0" fmla="*/ 0 h 103013"/>
                <a:gd name="connsiteX1" fmla="*/ 71527 w 71527"/>
                <a:gd name="connsiteY1" fmla="*/ 0 h 103013"/>
                <a:gd name="connsiteX2" fmla="*/ 28448 w 71527"/>
                <a:gd name="connsiteY2" fmla="*/ 103013 h 103013"/>
                <a:gd name="connsiteX3" fmla="*/ 13409 w 71527"/>
                <a:gd name="connsiteY3" fmla="*/ 103013 h 103013"/>
                <a:gd name="connsiteX4" fmla="*/ 27670 w 71527"/>
                <a:gd name="connsiteY4" fmla="*/ 68934 h 103013"/>
                <a:gd name="connsiteX5" fmla="*/ 0 w 71527"/>
                <a:gd name="connsiteY5" fmla="*/ 0 h 103013"/>
                <a:gd name="connsiteX6" fmla="*/ 16187 w 71527"/>
                <a:gd name="connsiteY6" fmla="*/ 0 h 103013"/>
                <a:gd name="connsiteX7" fmla="*/ 35930 w 71527"/>
                <a:gd name="connsiteY7" fmla="*/ 53410 h 103013"/>
                <a:gd name="connsiteX8" fmla="*/ 56451 w 71527"/>
                <a:gd name="connsiteY8" fmla="*/ 0 h 10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 h="103013">
                  <a:moveTo>
                    <a:pt x="56488" y="0"/>
                  </a:moveTo>
                  <a:lnTo>
                    <a:pt x="71527" y="0"/>
                  </a:lnTo>
                  <a:lnTo>
                    <a:pt x="28448" y="103013"/>
                  </a:lnTo>
                  <a:lnTo>
                    <a:pt x="13409" y="103013"/>
                  </a:lnTo>
                  <a:lnTo>
                    <a:pt x="27670" y="68934"/>
                  </a:lnTo>
                  <a:lnTo>
                    <a:pt x="0" y="0"/>
                  </a:lnTo>
                  <a:lnTo>
                    <a:pt x="16187" y="0"/>
                  </a:lnTo>
                  <a:lnTo>
                    <a:pt x="35930" y="53410"/>
                  </a:lnTo>
                  <a:lnTo>
                    <a:pt x="56451" y="0"/>
                  </a:lnTo>
                  <a:close/>
                </a:path>
              </a:pathLst>
            </a:custGeom>
            <a:grpFill/>
            <a:ln w="3692" cap="flat">
              <a:noFill/>
              <a:prstDash val="solid"/>
              <a:miter/>
            </a:ln>
          </p:spPr>
          <p:txBody>
            <a:bodyPr rtlCol="0" anchor="ctr"/>
            <a:lstStyle/>
            <a:p>
              <a:endParaRPr lang="en-US">
                <a:solidFill>
                  <a:schemeClr val="bg2"/>
                </a:solidFill>
              </a:endParaRPr>
            </a:p>
          </p:txBody>
        </p:sp>
        <p:sp>
          <p:nvSpPr>
            <p:cNvPr id="31" name="Freeform 30">
              <a:extLst>
                <a:ext uri="{FF2B5EF4-FFF2-40B4-BE49-F238E27FC236}">
                  <a16:creationId xmlns:a16="http://schemas.microsoft.com/office/drawing/2014/main" id="{671BBE51-96A2-202F-CF94-965E463581D6}"/>
                </a:ext>
              </a:extLst>
            </p:cNvPr>
            <p:cNvSpPr/>
            <p:nvPr/>
          </p:nvSpPr>
          <p:spPr>
            <a:xfrm>
              <a:off x="4091251" y="6012282"/>
              <a:ext cx="86380" cy="90298"/>
            </a:xfrm>
            <a:custGeom>
              <a:avLst/>
              <a:gdLst>
                <a:gd name="connsiteX0" fmla="*/ 45228 w 86380"/>
                <a:gd name="connsiteY0" fmla="*/ 0 h 90298"/>
                <a:gd name="connsiteX1" fmla="*/ 86381 w 86380"/>
                <a:gd name="connsiteY1" fmla="*/ 26576 h 90298"/>
                <a:gd name="connsiteX2" fmla="*/ 68934 w 86380"/>
                <a:gd name="connsiteY2" fmla="*/ 26576 h 90298"/>
                <a:gd name="connsiteX3" fmla="*/ 45228 w 86380"/>
                <a:gd name="connsiteY3" fmla="*/ 12715 h 90298"/>
                <a:gd name="connsiteX4" fmla="*/ 14891 w 86380"/>
                <a:gd name="connsiteY4" fmla="*/ 45131 h 90298"/>
                <a:gd name="connsiteX5" fmla="*/ 45228 w 86380"/>
                <a:gd name="connsiteY5" fmla="*/ 77694 h 90298"/>
                <a:gd name="connsiteX6" fmla="*/ 68934 w 86380"/>
                <a:gd name="connsiteY6" fmla="*/ 63833 h 90298"/>
                <a:gd name="connsiteX7" fmla="*/ 86381 w 86380"/>
                <a:gd name="connsiteY7" fmla="*/ 63833 h 90298"/>
                <a:gd name="connsiteX8" fmla="*/ 45228 w 86380"/>
                <a:gd name="connsiteY8" fmla="*/ 90298 h 90298"/>
                <a:gd name="connsiteX9" fmla="*/ 0 w 86380"/>
                <a:gd name="connsiteY9" fmla="*/ 45168 h 90298"/>
                <a:gd name="connsiteX10" fmla="*/ 45228 w 86380"/>
                <a:gd name="connsiteY10" fmla="*/ 37 h 9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 h="90298">
                  <a:moveTo>
                    <a:pt x="45228" y="0"/>
                  </a:moveTo>
                  <a:cubicBezTo>
                    <a:pt x="63712" y="0"/>
                    <a:pt x="79640" y="9277"/>
                    <a:pt x="86381" y="26576"/>
                  </a:cubicBezTo>
                  <a:lnTo>
                    <a:pt x="68934" y="26576"/>
                  </a:lnTo>
                  <a:cubicBezTo>
                    <a:pt x="64230" y="17150"/>
                    <a:pt x="55822" y="12715"/>
                    <a:pt x="45228" y="12715"/>
                  </a:cubicBezTo>
                  <a:cubicBezTo>
                    <a:pt x="27633" y="12715"/>
                    <a:pt x="14891" y="25171"/>
                    <a:pt x="14891" y="45131"/>
                  </a:cubicBezTo>
                  <a:cubicBezTo>
                    <a:pt x="14891" y="65090"/>
                    <a:pt x="27633" y="77694"/>
                    <a:pt x="45228" y="77694"/>
                  </a:cubicBezTo>
                  <a:cubicBezTo>
                    <a:pt x="55822" y="77694"/>
                    <a:pt x="64230" y="73259"/>
                    <a:pt x="68934" y="63833"/>
                  </a:cubicBezTo>
                  <a:lnTo>
                    <a:pt x="86381" y="63833"/>
                  </a:lnTo>
                  <a:cubicBezTo>
                    <a:pt x="79640" y="81132"/>
                    <a:pt x="63712" y="90298"/>
                    <a:pt x="45228" y="90298"/>
                  </a:cubicBezTo>
                  <a:cubicBezTo>
                    <a:pt x="20262" y="90298"/>
                    <a:pt x="0" y="71743"/>
                    <a:pt x="0" y="45168"/>
                  </a:cubicBezTo>
                  <a:cubicBezTo>
                    <a:pt x="0" y="18592"/>
                    <a:pt x="20262" y="37"/>
                    <a:pt x="45228" y="37"/>
                  </a:cubicBezTo>
                  <a:close/>
                </a:path>
              </a:pathLst>
            </a:custGeom>
            <a:grpFill/>
            <a:ln w="3692" cap="flat">
              <a:noFill/>
              <a:prstDash val="solid"/>
              <a:miter/>
            </a:ln>
          </p:spPr>
          <p:txBody>
            <a:bodyPr rtlCol="0" anchor="ctr"/>
            <a:lstStyle/>
            <a:p>
              <a:endParaRPr lang="en-US">
                <a:solidFill>
                  <a:schemeClr val="bg2"/>
                </a:solidFill>
              </a:endParaRPr>
            </a:p>
          </p:txBody>
        </p:sp>
        <p:sp>
          <p:nvSpPr>
            <p:cNvPr id="32" name="Freeform 31">
              <a:extLst>
                <a:ext uri="{FF2B5EF4-FFF2-40B4-BE49-F238E27FC236}">
                  <a16:creationId xmlns:a16="http://schemas.microsoft.com/office/drawing/2014/main" id="{ADA020CD-C4D5-F226-C5AE-E65C6A35A0DB}"/>
                </a:ext>
              </a:extLst>
            </p:cNvPr>
            <p:cNvSpPr/>
            <p:nvPr/>
          </p:nvSpPr>
          <p:spPr>
            <a:xfrm>
              <a:off x="4187300"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8" y="72372"/>
                    <a:pt x="0" y="57476"/>
                    <a:pt x="0" y="35853"/>
                  </a:cubicBezTo>
                  <a:cubicBezTo>
                    <a:pt x="0" y="14230"/>
                    <a:pt x="14668"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bg2"/>
                </a:solidFill>
              </a:endParaRPr>
            </a:p>
          </p:txBody>
        </p:sp>
        <p:sp>
          <p:nvSpPr>
            <p:cNvPr id="33" name="Freeform 32">
              <a:extLst>
                <a:ext uri="{FF2B5EF4-FFF2-40B4-BE49-F238E27FC236}">
                  <a16:creationId xmlns:a16="http://schemas.microsoft.com/office/drawing/2014/main" id="{8FF70FD8-230B-14F5-7F88-36144DEA033F}"/>
                </a:ext>
              </a:extLst>
            </p:cNvPr>
            <p:cNvSpPr/>
            <p:nvPr/>
          </p:nvSpPr>
          <p:spPr>
            <a:xfrm>
              <a:off x="4274422" y="6030615"/>
              <a:ext cx="35559" cy="71225"/>
            </a:xfrm>
            <a:custGeom>
              <a:avLst/>
              <a:gdLst>
                <a:gd name="connsiteX0" fmla="*/ 14520 w 35559"/>
                <a:gd name="connsiteY0" fmla="*/ 71226 h 71225"/>
                <a:gd name="connsiteX1" fmla="*/ 0 w 35559"/>
                <a:gd name="connsiteY1" fmla="*/ 71226 h 71225"/>
                <a:gd name="connsiteX2" fmla="*/ 0 w 35559"/>
                <a:gd name="connsiteY2" fmla="*/ 1146 h 71225"/>
                <a:gd name="connsiteX3" fmla="*/ 14520 w 35559"/>
                <a:gd name="connsiteY3" fmla="*/ 1146 h 71225"/>
                <a:gd name="connsiteX4" fmla="*/ 14520 w 35559"/>
                <a:gd name="connsiteY4" fmla="*/ 11310 h 71225"/>
                <a:gd name="connsiteX5" fmla="*/ 35560 w 35559"/>
                <a:gd name="connsiteY5" fmla="*/ 0 h 71225"/>
                <a:gd name="connsiteX6" fmla="*/ 35560 w 35559"/>
                <a:gd name="connsiteY6" fmla="*/ 15007 h 71225"/>
                <a:gd name="connsiteX7" fmla="*/ 31856 w 35559"/>
                <a:gd name="connsiteY7" fmla="*/ 15007 h 71225"/>
                <a:gd name="connsiteX8" fmla="*/ 14520 w 35559"/>
                <a:gd name="connsiteY8" fmla="*/ 34338 h 71225"/>
                <a:gd name="connsiteX9" fmla="*/ 14520 w 35559"/>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59"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bg2"/>
                </a:solidFill>
              </a:endParaRPr>
            </a:p>
          </p:txBody>
        </p:sp>
        <p:sp>
          <p:nvSpPr>
            <p:cNvPr id="34" name="Freeform 33">
              <a:extLst>
                <a:ext uri="{FF2B5EF4-FFF2-40B4-BE49-F238E27FC236}">
                  <a16:creationId xmlns:a16="http://schemas.microsoft.com/office/drawing/2014/main" id="{16614F51-CD53-7A1E-936C-E5DDD6AD3380}"/>
                </a:ext>
              </a:extLst>
            </p:cNvPr>
            <p:cNvSpPr/>
            <p:nvPr/>
          </p:nvSpPr>
          <p:spPr>
            <a:xfrm>
              <a:off x="431583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0 w 69193"/>
                <a:gd name="connsiteY8" fmla="*/ 50342 h 72371"/>
                <a:gd name="connsiteX9" fmla="*/ 34967 w 69193"/>
                <a:gd name="connsiteY9" fmla="*/ 72335 h 72371"/>
                <a:gd name="connsiteX10" fmla="*/ 15150 w 69193"/>
                <a:gd name="connsiteY10" fmla="*/ 29865 h 72371"/>
                <a:gd name="connsiteX11" fmla="*/ 54007 w 69193"/>
                <a:gd name="connsiteY11" fmla="*/ 29865 h 72371"/>
                <a:gd name="connsiteX12" fmla="*/ 34375 w 69193"/>
                <a:gd name="connsiteY12" fmla="*/ 12197 h 72371"/>
                <a:gd name="connsiteX13" fmla="*/ 15113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83" y="39143"/>
                    <a:pt x="68675" y="41582"/>
                  </a:cubicBezTo>
                  <a:lnTo>
                    <a:pt x="15002" y="41582"/>
                  </a:lnTo>
                  <a:cubicBezTo>
                    <a:pt x="16039" y="53151"/>
                    <a:pt x="24299" y="60137"/>
                    <a:pt x="35004" y="60137"/>
                  </a:cubicBezTo>
                  <a:cubicBezTo>
                    <a:pt x="43931" y="60137"/>
                    <a:pt x="48895" y="55813"/>
                    <a:pt x="51562" y="50342"/>
                  </a:cubicBezTo>
                  <a:lnTo>
                    <a:pt x="67230" y="50342"/>
                  </a:lnTo>
                  <a:cubicBezTo>
                    <a:pt x="63267" y="62540"/>
                    <a:pt x="52192" y="72335"/>
                    <a:pt x="34967" y="72335"/>
                  </a:cubicBezTo>
                  <a:close/>
                  <a:moveTo>
                    <a:pt x="15150" y="29865"/>
                  </a:moveTo>
                  <a:lnTo>
                    <a:pt x="54007" y="29865"/>
                  </a:lnTo>
                  <a:cubicBezTo>
                    <a:pt x="53747" y="19072"/>
                    <a:pt x="45228" y="12197"/>
                    <a:pt x="34375" y="12197"/>
                  </a:cubicBezTo>
                  <a:cubicBezTo>
                    <a:pt x="24559" y="12197"/>
                    <a:pt x="16669" y="18814"/>
                    <a:pt x="15113" y="29865"/>
                  </a:cubicBezTo>
                  <a:close/>
                </a:path>
              </a:pathLst>
            </a:custGeom>
            <a:grpFill/>
            <a:ln w="3692" cap="flat">
              <a:noFill/>
              <a:prstDash val="solid"/>
              <a:miter/>
            </a:ln>
          </p:spPr>
          <p:txBody>
            <a:bodyPr rtlCol="0" anchor="ctr"/>
            <a:lstStyle/>
            <a:p>
              <a:endParaRPr lang="en-US">
                <a:solidFill>
                  <a:schemeClr val="bg2"/>
                </a:solidFill>
              </a:endParaRPr>
            </a:p>
          </p:txBody>
        </p:sp>
        <p:sp>
          <p:nvSpPr>
            <p:cNvPr id="35" name="Freeform 34">
              <a:extLst>
                <a:ext uri="{FF2B5EF4-FFF2-40B4-BE49-F238E27FC236}">
                  <a16:creationId xmlns:a16="http://schemas.microsoft.com/office/drawing/2014/main" id="{3D6D33C1-22AB-AB14-FC3F-44181A5B8913}"/>
                </a:ext>
              </a:extLst>
            </p:cNvPr>
            <p:cNvSpPr/>
            <p:nvPr/>
          </p:nvSpPr>
          <p:spPr>
            <a:xfrm>
              <a:off x="4432442" y="6013428"/>
              <a:ext cx="61933" cy="88376"/>
            </a:xfrm>
            <a:custGeom>
              <a:avLst/>
              <a:gdLst>
                <a:gd name="connsiteX0" fmla="*/ 30596 w 61933"/>
                <a:gd name="connsiteY0" fmla="*/ 52523 h 88376"/>
                <a:gd name="connsiteX1" fmla="*/ 14520 w 61933"/>
                <a:gd name="connsiteY1" fmla="*/ 52523 h 88376"/>
                <a:gd name="connsiteX2" fmla="*/ 14520 w 61933"/>
                <a:gd name="connsiteY2" fmla="*/ 88376 h 88376"/>
                <a:gd name="connsiteX3" fmla="*/ 0 w 61933"/>
                <a:gd name="connsiteY3" fmla="*/ 88376 h 88376"/>
                <a:gd name="connsiteX4" fmla="*/ 0 w 61933"/>
                <a:gd name="connsiteY4" fmla="*/ 0 h 88376"/>
                <a:gd name="connsiteX5" fmla="*/ 30596 w 61933"/>
                <a:gd name="connsiteY5" fmla="*/ 0 h 88376"/>
                <a:gd name="connsiteX6" fmla="*/ 61933 w 61933"/>
                <a:gd name="connsiteY6" fmla="*/ 26317 h 88376"/>
                <a:gd name="connsiteX7" fmla="*/ 30596 w 61933"/>
                <a:gd name="connsiteY7" fmla="*/ 52523 h 88376"/>
                <a:gd name="connsiteX8" fmla="*/ 30596 w 61933"/>
                <a:gd name="connsiteY8" fmla="*/ 40695 h 88376"/>
                <a:gd name="connsiteX9" fmla="*/ 47043 w 61933"/>
                <a:gd name="connsiteY9" fmla="*/ 26317 h 88376"/>
                <a:gd name="connsiteX10" fmla="*/ 30596 w 61933"/>
                <a:gd name="connsiteY10" fmla="*/ 11828 h 88376"/>
                <a:gd name="connsiteX11" fmla="*/ 14520 w 61933"/>
                <a:gd name="connsiteY11" fmla="*/ 11828 h 88376"/>
                <a:gd name="connsiteX12" fmla="*/ 14520 w 61933"/>
                <a:gd name="connsiteY12" fmla="*/ 40695 h 88376"/>
                <a:gd name="connsiteX13" fmla="*/ 30596 w 61933"/>
                <a:gd name="connsiteY13" fmla="*/ 40695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933" h="88376">
                  <a:moveTo>
                    <a:pt x="30596" y="52523"/>
                  </a:moveTo>
                  <a:lnTo>
                    <a:pt x="14520" y="52523"/>
                  </a:lnTo>
                  <a:lnTo>
                    <a:pt x="14520" y="88376"/>
                  </a:lnTo>
                  <a:lnTo>
                    <a:pt x="0" y="88376"/>
                  </a:lnTo>
                  <a:lnTo>
                    <a:pt x="0" y="0"/>
                  </a:lnTo>
                  <a:lnTo>
                    <a:pt x="30596" y="0"/>
                  </a:lnTo>
                  <a:cubicBezTo>
                    <a:pt x="51636" y="0"/>
                    <a:pt x="61933" y="11939"/>
                    <a:pt x="61933" y="26317"/>
                  </a:cubicBezTo>
                  <a:cubicBezTo>
                    <a:pt x="61933" y="38921"/>
                    <a:pt x="53636" y="52523"/>
                    <a:pt x="30596" y="52523"/>
                  </a:cubicBezTo>
                  <a:close/>
                  <a:moveTo>
                    <a:pt x="30596" y="40695"/>
                  </a:moveTo>
                  <a:cubicBezTo>
                    <a:pt x="41931" y="40695"/>
                    <a:pt x="47043" y="35225"/>
                    <a:pt x="47043" y="26317"/>
                  </a:cubicBezTo>
                  <a:cubicBezTo>
                    <a:pt x="47043" y="17409"/>
                    <a:pt x="41931" y="11828"/>
                    <a:pt x="30596" y="11828"/>
                  </a:cubicBezTo>
                  <a:lnTo>
                    <a:pt x="14520" y="11828"/>
                  </a:lnTo>
                  <a:lnTo>
                    <a:pt x="14520" y="40695"/>
                  </a:lnTo>
                  <a:lnTo>
                    <a:pt x="30596" y="40695"/>
                  </a:lnTo>
                  <a:close/>
                </a:path>
              </a:pathLst>
            </a:custGeom>
            <a:grpFill/>
            <a:ln w="3692" cap="flat">
              <a:noFill/>
              <a:prstDash val="solid"/>
              <a:miter/>
            </a:ln>
          </p:spPr>
          <p:txBody>
            <a:bodyPr rtlCol="0" anchor="ctr"/>
            <a:lstStyle/>
            <a:p>
              <a:endParaRPr lang="en-US">
                <a:solidFill>
                  <a:schemeClr val="bg2"/>
                </a:solidFill>
              </a:endParaRPr>
            </a:p>
          </p:txBody>
        </p:sp>
        <p:sp>
          <p:nvSpPr>
            <p:cNvPr id="36" name="Freeform 35">
              <a:extLst>
                <a:ext uri="{FF2B5EF4-FFF2-40B4-BE49-F238E27FC236}">
                  <a16:creationId xmlns:a16="http://schemas.microsoft.com/office/drawing/2014/main" id="{4A626FEE-D933-641B-1111-CF1D5688FD62}"/>
                </a:ext>
              </a:extLst>
            </p:cNvPr>
            <p:cNvSpPr/>
            <p:nvPr/>
          </p:nvSpPr>
          <p:spPr>
            <a:xfrm>
              <a:off x="4505117"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37" name="Freeform 36">
              <a:extLst>
                <a:ext uri="{FF2B5EF4-FFF2-40B4-BE49-F238E27FC236}">
                  <a16:creationId xmlns:a16="http://schemas.microsoft.com/office/drawing/2014/main" id="{C2CF0EF7-6098-FAA6-F82F-ECF262DE3E6B}"/>
                </a:ext>
              </a:extLst>
            </p:cNvPr>
            <p:cNvSpPr/>
            <p:nvPr/>
          </p:nvSpPr>
          <p:spPr>
            <a:xfrm>
              <a:off x="4532861"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190 w 72157"/>
                <a:gd name="connsiteY10" fmla="*/ 12604 h 72371"/>
                <a:gd name="connsiteX11" fmla="*/ 14891 w 72157"/>
                <a:gd name="connsiteY11" fmla="*/ 35890 h 72371"/>
                <a:gd name="connsiteX12" fmla="*/ 36190 w 72157"/>
                <a:gd name="connsiteY12" fmla="*/ 59804 h 72371"/>
                <a:gd name="connsiteX13" fmla="*/ 57489 w 72157"/>
                <a:gd name="connsiteY13" fmla="*/ 36149 h 72371"/>
                <a:gd name="connsiteX14" fmla="*/ 36190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190" y="12604"/>
                  </a:moveTo>
                  <a:cubicBezTo>
                    <a:pt x="25374" y="12604"/>
                    <a:pt x="14891" y="20736"/>
                    <a:pt x="14891" y="35890"/>
                  </a:cubicBezTo>
                  <a:cubicBezTo>
                    <a:pt x="14891" y="51044"/>
                    <a:pt x="25337" y="59804"/>
                    <a:pt x="36190" y="59804"/>
                  </a:cubicBezTo>
                  <a:cubicBezTo>
                    <a:pt x="47043" y="59804"/>
                    <a:pt x="57489" y="51266"/>
                    <a:pt x="57489" y="36149"/>
                  </a:cubicBezTo>
                  <a:cubicBezTo>
                    <a:pt x="57489" y="21031"/>
                    <a:pt x="47154" y="12604"/>
                    <a:pt x="36190" y="12604"/>
                  </a:cubicBezTo>
                  <a:close/>
                </a:path>
              </a:pathLst>
            </a:custGeom>
            <a:grpFill/>
            <a:ln w="3692" cap="flat">
              <a:noFill/>
              <a:prstDash val="solid"/>
              <a:miter/>
            </a:ln>
          </p:spPr>
          <p:txBody>
            <a:bodyPr rtlCol="0" anchor="ctr"/>
            <a:lstStyle/>
            <a:p>
              <a:endParaRPr lang="en-US">
                <a:solidFill>
                  <a:schemeClr val="bg2"/>
                </a:solidFill>
              </a:endParaRPr>
            </a:p>
          </p:txBody>
        </p:sp>
        <p:sp>
          <p:nvSpPr>
            <p:cNvPr id="38" name="Freeform 37">
              <a:extLst>
                <a:ext uri="{FF2B5EF4-FFF2-40B4-BE49-F238E27FC236}">
                  <a16:creationId xmlns:a16="http://schemas.microsoft.com/office/drawing/2014/main" id="{911FD198-5AD5-FFAD-6CD2-2A2C44E08E45}"/>
                </a:ext>
              </a:extLst>
            </p:cNvPr>
            <p:cNvSpPr/>
            <p:nvPr/>
          </p:nvSpPr>
          <p:spPr>
            <a:xfrm>
              <a:off x="4616427"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bg2"/>
                </a:solidFill>
              </a:endParaRPr>
            </a:p>
          </p:txBody>
        </p:sp>
        <p:sp>
          <p:nvSpPr>
            <p:cNvPr id="39" name="Freeform 38">
              <a:extLst>
                <a:ext uri="{FF2B5EF4-FFF2-40B4-BE49-F238E27FC236}">
                  <a16:creationId xmlns:a16="http://schemas.microsoft.com/office/drawing/2014/main" id="{82A721F6-16BB-13EA-9F3A-65D8BA8991CE}"/>
                </a:ext>
              </a:extLst>
            </p:cNvPr>
            <p:cNvSpPr/>
            <p:nvPr/>
          </p:nvSpPr>
          <p:spPr>
            <a:xfrm>
              <a:off x="4663804" y="6003670"/>
              <a:ext cx="35967" cy="98170"/>
            </a:xfrm>
            <a:custGeom>
              <a:avLst/>
              <a:gdLst>
                <a:gd name="connsiteX0" fmla="*/ 8297 w 35967"/>
                <a:gd name="connsiteY0" fmla="*/ 39919 h 98170"/>
                <a:gd name="connsiteX1" fmla="*/ 0 w 35967"/>
                <a:gd name="connsiteY1" fmla="*/ 39919 h 98170"/>
                <a:gd name="connsiteX2" fmla="*/ 0 w 35967"/>
                <a:gd name="connsiteY2" fmla="*/ 28091 h 98170"/>
                <a:gd name="connsiteX3" fmla="*/ 8297 w 35967"/>
                <a:gd name="connsiteY3" fmla="*/ 28091 h 98170"/>
                <a:gd name="connsiteX4" fmla="*/ 8297 w 35967"/>
                <a:gd name="connsiteY4" fmla="*/ 23138 h 98170"/>
                <a:gd name="connsiteX5" fmla="*/ 34930 w 35967"/>
                <a:gd name="connsiteY5" fmla="*/ 0 h 98170"/>
                <a:gd name="connsiteX6" fmla="*/ 34930 w 35967"/>
                <a:gd name="connsiteY6" fmla="*/ 12087 h 98170"/>
                <a:gd name="connsiteX7" fmla="*/ 22966 w 35967"/>
                <a:gd name="connsiteY7" fmla="*/ 23138 h 98170"/>
                <a:gd name="connsiteX8" fmla="*/ 22966 w 35967"/>
                <a:gd name="connsiteY8" fmla="*/ 28091 h 98170"/>
                <a:gd name="connsiteX9" fmla="*/ 35967 w 35967"/>
                <a:gd name="connsiteY9" fmla="*/ 28091 h 98170"/>
                <a:gd name="connsiteX10" fmla="*/ 35967 w 35967"/>
                <a:gd name="connsiteY10" fmla="*/ 39919 h 98170"/>
                <a:gd name="connsiteX11" fmla="*/ 22966 w 35967"/>
                <a:gd name="connsiteY11" fmla="*/ 39919 h 98170"/>
                <a:gd name="connsiteX12" fmla="*/ 22966 w 35967"/>
                <a:gd name="connsiteY12" fmla="*/ 98171 h 98170"/>
                <a:gd name="connsiteX13" fmla="*/ 8297 w 35967"/>
                <a:gd name="connsiteY13" fmla="*/ 98171 h 98170"/>
                <a:gd name="connsiteX14" fmla="*/ 8297 w 35967"/>
                <a:gd name="connsiteY14" fmla="*/ 39919 h 9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67" h="98170">
                  <a:moveTo>
                    <a:pt x="8297" y="39919"/>
                  </a:moveTo>
                  <a:lnTo>
                    <a:pt x="0" y="39919"/>
                  </a:lnTo>
                  <a:lnTo>
                    <a:pt x="0" y="28091"/>
                  </a:lnTo>
                  <a:lnTo>
                    <a:pt x="8297" y="28091"/>
                  </a:lnTo>
                  <a:lnTo>
                    <a:pt x="8297" y="23138"/>
                  </a:lnTo>
                  <a:cubicBezTo>
                    <a:pt x="8297" y="6986"/>
                    <a:pt x="16595" y="0"/>
                    <a:pt x="34930" y="0"/>
                  </a:cubicBezTo>
                  <a:lnTo>
                    <a:pt x="34930" y="12087"/>
                  </a:lnTo>
                  <a:cubicBezTo>
                    <a:pt x="26003" y="12087"/>
                    <a:pt x="22966" y="15154"/>
                    <a:pt x="22966" y="23138"/>
                  </a:cubicBezTo>
                  <a:lnTo>
                    <a:pt x="22966" y="28091"/>
                  </a:lnTo>
                  <a:lnTo>
                    <a:pt x="35967" y="28091"/>
                  </a:lnTo>
                  <a:lnTo>
                    <a:pt x="35967" y="39919"/>
                  </a:lnTo>
                  <a:lnTo>
                    <a:pt x="22966" y="39919"/>
                  </a:lnTo>
                  <a:lnTo>
                    <a:pt x="22966" y="98171"/>
                  </a:lnTo>
                  <a:lnTo>
                    <a:pt x="8297" y="98171"/>
                  </a:lnTo>
                  <a:lnTo>
                    <a:pt x="8297" y="39919"/>
                  </a:lnTo>
                  <a:close/>
                </a:path>
              </a:pathLst>
            </a:custGeom>
            <a:grpFill/>
            <a:ln w="3692" cap="flat">
              <a:noFill/>
              <a:prstDash val="solid"/>
              <a:miter/>
            </a:ln>
          </p:spPr>
          <p:txBody>
            <a:bodyPr rtlCol="0" anchor="ctr"/>
            <a:lstStyle/>
            <a:p>
              <a:endParaRPr lang="en-US">
                <a:solidFill>
                  <a:schemeClr val="bg2"/>
                </a:solidFill>
              </a:endParaRPr>
            </a:p>
          </p:txBody>
        </p:sp>
        <p:sp>
          <p:nvSpPr>
            <p:cNvPr id="40" name="Freeform 39">
              <a:extLst>
                <a:ext uri="{FF2B5EF4-FFF2-40B4-BE49-F238E27FC236}">
                  <a16:creationId xmlns:a16="http://schemas.microsoft.com/office/drawing/2014/main" id="{325D661D-3ADA-4818-DEA2-D15F30DD882A}"/>
                </a:ext>
              </a:extLst>
            </p:cNvPr>
            <p:cNvSpPr/>
            <p:nvPr/>
          </p:nvSpPr>
          <p:spPr>
            <a:xfrm>
              <a:off x="4704364" y="6030615"/>
              <a:ext cx="71638" cy="72371"/>
            </a:xfrm>
            <a:custGeom>
              <a:avLst/>
              <a:gdLst>
                <a:gd name="connsiteX0" fmla="*/ 35190 w 71638"/>
                <a:gd name="connsiteY0" fmla="*/ 72372 h 72371"/>
                <a:gd name="connsiteX1" fmla="*/ 0 w 71638"/>
                <a:gd name="connsiteY1" fmla="*/ 36112 h 72371"/>
                <a:gd name="connsiteX2" fmla="*/ 35819 w 71638"/>
                <a:gd name="connsiteY2" fmla="*/ 0 h 72371"/>
                <a:gd name="connsiteX3" fmla="*/ 71639 w 71638"/>
                <a:gd name="connsiteY3" fmla="*/ 36112 h 72371"/>
                <a:gd name="connsiteX4" fmla="*/ 35190 w 71638"/>
                <a:gd name="connsiteY4" fmla="*/ 72372 h 72371"/>
                <a:gd name="connsiteX5" fmla="*/ 35190 w 71638"/>
                <a:gd name="connsiteY5" fmla="*/ 59767 h 72371"/>
                <a:gd name="connsiteX6" fmla="*/ 56711 w 71638"/>
                <a:gd name="connsiteY6" fmla="*/ 36112 h 72371"/>
                <a:gd name="connsiteX7" fmla="*/ 35560 w 71638"/>
                <a:gd name="connsiteY7" fmla="*/ 12567 h 72371"/>
                <a:gd name="connsiteX8" fmla="*/ 14780 w 71638"/>
                <a:gd name="connsiteY8" fmla="*/ 36112 h 72371"/>
                <a:gd name="connsiteX9" fmla="*/ 35190 w 71638"/>
                <a:gd name="connsiteY9" fmla="*/ 59767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638" h="72371">
                  <a:moveTo>
                    <a:pt x="35190" y="72372"/>
                  </a:moveTo>
                  <a:cubicBezTo>
                    <a:pt x="15187" y="72372"/>
                    <a:pt x="0" y="58141"/>
                    <a:pt x="0" y="36112"/>
                  </a:cubicBezTo>
                  <a:cubicBezTo>
                    <a:pt x="0" y="14083"/>
                    <a:pt x="15817" y="0"/>
                    <a:pt x="35819" y="0"/>
                  </a:cubicBezTo>
                  <a:cubicBezTo>
                    <a:pt x="55822" y="0"/>
                    <a:pt x="71639" y="14119"/>
                    <a:pt x="71639" y="36112"/>
                  </a:cubicBezTo>
                  <a:cubicBezTo>
                    <a:pt x="71639" y="58104"/>
                    <a:pt x="55340" y="72372"/>
                    <a:pt x="35190" y="72372"/>
                  </a:cubicBezTo>
                  <a:close/>
                  <a:moveTo>
                    <a:pt x="35190" y="59767"/>
                  </a:moveTo>
                  <a:cubicBezTo>
                    <a:pt x="46006" y="59767"/>
                    <a:pt x="56711" y="52006"/>
                    <a:pt x="56711" y="36112"/>
                  </a:cubicBezTo>
                  <a:cubicBezTo>
                    <a:pt x="56711" y="20218"/>
                    <a:pt x="46376" y="12567"/>
                    <a:pt x="35560" y="12567"/>
                  </a:cubicBezTo>
                  <a:cubicBezTo>
                    <a:pt x="24744" y="12567"/>
                    <a:pt x="14780" y="20181"/>
                    <a:pt x="14780" y="36112"/>
                  </a:cubicBezTo>
                  <a:cubicBezTo>
                    <a:pt x="14780" y="52042"/>
                    <a:pt x="24225" y="59767"/>
                    <a:pt x="35190" y="59767"/>
                  </a:cubicBezTo>
                  <a:close/>
                </a:path>
              </a:pathLst>
            </a:custGeom>
            <a:grpFill/>
            <a:ln w="3692" cap="flat">
              <a:noFill/>
              <a:prstDash val="solid"/>
              <a:miter/>
            </a:ln>
          </p:spPr>
          <p:txBody>
            <a:bodyPr rtlCol="0" anchor="ctr"/>
            <a:lstStyle/>
            <a:p>
              <a:endParaRPr lang="en-US">
                <a:solidFill>
                  <a:schemeClr val="bg2"/>
                </a:solidFill>
              </a:endParaRPr>
            </a:p>
          </p:txBody>
        </p:sp>
        <p:sp>
          <p:nvSpPr>
            <p:cNvPr id="41" name="Freeform 40">
              <a:extLst>
                <a:ext uri="{FF2B5EF4-FFF2-40B4-BE49-F238E27FC236}">
                  <a16:creationId xmlns:a16="http://schemas.microsoft.com/office/drawing/2014/main" id="{FFF0D90E-A986-A9D4-6F66-6AC861DE9ED7}"/>
                </a:ext>
              </a:extLst>
            </p:cNvPr>
            <p:cNvSpPr/>
            <p:nvPr/>
          </p:nvSpPr>
          <p:spPr>
            <a:xfrm>
              <a:off x="4786560" y="6030615"/>
              <a:ext cx="35560" cy="71225"/>
            </a:xfrm>
            <a:custGeom>
              <a:avLst/>
              <a:gdLst>
                <a:gd name="connsiteX0" fmla="*/ 14520 w 35560"/>
                <a:gd name="connsiteY0" fmla="*/ 71226 h 71225"/>
                <a:gd name="connsiteX1" fmla="*/ 0 w 35560"/>
                <a:gd name="connsiteY1" fmla="*/ 71226 h 71225"/>
                <a:gd name="connsiteX2" fmla="*/ 0 w 35560"/>
                <a:gd name="connsiteY2" fmla="*/ 1146 h 71225"/>
                <a:gd name="connsiteX3" fmla="*/ 14520 w 35560"/>
                <a:gd name="connsiteY3" fmla="*/ 1146 h 71225"/>
                <a:gd name="connsiteX4" fmla="*/ 14520 w 35560"/>
                <a:gd name="connsiteY4" fmla="*/ 11310 h 71225"/>
                <a:gd name="connsiteX5" fmla="*/ 35560 w 35560"/>
                <a:gd name="connsiteY5" fmla="*/ 0 h 71225"/>
                <a:gd name="connsiteX6" fmla="*/ 35560 w 35560"/>
                <a:gd name="connsiteY6" fmla="*/ 15007 h 71225"/>
                <a:gd name="connsiteX7" fmla="*/ 31856 w 35560"/>
                <a:gd name="connsiteY7" fmla="*/ 15007 h 71225"/>
                <a:gd name="connsiteX8" fmla="*/ 14520 w 35560"/>
                <a:gd name="connsiteY8" fmla="*/ 34338 h 71225"/>
                <a:gd name="connsiteX9" fmla="*/ 14520 w 35560"/>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bg2"/>
                </a:solidFill>
              </a:endParaRPr>
            </a:p>
          </p:txBody>
        </p:sp>
        <p:sp>
          <p:nvSpPr>
            <p:cNvPr id="42" name="Freeform 41">
              <a:extLst>
                <a:ext uri="{FF2B5EF4-FFF2-40B4-BE49-F238E27FC236}">
                  <a16:creationId xmlns:a16="http://schemas.microsoft.com/office/drawing/2014/main" id="{0C80776D-5B21-9E91-1930-C5820A1D16EF}"/>
                </a:ext>
              </a:extLst>
            </p:cNvPr>
            <p:cNvSpPr/>
            <p:nvPr/>
          </p:nvSpPr>
          <p:spPr>
            <a:xfrm>
              <a:off x="4832602" y="6030615"/>
              <a:ext cx="113939" cy="71225"/>
            </a:xfrm>
            <a:custGeom>
              <a:avLst/>
              <a:gdLst>
                <a:gd name="connsiteX0" fmla="*/ 99531 w 113939"/>
                <a:gd name="connsiteY0" fmla="*/ 32046 h 71225"/>
                <a:gd name="connsiteX1" fmla="*/ 81936 w 113939"/>
                <a:gd name="connsiteY1" fmla="*/ 12604 h 71225"/>
                <a:gd name="connsiteX2" fmla="*/ 64230 w 113939"/>
                <a:gd name="connsiteY2" fmla="*/ 32046 h 71225"/>
                <a:gd name="connsiteX3" fmla="*/ 64230 w 113939"/>
                <a:gd name="connsiteY3" fmla="*/ 71226 h 71225"/>
                <a:gd name="connsiteX4" fmla="*/ 49821 w 113939"/>
                <a:gd name="connsiteY4" fmla="*/ 71226 h 71225"/>
                <a:gd name="connsiteX5" fmla="*/ 49821 w 113939"/>
                <a:gd name="connsiteY5" fmla="*/ 32046 h 71225"/>
                <a:gd name="connsiteX6" fmla="*/ 32226 w 113939"/>
                <a:gd name="connsiteY6" fmla="*/ 12604 h 71225"/>
                <a:gd name="connsiteX7" fmla="*/ 14520 w 113939"/>
                <a:gd name="connsiteY7" fmla="*/ 32046 h 71225"/>
                <a:gd name="connsiteX8" fmla="*/ 14520 w 113939"/>
                <a:gd name="connsiteY8" fmla="*/ 71226 h 71225"/>
                <a:gd name="connsiteX9" fmla="*/ 0 w 113939"/>
                <a:gd name="connsiteY9" fmla="*/ 71226 h 71225"/>
                <a:gd name="connsiteX10" fmla="*/ 0 w 113939"/>
                <a:gd name="connsiteY10" fmla="*/ 1146 h 71225"/>
                <a:gd name="connsiteX11" fmla="*/ 14520 w 113939"/>
                <a:gd name="connsiteY11" fmla="*/ 1146 h 71225"/>
                <a:gd name="connsiteX12" fmla="*/ 14520 w 113939"/>
                <a:gd name="connsiteY12" fmla="*/ 9167 h 71225"/>
                <a:gd name="connsiteX13" fmla="*/ 35301 w 113939"/>
                <a:gd name="connsiteY13" fmla="*/ 0 h 71225"/>
                <a:gd name="connsiteX14" fmla="*/ 60526 w 113939"/>
                <a:gd name="connsiteY14" fmla="*/ 13861 h 71225"/>
                <a:gd name="connsiteX15" fmla="*/ 85010 w 113939"/>
                <a:gd name="connsiteY15" fmla="*/ 0 h 71225"/>
                <a:gd name="connsiteX16" fmla="*/ 113940 w 113939"/>
                <a:gd name="connsiteY16" fmla="*/ 29902 h 71225"/>
                <a:gd name="connsiteX17" fmla="*/ 113940 w 113939"/>
                <a:gd name="connsiteY17" fmla="*/ 71226 h 71225"/>
                <a:gd name="connsiteX18" fmla="*/ 99531 w 113939"/>
                <a:gd name="connsiteY18" fmla="*/ 71226 h 71225"/>
                <a:gd name="connsiteX19" fmla="*/ 99531 w 113939"/>
                <a:gd name="connsiteY19" fmla="*/ 3204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939" h="71225">
                  <a:moveTo>
                    <a:pt x="99531" y="32046"/>
                  </a:moveTo>
                  <a:cubicBezTo>
                    <a:pt x="99531" y="19183"/>
                    <a:pt x="92530" y="12604"/>
                    <a:pt x="81936" y="12604"/>
                  </a:cubicBezTo>
                  <a:cubicBezTo>
                    <a:pt x="71342" y="12604"/>
                    <a:pt x="64230" y="19220"/>
                    <a:pt x="64230" y="32046"/>
                  </a:cubicBezTo>
                  <a:lnTo>
                    <a:pt x="64230" y="71226"/>
                  </a:lnTo>
                  <a:lnTo>
                    <a:pt x="49821" y="71226"/>
                  </a:lnTo>
                  <a:lnTo>
                    <a:pt x="49821" y="32046"/>
                  </a:lnTo>
                  <a:cubicBezTo>
                    <a:pt x="49821" y="19183"/>
                    <a:pt x="42820" y="12604"/>
                    <a:pt x="32226" y="12604"/>
                  </a:cubicBezTo>
                  <a:cubicBezTo>
                    <a:pt x="21632" y="12604"/>
                    <a:pt x="14520" y="19220"/>
                    <a:pt x="14520" y="32046"/>
                  </a:cubicBezTo>
                  <a:lnTo>
                    <a:pt x="14520" y="71226"/>
                  </a:lnTo>
                  <a:lnTo>
                    <a:pt x="0" y="71226"/>
                  </a:lnTo>
                  <a:lnTo>
                    <a:pt x="0" y="1146"/>
                  </a:lnTo>
                  <a:lnTo>
                    <a:pt x="14520" y="1146"/>
                  </a:lnTo>
                  <a:lnTo>
                    <a:pt x="14520" y="9167"/>
                  </a:lnTo>
                  <a:cubicBezTo>
                    <a:pt x="19224" y="3437"/>
                    <a:pt x="26892" y="0"/>
                    <a:pt x="35301" y="0"/>
                  </a:cubicBezTo>
                  <a:cubicBezTo>
                    <a:pt x="46376" y="0"/>
                    <a:pt x="55673" y="4694"/>
                    <a:pt x="60526" y="13861"/>
                  </a:cubicBezTo>
                  <a:cubicBezTo>
                    <a:pt x="64860" y="5359"/>
                    <a:pt x="74787" y="0"/>
                    <a:pt x="85010" y="0"/>
                  </a:cubicBezTo>
                  <a:cubicBezTo>
                    <a:pt x="101457" y="0"/>
                    <a:pt x="113940" y="10312"/>
                    <a:pt x="113940" y="29902"/>
                  </a:cubicBezTo>
                  <a:lnTo>
                    <a:pt x="113940" y="71226"/>
                  </a:lnTo>
                  <a:lnTo>
                    <a:pt x="99531" y="71226"/>
                  </a:lnTo>
                  <a:lnTo>
                    <a:pt x="99531" y="32046"/>
                  </a:lnTo>
                  <a:close/>
                </a:path>
              </a:pathLst>
            </a:custGeom>
            <a:grpFill/>
            <a:ln w="3692" cap="flat">
              <a:noFill/>
              <a:prstDash val="solid"/>
              <a:miter/>
            </a:ln>
          </p:spPr>
          <p:txBody>
            <a:bodyPr rtlCol="0" anchor="ctr"/>
            <a:lstStyle/>
            <a:p>
              <a:endParaRPr lang="en-US">
                <a:solidFill>
                  <a:schemeClr val="bg2"/>
                </a:solidFill>
              </a:endParaRPr>
            </a:p>
          </p:txBody>
        </p:sp>
      </p:grpSp>
    </p:spTree>
    <p:extLst>
      <p:ext uri="{BB962C8B-B14F-4D97-AF65-F5344CB8AC3E}">
        <p14:creationId xmlns:p14="http://schemas.microsoft.com/office/powerpoint/2010/main" val="14722783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olid (White Circl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87166-8C02-34CB-79A5-F46042E77BED}"/>
              </a:ext>
            </a:extLst>
          </p:cNvPr>
          <p:cNvSpPr>
            <a:spLocks noGrp="1"/>
          </p:cNvSpPr>
          <p:nvPr>
            <p:ph type="ctrTitle"/>
          </p:nvPr>
        </p:nvSpPr>
        <p:spPr>
          <a:xfrm>
            <a:off x="838200" y="2069025"/>
            <a:ext cx="5803605" cy="2383694"/>
          </a:xfrm>
        </p:spPr>
        <p:txBody>
          <a:bodyPr anchor="b">
            <a:noAutofit/>
          </a:bodyPr>
          <a:lstStyle>
            <a:lvl1pPr algn="l">
              <a:lnSpc>
                <a:spcPts val="4400"/>
              </a:lnSpc>
              <a:defRPr sz="4000" b="0" i="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1D7DCB6-F293-6F6A-A043-F9DBCE059902}"/>
              </a:ext>
            </a:extLst>
          </p:cNvPr>
          <p:cNvSpPr>
            <a:spLocks noGrp="1"/>
          </p:cNvSpPr>
          <p:nvPr>
            <p:ph type="subTitle" idx="1"/>
          </p:nvPr>
        </p:nvSpPr>
        <p:spPr>
          <a:xfrm>
            <a:off x="838200" y="4681319"/>
            <a:ext cx="5803606" cy="720024"/>
          </a:xfrm>
        </p:spPr>
        <p:txBody>
          <a:bodyPr>
            <a:noAutofit/>
          </a:bodyPr>
          <a:lstStyle>
            <a:lvl1pPr marL="0" indent="0" algn="l">
              <a:lnSpc>
                <a:spcPts val="2400"/>
              </a:lnSpc>
              <a:buNone/>
              <a:defRPr sz="2000" b="0" i="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7" name="Text Placeholder 16">
            <a:extLst>
              <a:ext uri="{FF2B5EF4-FFF2-40B4-BE49-F238E27FC236}">
                <a16:creationId xmlns:a16="http://schemas.microsoft.com/office/drawing/2014/main" id="{E770CD35-04C2-6CC5-51BB-2793E84BE345}"/>
              </a:ext>
            </a:extLst>
          </p:cNvPr>
          <p:cNvSpPr>
            <a:spLocks noGrp="1"/>
          </p:cNvSpPr>
          <p:nvPr>
            <p:ph type="body" sz="quarter" idx="10"/>
          </p:nvPr>
        </p:nvSpPr>
        <p:spPr>
          <a:xfrm>
            <a:off x="838200" y="5614769"/>
            <a:ext cx="5803605" cy="205184"/>
          </a:xfrm>
        </p:spPr>
        <p:txBody>
          <a:bodyPr wrap="square">
            <a:spAutoFit/>
          </a:bodyPr>
          <a:lstStyle>
            <a:lvl1pPr marL="0" indent="0" algn="l">
              <a:buFontTx/>
              <a:buNone/>
              <a:defRPr b="0" i="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13" name="Picture Placeholder 12">
            <a:extLst>
              <a:ext uri="{FF2B5EF4-FFF2-40B4-BE49-F238E27FC236}">
                <a16:creationId xmlns:a16="http://schemas.microsoft.com/office/drawing/2014/main" id="{2B5BFA78-544C-140A-F31E-89621D7EC636}"/>
              </a:ext>
            </a:extLst>
          </p:cNvPr>
          <p:cNvSpPr>
            <a:spLocks noGrp="1"/>
          </p:cNvSpPr>
          <p:nvPr>
            <p:ph type="pic" sz="quarter" idx="11"/>
          </p:nvPr>
        </p:nvSpPr>
        <p:spPr>
          <a:xfrm>
            <a:off x="6963388" y="1"/>
            <a:ext cx="5228612" cy="5082363"/>
          </a:xfrm>
          <a:custGeom>
            <a:avLst/>
            <a:gdLst>
              <a:gd name="connsiteX0" fmla="*/ 811264 w 5228612"/>
              <a:gd name="connsiteY0" fmla="*/ 0 h 5082363"/>
              <a:gd name="connsiteX1" fmla="*/ 5228612 w 5228612"/>
              <a:gd name="connsiteY1" fmla="*/ 0 h 5082363"/>
              <a:gd name="connsiteX2" fmla="*/ 5228612 w 5228612"/>
              <a:gd name="connsiteY2" fmla="*/ 4125953 h 5082363"/>
              <a:gd name="connsiteX3" fmla="*/ 5164735 w 5228612"/>
              <a:gd name="connsiteY3" fmla="*/ 4196235 h 5082363"/>
              <a:gd name="connsiteX4" fmla="*/ 3025432 w 5228612"/>
              <a:gd name="connsiteY4" fmla="*/ 5082363 h 5082363"/>
              <a:gd name="connsiteX5" fmla="*/ 0 w 5228612"/>
              <a:gd name="connsiteY5" fmla="*/ 2056931 h 5082363"/>
              <a:gd name="connsiteX6" fmla="*/ 690862 w 5228612"/>
              <a:gd name="connsiteY6" fmla="*/ 132475 h 5082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28612" h="5082363">
                <a:moveTo>
                  <a:pt x="811264" y="0"/>
                </a:moveTo>
                <a:lnTo>
                  <a:pt x="5228612" y="0"/>
                </a:lnTo>
                <a:lnTo>
                  <a:pt x="5228612" y="4125953"/>
                </a:lnTo>
                <a:lnTo>
                  <a:pt x="5164735" y="4196235"/>
                </a:lnTo>
                <a:cubicBezTo>
                  <a:pt x="4617240" y="4743730"/>
                  <a:pt x="3860882" y="5082363"/>
                  <a:pt x="3025432" y="5082363"/>
                </a:cubicBezTo>
                <a:cubicBezTo>
                  <a:pt x="1354532" y="5082363"/>
                  <a:pt x="0" y="3727831"/>
                  <a:pt x="0" y="2056931"/>
                </a:cubicBezTo>
                <a:cubicBezTo>
                  <a:pt x="0" y="1325912"/>
                  <a:pt x="259266" y="655448"/>
                  <a:pt x="690862" y="132475"/>
                </a:cubicBezTo>
                <a:close/>
              </a:path>
            </a:pathLst>
          </a:custGeom>
          <a:solidFill>
            <a:schemeClr val="bg2"/>
          </a:solidFill>
        </p:spPr>
        <p:txBody>
          <a:bodyPr wrap="square" tIns="548640" anchor="t" anchorCtr="0">
            <a:noAutofit/>
          </a:bodyPr>
          <a:lstStyle>
            <a:lvl1pPr marL="0" indent="0" algn="ctr">
              <a:buFontTx/>
              <a:buNone/>
              <a:defRPr b="0" i="0">
                <a:solidFill>
                  <a:schemeClr val="tx1"/>
                </a:solidFill>
              </a:defRPr>
            </a:lvl1pPr>
          </a:lstStyle>
          <a:p>
            <a:r>
              <a:rPr lang="en-US"/>
              <a:t>Click icon to add picture</a:t>
            </a:r>
          </a:p>
        </p:txBody>
      </p:sp>
      <p:grpSp>
        <p:nvGrpSpPr>
          <p:cNvPr id="5" name="Group 4">
            <a:extLst>
              <a:ext uri="{FF2B5EF4-FFF2-40B4-BE49-F238E27FC236}">
                <a16:creationId xmlns:a16="http://schemas.microsoft.com/office/drawing/2014/main" id="{C164DF55-9997-3DF4-155F-CBA7577F9717}"/>
              </a:ext>
            </a:extLst>
          </p:cNvPr>
          <p:cNvGrpSpPr/>
          <p:nvPr userDrawn="1"/>
        </p:nvGrpSpPr>
        <p:grpSpPr>
          <a:xfrm>
            <a:off x="838199" y="782937"/>
            <a:ext cx="2122674" cy="623780"/>
            <a:chOff x="2649665" y="5459914"/>
            <a:chExt cx="2297877" cy="675266"/>
          </a:xfrm>
          <a:solidFill>
            <a:schemeClr val="tx2"/>
          </a:solidFill>
        </p:grpSpPr>
        <p:sp>
          <p:nvSpPr>
            <p:cNvPr id="6" name="Freeform 5">
              <a:extLst>
                <a:ext uri="{FF2B5EF4-FFF2-40B4-BE49-F238E27FC236}">
                  <a16:creationId xmlns:a16="http://schemas.microsoft.com/office/drawing/2014/main" id="{CD84372A-35DD-12C5-1E0F-BA4295313EC2}"/>
                </a:ext>
              </a:extLst>
            </p:cNvPr>
            <p:cNvSpPr/>
            <p:nvPr/>
          </p:nvSpPr>
          <p:spPr>
            <a:xfrm>
              <a:off x="3209512" y="5624255"/>
              <a:ext cx="144721" cy="250528"/>
            </a:xfrm>
            <a:custGeom>
              <a:avLst/>
              <a:gdLst>
                <a:gd name="connsiteX0" fmla="*/ 141203 w 144721"/>
                <a:gd name="connsiteY0" fmla="*/ 204511 h 250528"/>
                <a:gd name="connsiteX1" fmla="*/ 144722 w 144721"/>
                <a:gd name="connsiteY1" fmla="*/ 208022 h 250528"/>
                <a:gd name="connsiteX2" fmla="*/ 144722 w 144721"/>
                <a:gd name="connsiteY2" fmla="*/ 247017 h 250528"/>
                <a:gd name="connsiteX3" fmla="*/ 141203 w 144721"/>
                <a:gd name="connsiteY3" fmla="*/ 250528 h 250528"/>
                <a:gd name="connsiteX4" fmla="*/ 3519 w 144721"/>
                <a:gd name="connsiteY4" fmla="*/ 250528 h 250528"/>
                <a:gd name="connsiteX5" fmla="*/ 0 w 144721"/>
                <a:gd name="connsiteY5" fmla="*/ 247017 h 250528"/>
                <a:gd name="connsiteX6" fmla="*/ 0 w 144721"/>
                <a:gd name="connsiteY6" fmla="*/ 3511 h 250528"/>
                <a:gd name="connsiteX7" fmla="*/ 3519 w 144721"/>
                <a:gd name="connsiteY7" fmla="*/ 0 h 250528"/>
                <a:gd name="connsiteX8" fmla="*/ 48599 w 144721"/>
                <a:gd name="connsiteY8" fmla="*/ 0 h 250528"/>
                <a:gd name="connsiteX9" fmla="*/ 52118 w 144721"/>
                <a:gd name="connsiteY9" fmla="*/ 3511 h 250528"/>
                <a:gd name="connsiteX10" fmla="*/ 52118 w 144721"/>
                <a:gd name="connsiteY10" fmla="*/ 200999 h 250528"/>
                <a:gd name="connsiteX11" fmla="*/ 55636 w 144721"/>
                <a:gd name="connsiteY11" fmla="*/ 204511 h 250528"/>
                <a:gd name="connsiteX12" fmla="*/ 141203 w 144721"/>
                <a:gd name="connsiteY12" fmla="*/ 204511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21" h="250528">
                  <a:moveTo>
                    <a:pt x="141203" y="204511"/>
                  </a:moveTo>
                  <a:cubicBezTo>
                    <a:pt x="143536" y="204511"/>
                    <a:pt x="144722" y="205693"/>
                    <a:pt x="144722" y="208022"/>
                  </a:cubicBezTo>
                  <a:lnTo>
                    <a:pt x="144722" y="247017"/>
                  </a:lnTo>
                  <a:cubicBezTo>
                    <a:pt x="144722" y="249345"/>
                    <a:pt x="143536" y="250528"/>
                    <a:pt x="141203" y="250528"/>
                  </a:cubicBezTo>
                  <a:lnTo>
                    <a:pt x="3519" y="250528"/>
                  </a:lnTo>
                  <a:cubicBezTo>
                    <a:pt x="1185" y="250528"/>
                    <a:pt x="0" y="249345"/>
                    <a:pt x="0" y="247017"/>
                  </a:cubicBezTo>
                  <a:lnTo>
                    <a:pt x="0" y="3511"/>
                  </a:lnTo>
                  <a:cubicBezTo>
                    <a:pt x="0" y="1183"/>
                    <a:pt x="1185" y="0"/>
                    <a:pt x="3519" y="0"/>
                  </a:cubicBezTo>
                  <a:lnTo>
                    <a:pt x="48599" y="0"/>
                  </a:lnTo>
                  <a:cubicBezTo>
                    <a:pt x="50932" y="0"/>
                    <a:pt x="52118" y="1183"/>
                    <a:pt x="52118" y="3511"/>
                  </a:cubicBezTo>
                  <a:lnTo>
                    <a:pt x="52118" y="200999"/>
                  </a:lnTo>
                  <a:cubicBezTo>
                    <a:pt x="52118" y="203328"/>
                    <a:pt x="53303" y="204511"/>
                    <a:pt x="55636" y="204511"/>
                  </a:cubicBezTo>
                  <a:lnTo>
                    <a:pt x="141203" y="204511"/>
                  </a:lnTo>
                  <a:close/>
                </a:path>
              </a:pathLst>
            </a:custGeom>
            <a:grpFill/>
            <a:ln w="3692" cap="flat">
              <a:noFill/>
              <a:prstDash val="solid"/>
              <a:miter/>
            </a:ln>
          </p:spPr>
          <p:txBody>
            <a:bodyPr rtlCol="0" anchor="ctr"/>
            <a:lstStyle/>
            <a:p>
              <a:endParaRPr lang="en-US">
                <a:solidFill>
                  <a:schemeClr val="bg2"/>
                </a:solidFill>
              </a:endParaRPr>
            </a:p>
          </p:txBody>
        </p:sp>
        <p:sp>
          <p:nvSpPr>
            <p:cNvPr id="7" name="Freeform 6">
              <a:extLst>
                <a:ext uri="{FF2B5EF4-FFF2-40B4-BE49-F238E27FC236}">
                  <a16:creationId xmlns:a16="http://schemas.microsoft.com/office/drawing/2014/main" id="{59FB9D7E-E3B4-F7F6-183B-E9A5D77FD595}"/>
                </a:ext>
              </a:extLst>
            </p:cNvPr>
            <p:cNvSpPr/>
            <p:nvPr/>
          </p:nvSpPr>
          <p:spPr>
            <a:xfrm>
              <a:off x="3418177" y="5624255"/>
              <a:ext cx="255689" cy="250602"/>
            </a:xfrm>
            <a:custGeom>
              <a:avLst/>
              <a:gdLst>
                <a:gd name="connsiteX0" fmla="*/ 113412 w 255689"/>
                <a:gd name="connsiteY0" fmla="*/ 2476 h 250602"/>
                <a:gd name="connsiteX1" fmla="*/ 117635 w 255689"/>
                <a:gd name="connsiteY1" fmla="*/ 0 h 250602"/>
                <a:gd name="connsiteX2" fmla="*/ 138415 w 255689"/>
                <a:gd name="connsiteY2" fmla="*/ 0 h 250602"/>
                <a:gd name="connsiteX3" fmla="*/ 142638 w 255689"/>
                <a:gd name="connsiteY3" fmla="*/ 2476 h 250602"/>
                <a:gd name="connsiteX4" fmla="*/ 255319 w 255689"/>
                <a:gd name="connsiteY4" fmla="*/ 246352 h 250602"/>
                <a:gd name="connsiteX5" fmla="*/ 255689 w 255689"/>
                <a:gd name="connsiteY5" fmla="*/ 248126 h 250602"/>
                <a:gd name="connsiteX6" fmla="*/ 252874 w 255689"/>
                <a:gd name="connsiteY6" fmla="*/ 250602 h 250602"/>
                <a:gd name="connsiteX7" fmla="*/ 202868 w 255689"/>
                <a:gd name="connsiteY7" fmla="*/ 250602 h 250602"/>
                <a:gd name="connsiteX8" fmla="*/ 198645 w 255689"/>
                <a:gd name="connsiteY8" fmla="*/ 248126 h 250602"/>
                <a:gd name="connsiteX9" fmla="*/ 181050 w 255689"/>
                <a:gd name="connsiteY9" fmla="*/ 210166 h 250602"/>
                <a:gd name="connsiteX10" fmla="*/ 177161 w 255689"/>
                <a:gd name="connsiteY10" fmla="*/ 207689 h 250602"/>
                <a:gd name="connsiteX11" fmla="*/ 78556 w 255689"/>
                <a:gd name="connsiteY11" fmla="*/ 207689 h 250602"/>
                <a:gd name="connsiteX12" fmla="*/ 74333 w 255689"/>
                <a:gd name="connsiteY12" fmla="*/ 210166 h 250602"/>
                <a:gd name="connsiteX13" fmla="*/ 56739 w 255689"/>
                <a:gd name="connsiteY13" fmla="*/ 248126 h 250602"/>
                <a:gd name="connsiteX14" fmla="*/ 52849 w 255689"/>
                <a:gd name="connsiteY14" fmla="*/ 250602 h 250602"/>
                <a:gd name="connsiteX15" fmla="*/ 2843 w 255689"/>
                <a:gd name="connsiteY15" fmla="*/ 250602 h 250602"/>
                <a:gd name="connsiteX16" fmla="*/ 361 w 255689"/>
                <a:gd name="connsiteY16" fmla="*/ 249382 h 250602"/>
                <a:gd name="connsiteX17" fmla="*/ 361 w 255689"/>
                <a:gd name="connsiteY17" fmla="*/ 246388 h 250602"/>
                <a:gd name="connsiteX18" fmla="*/ 113412 w 255689"/>
                <a:gd name="connsiteY18" fmla="*/ 2513 h 250602"/>
                <a:gd name="connsiteX19" fmla="*/ 96188 w 255689"/>
                <a:gd name="connsiteY19" fmla="*/ 157421 h 250602"/>
                <a:gd name="connsiteX20" fmla="*/ 95817 w 255689"/>
                <a:gd name="connsiteY20" fmla="*/ 159195 h 250602"/>
                <a:gd name="connsiteX21" fmla="*/ 98633 w 255689"/>
                <a:gd name="connsiteY21" fmla="*/ 161672 h 250602"/>
                <a:gd name="connsiteX22" fmla="*/ 157084 w 255689"/>
                <a:gd name="connsiteY22" fmla="*/ 161672 h 250602"/>
                <a:gd name="connsiteX23" fmla="*/ 159566 w 255689"/>
                <a:gd name="connsiteY23" fmla="*/ 160452 h 250602"/>
                <a:gd name="connsiteX24" fmla="*/ 159566 w 255689"/>
                <a:gd name="connsiteY24" fmla="*/ 157458 h 250602"/>
                <a:gd name="connsiteX25" fmla="*/ 130340 w 255689"/>
                <a:gd name="connsiteY25" fmla="*/ 89633 h 250602"/>
                <a:gd name="connsiteX26" fmla="*/ 127859 w 255689"/>
                <a:gd name="connsiteY26" fmla="*/ 87859 h 250602"/>
                <a:gd name="connsiteX27" fmla="*/ 125377 w 255689"/>
                <a:gd name="connsiteY27" fmla="*/ 89633 h 250602"/>
                <a:gd name="connsiteX28" fmla="*/ 96151 w 255689"/>
                <a:gd name="connsiteY28" fmla="*/ 157458 h 25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5689" h="250602">
                  <a:moveTo>
                    <a:pt x="113412" y="2476"/>
                  </a:moveTo>
                  <a:cubicBezTo>
                    <a:pt x="114116" y="850"/>
                    <a:pt x="115524" y="0"/>
                    <a:pt x="117635" y="0"/>
                  </a:cubicBezTo>
                  <a:lnTo>
                    <a:pt x="138415" y="0"/>
                  </a:lnTo>
                  <a:cubicBezTo>
                    <a:pt x="140527" y="0"/>
                    <a:pt x="141934" y="813"/>
                    <a:pt x="142638" y="2476"/>
                  </a:cubicBezTo>
                  <a:lnTo>
                    <a:pt x="255319" y="246352"/>
                  </a:lnTo>
                  <a:cubicBezTo>
                    <a:pt x="255541" y="246832"/>
                    <a:pt x="255689" y="247423"/>
                    <a:pt x="255689" y="248126"/>
                  </a:cubicBezTo>
                  <a:cubicBezTo>
                    <a:pt x="255689" y="249752"/>
                    <a:pt x="254763" y="250602"/>
                    <a:pt x="252874" y="250602"/>
                  </a:cubicBezTo>
                  <a:lnTo>
                    <a:pt x="202868" y="250602"/>
                  </a:lnTo>
                  <a:cubicBezTo>
                    <a:pt x="200756" y="250602"/>
                    <a:pt x="199349" y="249789"/>
                    <a:pt x="198645" y="248126"/>
                  </a:cubicBezTo>
                  <a:lnTo>
                    <a:pt x="181050" y="210166"/>
                  </a:lnTo>
                  <a:cubicBezTo>
                    <a:pt x="180346" y="208539"/>
                    <a:pt x="179050" y="207689"/>
                    <a:pt x="177161" y="207689"/>
                  </a:cubicBezTo>
                  <a:lnTo>
                    <a:pt x="78556" y="207689"/>
                  </a:lnTo>
                  <a:cubicBezTo>
                    <a:pt x="76445" y="207689"/>
                    <a:pt x="75037" y="208502"/>
                    <a:pt x="74333" y="210166"/>
                  </a:cubicBezTo>
                  <a:lnTo>
                    <a:pt x="56739" y="248126"/>
                  </a:lnTo>
                  <a:cubicBezTo>
                    <a:pt x="56035" y="249752"/>
                    <a:pt x="54738" y="250602"/>
                    <a:pt x="52849" y="250602"/>
                  </a:cubicBezTo>
                  <a:lnTo>
                    <a:pt x="2843" y="250602"/>
                  </a:lnTo>
                  <a:cubicBezTo>
                    <a:pt x="1658" y="250602"/>
                    <a:pt x="843" y="250196"/>
                    <a:pt x="361" y="249382"/>
                  </a:cubicBezTo>
                  <a:cubicBezTo>
                    <a:pt x="-120" y="248569"/>
                    <a:pt x="-120" y="247571"/>
                    <a:pt x="361" y="246388"/>
                  </a:cubicBezTo>
                  <a:lnTo>
                    <a:pt x="113412" y="2513"/>
                  </a:lnTo>
                  <a:close/>
                  <a:moveTo>
                    <a:pt x="96188" y="157421"/>
                  </a:moveTo>
                  <a:cubicBezTo>
                    <a:pt x="95966" y="157902"/>
                    <a:pt x="95817" y="158493"/>
                    <a:pt x="95817" y="159195"/>
                  </a:cubicBezTo>
                  <a:cubicBezTo>
                    <a:pt x="95817" y="160822"/>
                    <a:pt x="96743" y="161672"/>
                    <a:pt x="98633" y="161672"/>
                  </a:cubicBezTo>
                  <a:lnTo>
                    <a:pt x="157084" y="161672"/>
                  </a:lnTo>
                  <a:cubicBezTo>
                    <a:pt x="158270" y="161672"/>
                    <a:pt x="159085" y="161265"/>
                    <a:pt x="159566" y="160452"/>
                  </a:cubicBezTo>
                  <a:cubicBezTo>
                    <a:pt x="160048" y="159639"/>
                    <a:pt x="160048" y="158641"/>
                    <a:pt x="159566" y="157458"/>
                  </a:cubicBezTo>
                  <a:lnTo>
                    <a:pt x="130340" y="89633"/>
                  </a:lnTo>
                  <a:cubicBezTo>
                    <a:pt x="130118" y="88450"/>
                    <a:pt x="129266" y="87859"/>
                    <a:pt x="127859" y="87859"/>
                  </a:cubicBezTo>
                  <a:cubicBezTo>
                    <a:pt x="126932" y="87859"/>
                    <a:pt x="126080" y="88450"/>
                    <a:pt x="125377" y="89633"/>
                  </a:cubicBezTo>
                  <a:lnTo>
                    <a:pt x="96151" y="157458"/>
                  </a:lnTo>
                  <a:close/>
                </a:path>
              </a:pathLst>
            </a:custGeom>
            <a:grpFill/>
            <a:ln w="3692" cap="flat">
              <a:noFill/>
              <a:prstDash val="solid"/>
              <a:miter/>
            </a:ln>
          </p:spPr>
          <p:txBody>
            <a:bodyPr rtlCol="0" anchor="ctr"/>
            <a:lstStyle/>
            <a:p>
              <a:endParaRPr lang="en-US">
                <a:solidFill>
                  <a:schemeClr val="bg2"/>
                </a:solidFill>
              </a:endParaRPr>
            </a:p>
          </p:txBody>
        </p:sp>
        <p:sp>
          <p:nvSpPr>
            <p:cNvPr id="8" name="Freeform 7">
              <a:extLst>
                <a:ext uri="{FF2B5EF4-FFF2-40B4-BE49-F238E27FC236}">
                  <a16:creationId xmlns:a16="http://schemas.microsoft.com/office/drawing/2014/main" id="{B79B448F-5EA1-729B-91DC-7C8A9C321DD1}"/>
                </a:ext>
              </a:extLst>
            </p:cNvPr>
            <p:cNvSpPr/>
            <p:nvPr/>
          </p:nvSpPr>
          <p:spPr>
            <a:xfrm>
              <a:off x="3736096"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2 w 202839"/>
                <a:gd name="connsiteY3" fmla="*/ 248421 h 250528"/>
                <a:gd name="connsiteX4" fmla="*/ 56377 w 202839"/>
                <a:gd name="connsiteY4" fmla="*/ 105748 h 250528"/>
                <a:gd name="connsiteX5" fmla="*/ 53896 w 202839"/>
                <a:gd name="connsiteY5" fmla="*/ 104344 h 250528"/>
                <a:gd name="connsiteX6" fmla="*/ 52117 w 202839"/>
                <a:gd name="connsiteY6" fmla="*/ 107522 h 250528"/>
                <a:gd name="connsiteX7" fmla="*/ 52117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7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2" y="248421"/>
                  </a:cubicBezTo>
                  <a:lnTo>
                    <a:pt x="56377" y="105748"/>
                  </a:lnTo>
                  <a:cubicBezTo>
                    <a:pt x="55451" y="104824"/>
                    <a:pt x="54599" y="104344"/>
                    <a:pt x="53896" y="104344"/>
                  </a:cubicBezTo>
                  <a:cubicBezTo>
                    <a:pt x="52710" y="104344"/>
                    <a:pt x="52117" y="105416"/>
                    <a:pt x="52117" y="107522"/>
                  </a:cubicBezTo>
                  <a:lnTo>
                    <a:pt x="52117" y="247017"/>
                  </a:lnTo>
                  <a:cubicBezTo>
                    <a:pt x="52117"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7" y="2107"/>
                  </a:cubicBezTo>
                  <a:lnTo>
                    <a:pt x="146463" y="144410"/>
                  </a:lnTo>
                  <a:cubicBezTo>
                    <a:pt x="147166"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bg2"/>
                </a:solidFill>
              </a:endParaRPr>
            </a:p>
          </p:txBody>
        </p:sp>
        <p:sp>
          <p:nvSpPr>
            <p:cNvPr id="9" name="Freeform 8">
              <a:extLst>
                <a:ext uri="{FF2B5EF4-FFF2-40B4-BE49-F238E27FC236}">
                  <a16:creationId xmlns:a16="http://schemas.microsoft.com/office/drawing/2014/main" id="{11FF9001-FF2A-3F23-2EDC-8F3F0BEE0B9B}"/>
                </a:ext>
              </a:extLst>
            </p:cNvPr>
            <p:cNvSpPr/>
            <p:nvPr/>
          </p:nvSpPr>
          <p:spPr>
            <a:xfrm>
              <a:off x="4009389" y="5624255"/>
              <a:ext cx="176058" cy="250528"/>
            </a:xfrm>
            <a:custGeom>
              <a:avLst/>
              <a:gdLst>
                <a:gd name="connsiteX0" fmla="*/ 172540 w 176058"/>
                <a:gd name="connsiteY0" fmla="*/ 0 h 250528"/>
                <a:gd name="connsiteX1" fmla="*/ 176059 w 176058"/>
                <a:gd name="connsiteY1" fmla="*/ 3511 h 250528"/>
                <a:gd name="connsiteX2" fmla="*/ 176059 w 176058"/>
                <a:gd name="connsiteY2" fmla="*/ 42506 h 250528"/>
                <a:gd name="connsiteX3" fmla="*/ 172540 w 176058"/>
                <a:gd name="connsiteY3" fmla="*/ 46018 h 250528"/>
                <a:gd name="connsiteX4" fmla="*/ 117607 w 176058"/>
                <a:gd name="connsiteY4" fmla="*/ 46018 h 250528"/>
                <a:gd name="connsiteX5" fmla="*/ 114088 w 176058"/>
                <a:gd name="connsiteY5" fmla="*/ 49529 h 250528"/>
                <a:gd name="connsiteX6" fmla="*/ 114088 w 176058"/>
                <a:gd name="connsiteY6" fmla="*/ 247017 h 250528"/>
                <a:gd name="connsiteX7" fmla="*/ 110569 w 176058"/>
                <a:gd name="connsiteY7" fmla="*/ 250528 h 250528"/>
                <a:gd name="connsiteX8" fmla="*/ 65860 w 176058"/>
                <a:gd name="connsiteY8" fmla="*/ 250528 h 250528"/>
                <a:gd name="connsiteX9" fmla="*/ 62341 w 176058"/>
                <a:gd name="connsiteY9" fmla="*/ 247017 h 250528"/>
                <a:gd name="connsiteX10" fmla="*/ 62341 w 176058"/>
                <a:gd name="connsiteY10" fmla="*/ 49529 h 250528"/>
                <a:gd name="connsiteX11" fmla="*/ 58822 w 176058"/>
                <a:gd name="connsiteY11" fmla="*/ 46018 h 250528"/>
                <a:gd name="connsiteX12" fmla="*/ 3519 w 176058"/>
                <a:gd name="connsiteY12" fmla="*/ 46018 h 250528"/>
                <a:gd name="connsiteX13" fmla="*/ 0 w 176058"/>
                <a:gd name="connsiteY13" fmla="*/ 42506 h 250528"/>
                <a:gd name="connsiteX14" fmla="*/ 0 w 176058"/>
                <a:gd name="connsiteY14" fmla="*/ 3511 h 250528"/>
                <a:gd name="connsiteX15" fmla="*/ 3519 w 176058"/>
                <a:gd name="connsiteY15" fmla="*/ 0 h 250528"/>
                <a:gd name="connsiteX16" fmla="*/ 172540 w 176058"/>
                <a:gd name="connsiteY16" fmla="*/ 0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058" h="250528">
                  <a:moveTo>
                    <a:pt x="172540" y="0"/>
                  </a:moveTo>
                  <a:cubicBezTo>
                    <a:pt x="174873" y="0"/>
                    <a:pt x="176059" y="1183"/>
                    <a:pt x="176059" y="3511"/>
                  </a:cubicBezTo>
                  <a:lnTo>
                    <a:pt x="176059" y="42506"/>
                  </a:lnTo>
                  <a:cubicBezTo>
                    <a:pt x="176059" y="44835"/>
                    <a:pt x="174873" y="46018"/>
                    <a:pt x="172540" y="46018"/>
                  </a:cubicBezTo>
                  <a:lnTo>
                    <a:pt x="117607" y="46018"/>
                  </a:lnTo>
                  <a:cubicBezTo>
                    <a:pt x="115274" y="46018"/>
                    <a:pt x="114088" y="47200"/>
                    <a:pt x="114088" y="49529"/>
                  </a:cubicBezTo>
                  <a:lnTo>
                    <a:pt x="114088" y="247017"/>
                  </a:lnTo>
                  <a:cubicBezTo>
                    <a:pt x="114088" y="249345"/>
                    <a:pt x="112903" y="250528"/>
                    <a:pt x="110569" y="250528"/>
                  </a:cubicBezTo>
                  <a:lnTo>
                    <a:pt x="65860" y="250528"/>
                  </a:lnTo>
                  <a:cubicBezTo>
                    <a:pt x="63526" y="250528"/>
                    <a:pt x="62341" y="249345"/>
                    <a:pt x="62341" y="247017"/>
                  </a:cubicBezTo>
                  <a:lnTo>
                    <a:pt x="62341" y="49529"/>
                  </a:lnTo>
                  <a:cubicBezTo>
                    <a:pt x="62341" y="47200"/>
                    <a:pt x="61156" y="46018"/>
                    <a:pt x="58822" y="46018"/>
                  </a:cubicBezTo>
                  <a:lnTo>
                    <a:pt x="3519" y="46018"/>
                  </a:lnTo>
                  <a:cubicBezTo>
                    <a:pt x="1185" y="46018"/>
                    <a:pt x="0" y="44835"/>
                    <a:pt x="0" y="42506"/>
                  </a:cubicBezTo>
                  <a:lnTo>
                    <a:pt x="0" y="3511"/>
                  </a:lnTo>
                  <a:cubicBezTo>
                    <a:pt x="0" y="1183"/>
                    <a:pt x="1185" y="0"/>
                    <a:pt x="3519" y="0"/>
                  </a:cubicBezTo>
                  <a:lnTo>
                    <a:pt x="172540" y="0"/>
                  </a:lnTo>
                  <a:close/>
                </a:path>
              </a:pathLst>
            </a:custGeom>
            <a:grpFill/>
            <a:ln w="3692" cap="flat">
              <a:noFill/>
              <a:prstDash val="solid"/>
              <a:miter/>
            </a:ln>
          </p:spPr>
          <p:txBody>
            <a:bodyPr rtlCol="0" anchor="ctr"/>
            <a:lstStyle/>
            <a:p>
              <a:endParaRPr lang="en-US">
                <a:solidFill>
                  <a:schemeClr val="bg2"/>
                </a:solidFill>
              </a:endParaRPr>
            </a:p>
          </p:txBody>
        </p:sp>
        <p:sp>
          <p:nvSpPr>
            <p:cNvPr id="10" name="Freeform 9">
              <a:extLst>
                <a:ext uri="{FF2B5EF4-FFF2-40B4-BE49-F238E27FC236}">
                  <a16:creationId xmlns:a16="http://schemas.microsoft.com/office/drawing/2014/main" id="{C79975E1-0B94-9E07-D2F8-C3BD925B9840}"/>
                </a:ext>
              </a:extLst>
            </p:cNvPr>
            <p:cNvSpPr/>
            <p:nvPr/>
          </p:nvSpPr>
          <p:spPr>
            <a:xfrm>
              <a:off x="4251012" y="5624255"/>
              <a:ext cx="156352" cy="250528"/>
            </a:xfrm>
            <a:custGeom>
              <a:avLst/>
              <a:gdLst>
                <a:gd name="connsiteX0" fmla="*/ 152834 w 156352"/>
                <a:gd name="connsiteY0" fmla="*/ 204511 h 250528"/>
                <a:gd name="connsiteX1" fmla="*/ 156353 w 156352"/>
                <a:gd name="connsiteY1" fmla="*/ 208022 h 250528"/>
                <a:gd name="connsiteX2" fmla="*/ 156353 w 156352"/>
                <a:gd name="connsiteY2" fmla="*/ 247017 h 250528"/>
                <a:gd name="connsiteX3" fmla="*/ 152834 w 156352"/>
                <a:gd name="connsiteY3" fmla="*/ 250528 h 250528"/>
                <a:gd name="connsiteX4" fmla="*/ 3519 w 156352"/>
                <a:gd name="connsiteY4" fmla="*/ 250528 h 250528"/>
                <a:gd name="connsiteX5" fmla="*/ 0 w 156352"/>
                <a:gd name="connsiteY5" fmla="*/ 247017 h 250528"/>
                <a:gd name="connsiteX6" fmla="*/ 0 w 156352"/>
                <a:gd name="connsiteY6" fmla="*/ 3511 h 250528"/>
                <a:gd name="connsiteX7" fmla="*/ 3519 w 156352"/>
                <a:gd name="connsiteY7" fmla="*/ 0 h 250528"/>
                <a:gd name="connsiteX8" fmla="*/ 149315 w 156352"/>
                <a:gd name="connsiteY8" fmla="*/ 0 h 250528"/>
                <a:gd name="connsiteX9" fmla="*/ 152834 w 156352"/>
                <a:gd name="connsiteY9" fmla="*/ 3511 h 250528"/>
                <a:gd name="connsiteX10" fmla="*/ 152834 w 156352"/>
                <a:gd name="connsiteY10" fmla="*/ 42506 h 250528"/>
                <a:gd name="connsiteX11" fmla="*/ 149315 w 156352"/>
                <a:gd name="connsiteY11" fmla="*/ 46018 h 250528"/>
                <a:gd name="connsiteX12" fmla="*/ 55636 w 156352"/>
                <a:gd name="connsiteY12" fmla="*/ 46018 h 250528"/>
                <a:gd name="connsiteX13" fmla="*/ 52118 w 156352"/>
                <a:gd name="connsiteY13" fmla="*/ 49529 h 250528"/>
                <a:gd name="connsiteX14" fmla="*/ 52118 w 156352"/>
                <a:gd name="connsiteY14" fmla="*/ 100832 h 250528"/>
                <a:gd name="connsiteX15" fmla="*/ 55636 w 156352"/>
                <a:gd name="connsiteY15" fmla="*/ 104344 h 250528"/>
                <a:gd name="connsiteX16" fmla="*/ 122904 w 156352"/>
                <a:gd name="connsiteY16" fmla="*/ 104344 h 250528"/>
                <a:gd name="connsiteX17" fmla="*/ 126423 w 156352"/>
                <a:gd name="connsiteY17" fmla="*/ 107855 h 250528"/>
                <a:gd name="connsiteX18" fmla="*/ 126423 w 156352"/>
                <a:gd name="connsiteY18" fmla="*/ 146850 h 250528"/>
                <a:gd name="connsiteX19" fmla="*/ 122904 w 156352"/>
                <a:gd name="connsiteY19" fmla="*/ 150361 h 250528"/>
                <a:gd name="connsiteX20" fmla="*/ 55636 w 156352"/>
                <a:gd name="connsiteY20" fmla="*/ 150361 h 250528"/>
                <a:gd name="connsiteX21" fmla="*/ 52118 w 156352"/>
                <a:gd name="connsiteY21" fmla="*/ 153873 h 250528"/>
                <a:gd name="connsiteX22" fmla="*/ 52118 w 156352"/>
                <a:gd name="connsiteY22" fmla="*/ 200962 h 250528"/>
                <a:gd name="connsiteX23" fmla="*/ 55636 w 156352"/>
                <a:gd name="connsiteY23" fmla="*/ 204474 h 250528"/>
                <a:gd name="connsiteX24" fmla="*/ 152834 w 156352"/>
                <a:gd name="connsiteY24" fmla="*/ 204474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52" h="250528">
                  <a:moveTo>
                    <a:pt x="152834" y="204511"/>
                  </a:moveTo>
                  <a:cubicBezTo>
                    <a:pt x="155167" y="204511"/>
                    <a:pt x="156353" y="205693"/>
                    <a:pt x="156353" y="208022"/>
                  </a:cubicBezTo>
                  <a:lnTo>
                    <a:pt x="156353" y="247017"/>
                  </a:lnTo>
                  <a:cubicBezTo>
                    <a:pt x="156353" y="249345"/>
                    <a:pt x="155167" y="250528"/>
                    <a:pt x="152834" y="250528"/>
                  </a:cubicBezTo>
                  <a:lnTo>
                    <a:pt x="3519" y="250528"/>
                  </a:lnTo>
                  <a:cubicBezTo>
                    <a:pt x="1185" y="250528"/>
                    <a:pt x="0" y="249345"/>
                    <a:pt x="0" y="247017"/>
                  </a:cubicBezTo>
                  <a:lnTo>
                    <a:pt x="0" y="3511"/>
                  </a:lnTo>
                  <a:cubicBezTo>
                    <a:pt x="0" y="1183"/>
                    <a:pt x="1185" y="0"/>
                    <a:pt x="3519" y="0"/>
                  </a:cubicBezTo>
                  <a:lnTo>
                    <a:pt x="149315" y="0"/>
                  </a:lnTo>
                  <a:cubicBezTo>
                    <a:pt x="151649" y="0"/>
                    <a:pt x="152834" y="1183"/>
                    <a:pt x="152834" y="3511"/>
                  </a:cubicBezTo>
                  <a:lnTo>
                    <a:pt x="152834" y="42506"/>
                  </a:lnTo>
                  <a:cubicBezTo>
                    <a:pt x="152834" y="44835"/>
                    <a:pt x="151649" y="46018"/>
                    <a:pt x="149315" y="46018"/>
                  </a:cubicBezTo>
                  <a:lnTo>
                    <a:pt x="55636" y="46018"/>
                  </a:lnTo>
                  <a:cubicBezTo>
                    <a:pt x="53303" y="46018"/>
                    <a:pt x="52118" y="47200"/>
                    <a:pt x="52118" y="49529"/>
                  </a:cubicBezTo>
                  <a:lnTo>
                    <a:pt x="52118" y="100832"/>
                  </a:lnTo>
                  <a:cubicBezTo>
                    <a:pt x="52118" y="103161"/>
                    <a:pt x="53303" y="104344"/>
                    <a:pt x="55636" y="104344"/>
                  </a:cubicBezTo>
                  <a:lnTo>
                    <a:pt x="122904" y="104344"/>
                  </a:lnTo>
                  <a:cubicBezTo>
                    <a:pt x="125238" y="104344"/>
                    <a:pt x="126423" y="105526"/>
                    <a:pt x="126423" y="107855"/>
                  </a:cubicBezTo>
                  <a:lnTo>
                    <a:pt x="126423" y="146850"/>
                  </a:lnTo>
                  <a:cubicBezTo>
                    <a:pt x="126423" y="149178"/>
                    <a:pt x="125238" y="150361"/>
                    <a:pt x="122904" y="150361"/>
                  </a:cubicBezTo>
                  <a:lnTo>
                    <a:pt x="55636" y="150361"/>
                  </a:lnTo>
                  <a:cubicBezTo>
                    <a:pt x="53303" y="150361"/>
                    <a:pt x="52118" y="151544"/>
                    <a:pt x="52118" y="153873"/>
                  </a:cubicBezTo>
                  <a:lnTo>
                    <a:pt x="52118" y="200962"/>
                  </a:lnTo>
                  <a:cubicBezTo>
                    <a:pt x="52118" y="203291"/>
                    <a:pt x="53303" y="204474"/>
                    <a:pt x="55636" y="204474"/>
                  </a:cubicBezTo>
                  <a:lnTo>
                    <a:pt x="152834" y="204474"/>
                  </a:lnTo>
                  <a:close/>
                </a:path>
              </a:pathLst>
            </a:custGeom>
            <a:grpFill/>
            <a:ln w="3692" cap="flat">
              <a:noFill/>
              <a:prstDash val="solid"/>
              <a:miter/>
            </a:ln>
          </p:spPr>
          <p:txBody>
            <a:bodyPr rtlCol="0" anchor="ctr"/>
            <a:lstStyle/>
            <a:p>
              <a:endParaRPr lang="en-US">
                <a:solidFill>
                  <a:schemeClr val="bg2"/>
                </a:solidFill>
              </a:endParaRPr>
            </a:p>
          </p:txBody>
        </p:sp>
        <p:sp>
          <p:nvSpPr>
            <p:cNvPr id="11" name="Freeform 10">
              <a:extLst>
                <a:ext uri="{FF2B5EF4-FFF2-40B4-BE49-F238E27FC236}">
                  <a16:creationId xmlns:a16="http://schemas.microsoft.com/office/drawing/2014/main" id="{18DB564A-1D81-C162-3171-5CE49E11727B}"/>
                </a:ext>
              </a:extLst>
            </p:cNvPr>
            <p:cNvSpPr/>
            <p:nvPr/>
          </p:nvSpPr>
          <p:spPr>
            <a:xfrm>
              <a:off x="4479596" y="5624255"/>
              <a:ext cx="196839" cy="250565"/>
            </a:xfrm>
            <a:custGeom>
              <a:avLst/>
              <a:gdLst>
                <a:gd name="connsiteX0" fmla="*/ 3519 w 196839"/>
                <a:gd name="connsiteY0" fmla="*/ 250528 h 250565"/>
                <a:gd name="connsiteX1" fmla="*/ 0 w 196839"/>
                <a:gd name="connsiteY1" fmla="*/ 247017 h 250565"/>
                <a:gd name="connsiteX2" fmla="*/ 0 w 196839"/>
                <a:gd name="connsiteY2" fmla="*/ 3511 h 250565"/>
                <a:gd name="connsiteX3" fmla="*/ 3519 w 196839"/>
                <a:gd name="connsiteY3" fmla="*/ 0 h 250565"/>
                <a:gd name="connsiteX4" fmla="*/ 106717 w 196839"/>
                <a:gd name="connsiteY4" fmla="*/ 0 h 250565"/>
                <a:gd name="connsiteX5" fmla="*/ 152315 w 196839"/>
                <a:gd name="connsiteY5" fmla="*/ 11052 h 250565"/>
                <a:gd name="connsiteX6" fmla="*/ 184875 w 196839"/>
                <a:gd name="connsiteY6" fmla="*/ 41989 h 250565"/>
                <a:gd name="connsiteX7" fmla="*/ 196839 w 196839"/>
                <a:gd name="connsiteY7" fmla="*/ 86787 h 250565"/>
                <a:gd name="connsiteX8" fmla="*/ 185394 w 196839"/>
                <a:gd name="connsiteY8" fmla="*/ 130365 h 250565"/>
                <a:gd name="connsiteX9" fmla="*/ 153167 w 196839"/>
                <a:gd name="connsiteY9" fmla="*/ 161635 h 250565"/>
                <a:gd name="connsiteX10" fmla="*/ 151575 w 196839"/>
                <a:gd name="connsiteY10" fmla="*/ 163557 h 250565"/>
                <a:gd name="connsiteX11" fmla="*/ 152093 w 196839"/>
                <a:gd name="connsiteY11" fmla="*/ 166551 h 250565"/>
                <a:gd name="connsiteX12" fmla="*/ 194691 w 196839"/>
                <a:gd name="connsiteY12" fmla="*/ 246315 h 250565"/>
                <a:gd name="connsiteX13" fmla="*/ 195395 w 196839"/>
                <a:gd name="connsiteY13" fmla="*/ 248089 h 250565"/>
                <a:gd name="connsiteX14" fmla="*/ 194506 w 196839"/>
                <a:gd name="connsiteY14" fmla="*/ 249863 h 250565"/>
                <a:gd name="connsiteX15" fmla="*/ 192209 w 196839"/>
                <a:gd name="connsiteY15" fmla="*/ 250565 h 250565"/>
                <a:gd name="connsiteX16" fmla="*/ 143610 w 196839"/>
                <a:gd name="connsiteY16" fmla="*/ 250565 h 250565"/>
                <a:gd name="connsiteX17" fmla="*/ 139388 w 196839"/>
                <a:gd name="connsiteY17" fmla="*/ 248089 h 250565"/>
                <a:gd name="connsiteX18" fmla="*/ 102420 w 196839"/>
                <a:gd name="connsiteY18" fmla="*/ 176050 h 250565"/>
                <a:gd name="connsiteX19" fmla="*/ 98197 w 196839"/>
                <a:gd name="connsiteY19" fmla="*/ 173573 h 250565"/>
                <a:gd name="connsiteX20" fmla="*/ 55600 w 196839"/>
                <a:gd name="connsiteY20" fmla="*/ 173573 h 250565"/>
                <a:gd name="connsiteX21" fmla="*/ 52081 w 196839"/>
                <a:gd name="connsiteY21" fmla="*/ 177085 h 250565"/>
                <a:gd name="connsiteX22" fmla="*/ 52081 w 196839"/>
                <a:gd name="connsiteY22" fmla="*/ 247017 h 250565"/>
                <a:gd name="connsiteX23" fmla="*/ 48562 w 196839"/>
                <a:gd name="connsiteY23" fmla="*/ 250528 h 250565"/>
                <a:gd name="connsiteX24" fmla="*/ 3482 w 196839"/>
                <a:gd name="connsiteY24" fmla="*/ 250528 h 250565"/>
                <a:gd name="connsiteX25" fmla="*/ 102828 w 196839"/>
                <a:gd name="connsiteY25" fmla="*/ 127556 h 250565"/>
                <a:gd name="connsiteX26" fmla="*/ 123423 w 196839"/>
                <a:gd name="connsiteY26" fmla="*/ 122455 h 250565"/>
                <a:gd name="connsiteX27" fmla="*/ 139091 w 196839"/>
                <a:gd name="connsiteY27" fmla="*/ 108225 h 250565"/>
                <a:gd name="connsiteX28" fmla="*/ 145092 w 196839"/>
                <a:gd name="connsiteY28" fmla="*/ 86787 h 250565"/>
                <a:gd name="connsiteX29" fmla="*/ 132239 w 196839"/>
                <a:gd name="connsiteY29" fmla="*/ 56921 h 250565"/>
                <a:gd name="connsiteX30" fmla="*/ 101087 w 196839"/>
                <a:gd name="connsiteY30" fmla="*/ 46018 h 250565"/>
                <a:gd name="connsiteX31" fmla="*/ 55674 w 196839"/>
                <a:gd name="connsiteY31" fmla="*/ 46018 h 250565"/>
                <a:gd name="connsiteX32" fmla="*/ 52155 w 196839"/>
                <a:gd name="connsiteY32" fmla="*/ 49529 h 250565"/>
                <a:gd name="connsiteX33" fmla="*/ 52155 w 196839"/>
                <a:gd name="connsiteY33" fmla="*/ 124007 h 250565"/>
                <a:gd name="connsiteX34" fmla="*/ 55674 w 196839"/>
                <a:gd name="connsiteY34" fmla="*/ 127519 h 250565"/>
                <a:gd name="connsiteX35" fmla="*/ 102865 w 196839"/>
                <a:gd name="connsiteY35" fmla="*/ 127519 h 2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6839" h="250565">
                  <a:moveTo>
                    <a:pt x="3519" y="250528"/>
                  </a:moveTo>
                  <a:cubicBezTo>
                    <a:pt x="1185" y="250528"/>
                    <a:pt x="0" y="249345"/>
                    <a:pt x="0" y="247017"/>
                  </a:cubicBezTo>
                  <a:lnTo>
                    <a:pt x="0" y="3511"/>
                  </a:lnTo>
                  <a:cubicBezTo>
                    <a:pt x="0" y="1183"/>
                    <a:pt x="1185" y="0"/>
                    <a:pt x="3519" y="0"/>
                  </a:cubicBezTo>
                  <a:lnTo>
                    <a:pt x="106717" y="0"/>
                  </a:lnTo>
                  <a:cubicBezTo>
                    <a:pt x="123386" y="0"/>
                    <a:pt x="138573" y="3696"/>
                    <a:pt x="152315" y="11052"/>
                  </a:cubicBezTo>
                  <a:cubicBezTo>
                    <a:pt x="166058" y="18444"/>
                    <a:pt x="176911" y="28756"/>
                    <a:pt x="184875" y="41989"/>
                  </a:cubicBezTo>
                  <a:cubicBezTo>
                    <a:pt x="192839" y="55221"/>
                    <a:pt x="196839" y="70154"/>
                    <a:pt x="196839" y="86787"/>
                  </a:cubicBezTo>
                  <a:cubicBezTo>
                    <a:pt x="196839" y="103420"/>
                    <a:pt x="193024" y="117724"/>
                    <a:pt x="185394" y="130365"/>
                  </a:cubicBezTo>
                  <a:cubicBezTo>
                    <a:pt x="177763" y="143006"/>
                    <a:pt x="167021" y="153429"/>
                    <a:pt x="153167" y="161635"/>
                  </a:cubicBezTo>
                  <a:cubicBezTo>
                    <a:pt x="152241" y="161856"/>
                    <a:pt x="151686" y="162522"/>
                    <a:pt x="151575" y="163557"/>
                  </a:cubicBezTo>
                  <a:cubicBezTo>
                    <a:pt x="151463" y="164592"/>
                    <a:pt x="151648" y="165627"/>
                    <a:pt x="152093" y="166551"/>
                  </a:cubicBezTo>
                  <a:lnTo>
                    <a:pt x="194691" y="246315"/>
                  </a:lnTo>
                  <a:lnTo>
                    <a:pt x="195395" y="248089"/>
                  </a:lnTo>
                  <a:cubicBezTo>
                    <a:pt x="195395" y="248791"/>
                    <a:pt x="195098" y="249382"/>
                    <a:pt x="194506" y="249863"/>
                  </a:cubicBezTo>
                  <a:cubicBezTo>
                    <a:pt x="193913" y="250343"/>
                    <a:pt x="193172" y="250565"/>
                    <a:pt x="192209" y="250565"/>
                  </a:cubicBezTo>
                  <a:lnTo>
                    <a:pt x="143610" y="250565"/>
                  </a:lnTo>
                  <a:cubicBezTo>
                    <a:pt x="141499" y="250565"/>
                    <a:pt x="140091" y="249752"/>
                    <a:pt x="139388" y="248089"/>
                  </a:cubicBezTo>
                  <a:lnTo>
                    <a:pt x="102420" y="176050"/>
                  </a:lnTo>
                  <a:cubicBezTo>
                    <a:pt x="101716" y="174424"/>
                    <a:pt x="100309" y="173573"/>
                    <a:pt x="98197" y="173573"/>
                  </a:cubicBezTo>
                  <a:lnTo>
                    <a:pt x="55600" y="173573"/>
                  </a:lnTo>
                  <a:cubicBezTo>
                    <a:pt x="53266" y="173573"/>
                    <a:pt x="52081" y="174756"/>
                    <a:pt x="52081" y="177085"/>
                  </a:cubicBezTo>
                  <a:lnTo>
                    <a:pt x="52081" y="247017"/>
                  </a:lnTo>
                  <a:cubicBezTo>
                    <a:pt x="52081" y="249345"/>
                    <a:pt x="50895" y="250528"/>
                    <a:pt x="48562" y="250528"/>
                  </a:cubicBezTo>
                  <a:lnTo>
                    <a:pt x="3482" y="250528"/>
                  </a:lnTo>
                  <a:close/>
                  <a:moveTo>
                    <a:pt x="102828" y="127556"/>
                  </a:moveTo>
                  <a:cubicBezTo>
                    <a:pt x="110088" y="127556"/>
                    <a:pt x="116978" y="125855"/>
                    <a:pt x="123423" y="122455"/>
                  </a:cubicBezTo>
                  <a:cubicBezTo>
                    <a:pt x="129868" y="119054"/>
                    <a:pt x="135091" y="114323"/>
                    <a:pt x="139091" y="108225"/>
                  </a:cubicBezTo>
                  <a:cubicBezTo>
                    <a:pt x="143092" y="102126"/>
                    <a:pt x="145092" y="94992"/>
                    <a:pt x="145092" y="86787"/>
                  </a:cubicBezTo>
                  <a:cubicBezTo>
                    <a:pt x="145092" y="74146"/>
                    <a:pt x="140795" y="64166"/>
                    <a:pt x="132239" y="56921"/>
                  </a:cubicBezTo>
                  <a:cubicBezTo>
                    <a:pt x="123682" y="49677"/>
                    <a:pt x="113273" y="46018"/>
                    <a:pt x="101087" y="46018"/>
                  </a:cubicBezTo>
                  <a:lnTo>
                    <a:pt x="55674" y="46018"/>
                  </a:lnTo>
                  <a:cubicBezTo>
                    <a:pt x="53340" y="46018"/>
                    <a:pt x="52155" y="47200"/>
                    <a:pt x="52155" y="49529"/>
                  </a:cubicBezTo>
                  <a:lnTo>
                    <a:pt x="52155" y="124007"/>
                  </a:lnTo>
                  <a:cubicBezTo>
                    <a:pt x="52155" y="126336"/>
                    <a:pt x="53340" y="127519"/>
                    <a:pt x="55674" y="127519"/>
                  </a:cubicBezTo>
                  <a:lnTo>
                    <a:pt x="102865" y="127519"/>
                  </a:lnTo>
                  <a:close/>
                </a:path>
              </a:pathLst>
            </a:custGeom>
            <a:grpFill/>
            <a:ln w="3692" cap="flat">
              <a:noFill/>
              <a:prstDash val="solid"/>
              <a:miter/>
            </a:ln>
          </p:spPr>
          <p:txBody>
            <a:bodyPr rtlCol="0" anchor="ctr"/>
            <a:lstStyle/>
            <a:p>
              <a:endParaRPr lang="en-US">
                <a:solidFill>
                  <a:schemeClr val="bg2"/>
                </a:solidFill>
              </a:endParaRPr>
            </a:p>
          </p:txBody>
        </p:sp>
        <p:sp>
          <p:nvSpPr>
            <p:cNvPr id="12" name="Freeform 11">
              <a:extLst>
                <a:ext uri="{FF2B5EF4-FFF2-40B4-BE49-F238E27FC236}">
                  <a16:creationId xmlns:a16="http://schemas.microsoft.com/office/drawing/2014/main" id="{24D1B3B6-1EA1-AD88-6616-BCC9E1464B7F}"/>
                </a:ext>
              </a:extLst>
            </p:cNvPr>
            <p:cNvSpPr/>
            <p:nvPr/>
          </p:nvSpPr>
          <p:spPr>
            <a:xfrm>
              <a:off x="4744703"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3 w 202839"/>
                <a:gd name="connsiteY3" fmla="*/ 248421 h 250528"/>
                <a:gd name="connsiteX4" fmla="*/ 56377 w 202839"/>
                <a:gd name="connsiteY4" fmla="*/ 105748 h 250528"/>
                <a:gd name="connsiteX5" fmla="*/ 53896 w 202839"/>
                <a:gd name="connsiteY5" fmla="*/ 104344 h 250528"/>
                <a:gd name="connsiteX6" fmla="*/ 52118 w 202839"/>
                <a:gd name="connsiteY6" fmla="*/ 107522 h 250528"/>
                <a:gd name="connsiteX7" fmla="*/ 52118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8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3" y="248421"/>
                  </a:cubicBezTo>
                  <a:lnTo>
                    <a:pt x="56377" y="105748"/>
                  </a:lnTo>
                  <a:cubicBezTo>
                    <a:pt x="55451" y="104824"/>
                    <a:pt x="54599" y="104344"/>
                    <a:pt x="53896" y="104344"/>
                  </a:cubicBezTo>
                  <a:cubicBezTo>
                    <a:pt x="52710" y="104344"/>
                    <a:pt x="52118" y="105416"/>
                    <a:pt x="52118" y="107522"/>
                  </a:cubicBezTo>
                  <a:lnTo>
                    <a:pt x="52118" y="247017"/>
                  </a:lnTo>
                  <a:cubicBezTo>
                    <a:pt x="52118"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8" y="2107"/>
                  </a:cubicBezTo>
                  <a:lnTo>
                    <a:pt x="146463" y="144410"/>
                  </a:lnTo>
                  <a:cubicBezTo>
                    <a:pt x="147167"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bg2"/>
                </a:solidFill>
              </a:endParaRPr>
            </a:p>
          </p:txBody>
        </p:sp>
        <p:sp>
          <p:nvSpPr>
            <p:cNvPr id="14" name="Freeform 13">
              <a:extLst>
                <a:ext uri="{FF2B5EF4-FFF2-40B4-BE49-F238E27FC236}">
                  <a16:creationId xmlns:a16="http://schemas.microsoft.com/office/drawing/2014/main" id="{BC36D42E-25E4-05DE-0A0A-A9A4623D26EB}"/>
                </a:ext>
              </a:extLst>
            </p:cNvPr>
            <p:cNvSpPr/>
            <p:nvPr/>
          </p:nvSpPr>
          <p:spPr>
            <a:xfrm>
              <a:off x="2649665" y="5714387"/>
              <a:ext cx="129608" cy="253611"/>
            </a:xfrm>
            <a:custGeom>
              <a:avLst/>
              <a:gdLst>
                <a:gd name="connsiteX0" fmla="*/ 51488 w 129608"/>
                <a:gd name="connsiteY0" fmla="*/ 172003 h 253611"/>
                <a:gd name="connsiteX1" fmla="*/ 114866 w 129608"/>
                <a:gd name="connsiteY1" fmla="*/ 95454 h 253611"/>
                <a:gd name="connsiteX2" fmla="*/ 129609 w 129608"/>
                <a:gd name="connsiteY2" fmla="*/ 77491 h 253611"/>
                <a:gd name="connsiteX3" fmla="*/ 129609 w 129608"/>
                <a:gd name="connsiteY3" fmla="*/ 18463 h 253611"/>
                <a:gd name="connsiteX4" fmla="*/ 108310 w 129608"/>
                <a:gd name="connsiteY4" fmla="*/ 277 h 253611"/>
                <a:gd name="connsiteX5" fmla="*/ 0 w 129608"/>
                <a:gd name="connsiteY5" fmla="*/ 127870 h 253611"/>
                <a:gd name="connsiteX6" fmla="*/ 98716 w 129608"/>
                <a:gd name="connsiteY6" fmla="*/ 253467 h 253611"/>
                <a:gd name="connsiteX7" fmla="*/ 104531 w 129608"/>
                <a:gd name="connsiteY7" fmla="*/ 248994 h 253611"/>
                <a:gd name="connsiteX8" fmla="*/ 104531 w 129608"/>
                <a:gd name="connsiteY8" fmla="*/ 248994 h 253611"/>
                <a:gd name="connsiteX9" fmla="*/ 101494 w 129608"/>
                <a:gd name="connsiteY9" fmla="*/ 244670 h 253611"/>
                <a:gd name="connsiteX10" fmla="*/ 51525 w 129608"/>
                <a:gd name="connsiteY10" fmla="*/ 172040 h 25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08" h="253611">
                  <a:moveTo>
                    <a:pt x="51488" y="172003"/>
                  </a:moveTo>
                  <a:cubicBezTo>
                    <a:pt x="51488" y="133969"/>
                    <a:pt x="78751" y="102329"/>
                    <a:pt x="114866" y="95454"/>
                  </a:cubicBezTo>
                  <a:cubicBezTo>
                    <a:pt x="122978" y="93902"/>
                    <a:pt x="129609" y="85733"/>
                    <a:pt x="129609" y="77491"/>
                  </a:cubicBezTo>
                  <a:lnTo>
                    <a:pt x="129609" y="18463"/>
                  </a:lnTo>
                  <a:cubicBezTo>
                    <a:pt x="129609" y="6635"/>
                    <a:pt x="120015" y="-1645"/>
                    <a:pt x="108310" y="277"/>
                  </a:cubicBezTo>
                  <a:cubicBezTo>
                    <a:pt x="46858" y="10405"/>
                    <a:pt x="0" y="63704"/>
                    <a:pt x="0" y="127870"/>
                  </a:cubicBezTo>
                  <a:cubicBezTo>
                    <a:pt x="0" y="188673"/>
                    <a:pt x="42042" y="239643"/>
                    <a:pt x="98716" y="253467"/>
                  </a:cubicBezTo>
                  <a:cubicBezTo>
                    <a:pt x="101679" y="254206"/>
                    <a:pt x="104531" y="252025"/>
                    <a:pt x="104531" y="248994"/>
                  </a:cubicBezTo>
                  <a:lnTo>
                    <a:pt x="104531" y="248994"/>
                  </a:lnTo>
                  <a:cubicBezTo>
                    <a:pt x="104531" y="247073"/>
                    <a:pt x="103309" y="245372"/>
                    <a:pt x="101494" y="244670"/>
                  </a:cubicBezTo>
                  <a:cubicBezTo>
                    <a:pt x="72268" y="233397"/>
                    <a:pt x="51525" y="205158"/>
                    <a:pt x="51525" y="172040"/>
                  </a:cubicBezTo>
                  <a:close/>
                </a:path>
              </a:pathLst>
            </a:custGeom>
            <a:grpFill/>
            <a:ln w="3692" cap="flat">
              <a:noFill/>
              <a:prstDash val="solid"/>
              <a:miter/>
            </a:ln>
          </p:spPr>
          <p:txBody>
            <a:bodyPr rtlCol="0" anchor="ctr"/>
            <a:lstStyle/>
            <a:p>
              <a:endParaRPr lang="en-US">
                <a:solidFill>
                  <a:schemeClr val="bg2"/>
                </a:solidFill>
              </a:endParaRPr>
            </a:p>
          </p:txBody>
        </p:sp>
        <p:sp>
          <p:nvSpPr>
            <p:cNvPr id="15" name="Freeform 14">
              <a:extLst>
                <a:ext uri="{FF2B5EF4-FFF2-40B4-BE49-F238E27FC236}">
                  <a16:creationId xmlns:a16="http://schemas.microsoft.com/office/drawing/2014/main" id="{AC995E7E-9BE5-EE37-302D-79B75AD1BAFA}"/>
                </a:ext>
              </a:extLst>
            </p:cNvPr>
            <p:cNvSpPr/>
            <p:nvPr/>
          </p:nvSpPr>
          <p:spPr>
            <a:xfrm>
              <a:off x="2779274" y="5459914"/>
              <a:ext cx="234362" cy="508006"/>
            </a:xfrm>
            <a:custGeom>
              <a:avLst/>
              <a:gdLst>
                <a:gd name="connsiteX0" fmla="*/ 234362 w 234362"/>
                <a:gd name="connsiteY0" fmla="*/ 255009 h 508006"/>
                <a:gd name="connsiteX1" fmla="*/ 21632 w 234362"/>
                <a:gd name="connsiteY1" fmla="*/ 341 h 508006"/>
                <a:gd name="connsiteX2" fmla="*/ 0 w 234362"/>
                <a:gd name="connsiteY2" fmla="*/ 18452 h 508006"/>
                <a:gd name="connsiteX3" fmla="*/ 0 w 234362"/>
                <a:gd name="connsiteY3" fmla="*/ 163047 h 508006"/>
                <a:gd name="connsiteX4" fmla="*/ 14076 w 234362"/>
                <a:gd name="connsiteY4" fmla="*/ 180863 h 508006"/>
                <a:gd name="connsiteX5" fmla="*/ 144055 w 234362"/>
                <a:gd name="connsiteY5" fmla="*/ 345085 h 508006"/>
                <a:gd name="connsiteX6" fmla="*/ 123830 w 234362"/>
                <a:gd name="connsiteY6" fmla="*/ 425108 h 508006"/>
                <a:gd name="connsiteX7" fmla="*/ 50599 w 234362"/>
                <a:gd name="connsiteY7" fmla="*/ 491528 h 508006"/>
                <a:gd name="connsiteX8" fmla="*/ 27966 w 234362"/>
                <a:gd name="connsiteY8" fmla="*/ 498625 h 508006"/>
                <a:gd name="connsiteX9" fmla="*/ 24262 w 234362"/>
                <a:gd name="connsiteY9" fmla="*/ 503245 h 508006"/>
                <a:gd name="connsiteX10" fmla="*/ 24262 w 234362"/>
                <a:gd name="connsiteY10" fmla="*/ 503245 h 508006"/>
                <a:gd name="connsiteX11" fmla="*/ 30004 w 234362"/>
                <a:gd name="connsiteY11" fmla="*/ 507902 h 508006"/>
                <a:gd name="connsiteX12" fmla="*/ 234362 w 234362"/>
                <a:gd name="connsiteY12" fmla="*/ 254972 h 50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362" h="508006">
                  <a:moveTo>
                    <a:pt x="234362" y="255009"/>
                  </a:moveTo>
                  <a:cubicBezTo>
                    <a:pt x="234362" y="127970"/>
                    <a:pt x="142610" y="22296"/>
                    <a:pt x="21632" y="341"/>
                  </a:cubicBezTo>
                  <a:cubicBezTo>
                    <a:pt x="9742" y="-1803"/>
                    <a:pt x="0" y="6402"/>
                    <a:pt x="0" y="18452"/>
                  </a:cubicBezTo>
                  <a:lnTo>
                    <a:pt x="0" y="163047"/>
                  </a:lnTo>
                  <a:cubicBezTo>
                    <a:pt x="0" y="170994"/>
                    <a:pt x="6334" y="179052"/>
                    <a:pt x="14076" y="180863"/>
                  </a:cubicBezTo>
                  <a:cubicBezTo>
                    <a:pt x="88604" y="198494"/>
                    <a:pt x="144055" y="265321"/>
                    <a:pt x="144055" y="345085"/>
                  </a:cubicBezTo>
                  <a:cubicBezTo>
                    <a:pt x="144055" y="374063"/>
                    <a:pt x="136721" y="401304"/>
                    <a:pt x="123830" y="425108"/>
                  </a:cubicBezTo>
                  <a:cubicBezTo>
                    <a:pt x="102679" y="461441"/>
                    <a:pt x="74157" y="480994"/>
                    <a:pt x="50599" y="491528"/>
                  </a:cubicBezTo>
                  <a:cubicBezTo>
                    <a:pt x="43302" y="494411"/>
                    <a:pt x="35745" y="496777"/>
                    <a:pt x="27966" y="498625"/>
                  </a:cubicBezTo>
                  <a:cubicBezTo>
                    <a:pt x="25818" y="499142"/>
                    <a:pt x="24262" y="501028"/>
                    <a:pt x="24262" y="503245"/>
                  </a:cubicBezTo>
                  <a:lnTo>
                    <a:pt x="24262" y="503245"/>
                  </a:lnTo>
                  <a:cubicBezTo>
                    <a:pt x="24262" y="506239"/>
                    <a:pt x="27040" y="508531"/>
                    <a:pt x="30004" y="507902"/>
                  </a:cubicBezTo>
                  <a:cubicBezTo>
                    <a:pt x="146833" y="482694"/>
                    <a:pt x="234362" y="379090"/>
                    <a:pt x="234362" y="254972"/>
                  </a:cubicBezTo>
                  <a:close/>
                </a:path>
              </a:pathLst>
            </a:custGeom>
            <a:grpFill/>
            <a:ln w="3692" cap="flat">
              <a:noFill/>
              <a:prstDash val="solid"/>
              <a:miter/>
            </a:ln>
          </p:spPr>
          <p:txBody>
            <a:bodyPr rtlCol="0" anchor="ctr"/>
            <a:lstStyle/>
            <a:p>
              <a:endParaRPr lang="en-US">
                <a:solidFill>
                  <a:schemeClr val="bg2"/>
                </a:solidFill>
              </a:endParaRPr>
            </a:p>
          </p:txBody>
        </p:sp>
        <p:sp>
          <p:nvSpPr>
            <p:cNvPr id="16" name="Freeform 15">
              <a:extLst>
                <a:ext uri="{FF2B5EF4-FFF2-40B4-BE49-F238E27FC236}">
                  <a16:creationId xmlns:a16="http://schemas.microsoft.com/office/drawing/2014/main" id="{A131B916-586C-A693-4FC7-11EDE2A61775}"/>
                </a:ext>
              </a:extLst>
            </p:cNvPr>
            <p:cNvSpPr/>
            <p:nvPr/>
          </p:nvSpPr>
          <p:spPr>
            <a:xfrm>
              <a:off x="3210809" y="6013428"/>
              <a:ext cx="61822" cy="88376"/>
            </a:xfrm>
            <a:custGeom>
              <a:avLst/>
              <a:gdLst>
                <a:gd name="connsiteX0" fmla="*/ 0 w 61822"/>
                <a:gd name="connsiteY0" fmla="*/ 0 h 88376"/>
                <a:gd name="connsiteX1" fmla="*/ 61822 w 61822"/>
                <a:gd name="connsiteY1" fmla="*/ 0 h 88376"/>
                <a:gd name="connsiteX2" fmla="*/ 61822 w 61822"/>
                <a:gd name="connsiteY2" fmla="*/ 11828 h 88376"/>
                <a:gd name="connsiteX3" fmla="*/ 38227 w 61822"/>
                <a:gd name="connsiteY3" fmla="*/ 11828 h 88376"/>
                <a:gd name="connsiteX4" fmla="*/ 38227 w 61822"/>
                <a:gd name="connsiteY4" fmla="*/ 88376 h 88376"/>
                <a:gd name="connsiteX5" fmla="*/ 23707 w 61822"/>
                <a:gd name="connsiteY5" fmla="*/ 88376 h 88376"/>
                <a:gd name="connsiteX6" fmla="*/ 23707 w 61822"/>
                <a:gd name="connsiteY6" fmla="*/ 11828 h 88376"/>
                <a:gd name="connsiteX7" fmla="*/ 0 w 61822"/>
                <a:gd name="connsiteY7" fmla="*/ 11828 h 88376"/>
                <a:gd name="connsiteX8" fmla="*/ 0 w 61822"/>
                <a:gd name="connsiteY8" fmla="*/ 0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22" h="88376">
                  <a:moveTo>
                    <a:pt x="0" y="0"/>
                  </a:moveTo>
                  <a:lnTo>
                    <a:pt x="61822" y="0"/>
                  </a:lnTo>
                  <a:lnTo>
                    <a:pt x="61822" y="11828"/>
                  </a:lnTo>
                  <a:lnTo>
                    <a:pt x="38227" y="11828"/>
                  </a:lnTo>
                  <a:lnTo>
                    <a:pt x="38227" y="88376"/>
                  </a:lnTo>
                  <a:lnTo>
                    <a:pt x="23707" y="88376"/>
                  </a:lnTo>
                  <a:lnTo>
                    <a:pt x="23707" y="11828"/>
                  </a:lnTo>
                  <a:lnTo>
                    <a:pt x="0" y="11828"/>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19" name="Freeform 18">
              <a:extLst>
                <a:ext uri="{FF2B5EF4-FFF2-40B4-BE49-F238E27FC236}">
                  <a16:creationId xmlns:a16="http://schemas.microsoft.com/office/drawing/2014/main" id="{0B57CF8D-474B-46FA-0825-9E034B6DD5CE}"/>
                </a:ext>
              </a:extLst>
            </p:cNvPr>
            <p:cNvSpPr/>
            <p:nvPr/>
          </p:nvSpPr>
          <p:spPr>
            <a:xfrm>
              <a:off x="3283707" y="6007735"/>
              <a:ext cx="64230" cy="94142"/>
            </a:xfrm>
            <a:custGeom>
              <a:avLst/>
              <a:gdLst>
                <a:gd name="connsiteX0" fmla="*/ 0 w 64230"/>
                <a:gd name="connsiteY0" fmla="*/ 0 h 94142"/>
                <a:gd name="connsiteX1" fmla="*/ 14520 w 64230"/>
                <a:gd name="connsiteY1" fmla="*/ 0 h 94142"/>
                <a:gd name="connsiteX2" fmla="*/ 14520 w 64230"/>
                <a:gd name="connsiteY2" fmla="*/ 32194 h 94142"/>
                <a:gd name="connsiteX3" fmla="*/ 36301 w 64230"/>
                <a:gd name="connsiteY3" fmla="*/ 22916 h 94142"/>
                <a:gd name="connsiteX4" fmla="*/ 64230 w 64230"/>
                <a:gd name="connsiteY4" fmla="*/ 52819 h 94142"/>
                <a:gd name="connsiteX5" fmla="*/ 64230 w 64230"/>
                <a:gd name="connsiteY5" fmla="*/ 94142 h 94142"/>
                <a:gd name="connsiteX6" fmla="*/ 49821 w 64230"/>
                <a:gd name="connsiteY6" fmla="*/ 94142 h 94142"/>
                <a:gd name="connsiteX7" fmla="*/ 49821 w 64230"/>
                <a:gd name="connsiteY7" fmla="*/ 54962 h 94142"/>
                <a:gd name="connsiteX8" fmla="*/ 32226 w 64230"/>
                <a:gd name="connsiteY8" fmla="*/ 35520 h 94142"/>
                <a:gd name="connsiteX9" fmla="*/ 14520 w 64230"/>
                <a:gd name="connsiteY9" fmla="*/ 54962 h 94142"/>
                <a:gd name="connsiteX10" fmla="*/ 14520 w 64230"/>
                <a:gd name="connsiteY10" fmla="*/ 94142 h 94142"/>
                <a:gd name="connsiteX11" fmla="*/ 0 w 64230"/>
                <a:gd name="connsiteY11" fmla="*/ 94142 h 94142"/>
                <a:gd name="connsiteX12" fmla="*/ 0 w 64230"/>
                <a:gd name="connsiteY12" fmla="*/ 37 h 9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0" h="94142">
                  <a:moveTo>
                    <a:pt x="0" y="0"/>
                  </a:moveTo>
                  <a:lnTo>
                    <a:pt x="14520" y="0"/>
                  </a:lnTo>
                  <a:lnTo>
                    <a:pt x="14520" y="32194"/>
                  </a:lnTo>
                  <a:cubicBezTo>
                    <a:pt x="19373" y="26354"/>
                    <a:pt x="27263" y="22916"/>
                    <a:pt x="36301" y="22916"/>
                  </a:cubicBezTo>
                  <a:cubicBezTo>
                    <a:pt x="51969" y="22916"/>
                    <a:pt x="64230" y="33229"/>
                    <a:pt x="64230" y="52819"/>
                  </a:cubicBezTo>
                  <a:lnTo>
                    <a:pt x="64230" y="94142"/>
                  </a:lnTo>
                  <a:lnTo>
                    <a:pt x="49821" y="94142"/>
                  </a:lnTo>
                  <a:lnTo>
                    <a:pt x="49821" y="54962"/>
                  </a:lnTo>
                  <a:cubicBezTo>
                    <a:pt x="49821" y="42100"/>
                    <a:pt x="42820" y="35520"/>
                    <a:pt x="32226" y="35520"/>
                  </a:cubicBezTo>
                  <a:cubicBezTo>
                    <a:pt x="21632" y="35520"/>
                    <a:pt x="14520" y="42137"/>
                    <a:pt x="14520" y="54962"/>
                  </a:cubicBezTo>
                  <a:lnTo>
                    <a:pt x="14520" y="94142"/>
                  </a:lnTo>
                  <a:lnTo>
                    <a:pt x="0" y="94142"/>
                  </a:lnTo>
                  <a:lnTo>
                    <a:pt x="0" y="37"/>
                  </a:lnTo>
                  <a:close/>
                </a:path>
              </a:pathLst>
            </a:custGeom>
            <a:grpFill/>
            <a:ln w="3692" cap="flat">
              <a:noFill/>
              <a:prstDash val="solid"/>
              <a:miter/>
            </a:ln>
          </p:spPr>
          <p:txBody>
            <a:bodyPr rtlCol="0" anchor="ctr"/>
            <a:lstStyle/>
            <a:p>
              <a:endParaRPr lang="en-US">
                <a:solidFill>
                  <a:schemeClr val="bg2"/>
                </a:solidFill>
              </a:endParaRPr>
            </a:p>
          </p:txBody>
        </p:sp>
        <p:sp>
          <p:nvSpPr>
            <p:cNvPr id="20" name="Freeform 19">
              <a:extLst>
                <a:ext uri="{FF2B5EF4-FFF2-40B4-BE49-F238E27FC236}">
                  <a16:creationId xmlns:a16="http://schemas.microsoft.com/office/drawing/2014/main" id="{5AFCB17F-7CD5-70C4-93D0-81C86EEB89A9}"/>
                </a:ext>
              </a:extLst>
            </p:cNvPr>
            <p:cNvSpPr/>
            <p:nvPr/>
          </p:nvSpPr>
          <p:spPr>
            <a:xfrm>
              <a:off x="3360420"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bg2"/>
                </a:solidFill>
              </a:endParaRPr>
            </a:p>
          </p:txBody>
        </p:sp>
        <p:sp>
          <p:nvSpPr>
            <p:cNvPr id="21" name="Freeform 20">
              <a:extLst>
                <a:ext uri="{FF2B5EF4-FFF2-40B4-BE49-F238E27FC236}">
                  <a16:creationId xmlns:a16="http://schemas.microsoft.com/office/drawing/2014/main" id="{0BCA7B08-4013-A012-8633-218DA8CEDFD0}"/>
                </a:ext>
              </a:extLst>
            </p:cNvPr>
            <p:cNvSpPr/>
            <p:nvPr/>
          </p:nvSpPr>
          <p:spPr>
            <a:xfrm>
              <a:off x="3474916" y="6012282"/>
              <a:ext cx="61896" cy="90445"/>
            </a:xfrm>
            <a:custGeom>
              <a:avLst/>
              <a:gdLst>
                <a:gd name="connsiteX0" fmla="*/ 31337 w 61896"/>
                <a:gd name="connsiteY0" fmla="*/ 90446 h 90445"/>
                <a:gd name="connsiteX1" fmla="*/ 0 w 61896"/>
                <a:gd name="connsiteY1" fmla="*/ 65127 h 90445"/>
                <a:gd name="connsiteX2" fmla="*/ 15558 w 61896"/>
                <a:gd name="connsiteY2" fmla="*/ 65127 h 90445"/>
                <a:gd name="connsiteX3" fmla="*/ 31374 w 61896"/>
                <a:gd name="connsiteY3" fmla="*/ 78211 h 90445"/>
                <a:gd name="connsiteX4" fmla="*/ 47302 w 61896"/>
                <a:gd name="connsiteY4" fmla="*/ 65238 h 90445"/>
                <a:gd name="connsiteX5" fmla="*/ 259 w 61896"/>
                <a:gd name="connsiteY5" fmla="*/ 25171 h 90445"/>
                <a:gd name="connsiteX6" fmla="*/ 30708 w 61896"/>
                <a:gd name="connsiteY6" fmla="*/ 0 h 90445"/>
                <a:gd name="connsiteX7" fmla="*/ 60934 w 61896"/>
                <a:gd name="connsiteY7" fmla="*/ 24025 h 90445"/>
                <a:gd name="connsiteX8" fmla="*/ 44857 w 61896"/>
                <a:gd name="connsiteY8" fmla="*/ 24025 h 90445"/>
                <a:gd name="connsiteX9" fmla="*/ 29930 w 61896"/>
                <a:gd name="connsiteY9" fmla="*/ 12308 h 90445"/>
                <a:gd name="connsiteX10" fmla="*/ 15002 w 61896"/>
                <a:gd name="connsiteY10" fmla="*/ 24654 h 90445"/>
                <a:gd name="connsiteX11" fmla="*/ 61897 w 61896"/>
                <a:gd name="connsiteY11" fmla="*/ 64462 h 90445"/>
                <a:gd name="connsiteX12" fmla="*/ 31300 w 61896"/>
                <a:gd name="connsiteY12" fmla="*/ 90409 h 9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896" h="90445">
                  <a:moveTo>
                    <a:pt x="31337" y="90446"/>
                  </a:moveTo>
                  <a:cubicBezTo>
                    <a:pt x="13631" y="90446"/>
                    <a:pt x="0" y="80762"/>
                    <a:pt x="0" y="65127"/>
                  </a:cubicBezTo>
                  <a:lnTo>
                    <a:pt x="15558" y="65127"/>
                  </a:lnTo>
                  <a:cubicBezTo>
                    <a:pt x="16187" y="72372"/>
                    <a:pt x="21299" y="78211"/>
                    <a:pt x="31374" y="78211"/>
                  </a:cubicBezTo>
                  <a:cubicBezTo>
                    <a:pt x="41450" y="78211"/>
                    <a:pt x="47302" y="72741"/>
                    <a:pt x="47302" y="65238"/>
                  </a:cubicBezTo>
                  <a:cubicBezTo>
                    <a:pt x="47302" y="43874"/>
                    <a:pt x="259" y="57735"/>
                    <a:pt x="259" y="25171"/>
                  </a:cubicBezTo>
                  <a:cubicBezTo>
                    <a:pt x="259" y="9647"/>
                    <a:pt x="12631" y="0"/>
                    <a:pt x="30708" y="0"/>
                  </a:cubicBezTo>
                  <a:cubicBezTo>
                    <a:pt x="47673" y="0"/>
                    <a:pt x="59637" y="8908"/>
                    <a:pt x="60934" y="24025"/>
                  </a:cubicBezTo>
                  <a:lnTo>
                    <a:pt x="44857" y="24025"/>
                  </a:lnTo>
                  <a:cubicBezTo>
                    <a:pt x="44339" y="18037"/>
                    <a:pt x="39116" y="12567"/>
                    <a:pt x="29930" y="12308"/>
                  </a:cubicBezTo>
                  <a:cubicBezTo>
                    <a:pt x="21521" y="12050"/>
                    <a:pt x="15002" y="16115"/>
                    <a:pt x="15002" y="24654"/>
                  </a:cubicBezTo>
                  <a:cubicBezTo>
                    <a:pt x="15002" y="44613"/>
                    <a:pt x="61897" y="32157"/>
                    <a:pt x="61897" y="64462"/>
                  </a:cubicBezTo>
                  <a:cubicBezTo>
                    <a:pt x="61897" y="77694"/>
                    <a:pt x="51080" y="90409"/>
                    <a:pt x="31300" y="90409"/>
                  </a:cubicBezTo>
                  <a:close/>
                </a:path>
              </a:pathLst>
            </a:custGeom>
            <a:grpFill/>
            <a:ln w="3692" cap="flat">
              <a:noFill/>
              <a:prstDash val="solid"/>
              <a:miter/>
            </a:ln>
          </p:spPr>
          <p:txBody>
            <a:bodyPr rtlCol="0" anchor="ctr"/>
            <a:lstStyle/>
            <a:p>
              <a:endParaRPr lang="en-US">
                <a:solidFill>
                  <a:schemeClr val="bg2"/>
                </a:solidFill>
              </a:endParaRPr>
            </a:p>
          </p:txBody>
        </p:sp>
        <p:sp>
          <p:nvSpPr>
            <p:cNvPr id="22" name="Freeform 21">
              <a:extLst>
                <a:ext uri="{FF2B5EF4-FFF2-40B4-BE49-F238E27FC236}">
                  <a16:creationId xmlns:a16="http://schemas.microsoft.com/office/drawing/2014/main" id="{7E502AFB-6D2E-4316-9DB8-E63F0F9BCC78}"/>
                </a:ext>
              </a:extLst>
            </p:cNvPr>
            <p:cNvSpPr/>
            <p:nvPr/>
          </p:nvSpPr>
          <p:spPr>
            <a:xfrm>
              <a:off x="3552073" y="6030615"/>
              <a:ext cx="72008" cy="104565"/>
            </a:xfrm>
            <a:custGeom>
              <a:avLst/>
              <a:gdLst>
                <a:gd name="connsiteX0" fmla="*/ 39005 w 72008"/>
                <a:gd name="connsiteY0" fmla="*/ 0 h 104565"/>
                <a:gd name="connsiteX1" fmla="*/ 72009 w 72008"/>
                <a:gd name="connsiteY1" fmla="*/ 35853 h 104565"/>
                <a:gd name="connsiteX2" fmla="*/ 39005 w 72008"/>
                <a:gd name="connsiteY2" fmla="*/ 72372 h 104565"/>
                <a:gd name="connsiteX3" fmla="*/ 14520 w 72008"/>
                <a:gd name="connsiteY3" fmla="*/ 61061 h 104565"/>
                <a:gd name="connsiteX4" fmla="*/ 14520 w 72008"/>
                <a:gd name="connsiteY4" fmla="*/ 104565 h 104565"/>
                <a:gd name="connsiteX5" fmla="*/ 0 w 72008"/>
                <a:gd name="connsiteY5" fmla="*/ 104565 h 104565"/>
                <a:gd name="connsiteX6" fmla="*/ 0 w 72008"/>
                <a:gd name="connsiteY6" fmla="*/ 1183 h 104565"/>
                <a:gd name="connsiteX7" fmla="*/ 14520 w 72008"/>
                <a:gd name="connsiteY7" fmla="*/ 1183 h 104565"/>
                <a:gd name="connsiteX8" fmla="*/ 14520 w 72008"/>
                <a:gd name="connsiteY8" fmla="*/ 11495 h 104565"/>
                <a:gd name="connsiteX9" fmla="*/ 39005 w 72008"/>
                <a:gd name="connsiteY9" fmla="*/ 37 h 104565"/>
                <a:gd name="connsiteX10" fmla="*/ 35819 w 72008"/>
                <a:gd name="connsiteY10" fmla="*/ 12604 h 104565"/>
                <a:gd name="connsiteX11" fmla="*/ 14520 w 72008"/>
                <a:gd name="connsiteY11" fmla="*/ 36149 h 104565"/>
                <a:gd name="connsiteX12" fmla="*/ 35819 w 72008"/>
                <a:gd name="connsiteY12" fmla="*/ 59804 h 104565"/>
                <a:gd name="connsiteX13" fmla="*/ 57229 w 72008"/>
                <a:gd name="connsiteY13" fmla="*/ 35890 h 104565"/>
                <a:gd name="connsiteX14" fmla="*/ 35819 w 72008"/>
                <a:gd name="connsiteY14" fmla="*/ 12604 h 10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008" h="104565">
                  <a:moveTo>
                    <a:pt x="39005" y="0"/>
                  </a:moveTo>
                  <a:cubicBezTo>
                    <a:pt x="57489" y="0"/>
                    <a:pt x="72009" y="14230"/>
                    <a:pt x="72009" y="35853"/>
                  </a:cubicBezTo>
                  <a:cubicBezTo>
                    <a:pt x="72009" y="57476"/>
                    <a:pt x="57489" y="72372"/>
                    <a:pt x="39005" y="72372"/>
                  </a:cubicBezTo>
                  <a:cubicBezTo>
                    <a:pt x="27411" y="72372"/>
                    <a:pt x="19113" y="66532"/>
                    <a:pt x="14520" y="61061"/>
                  </a:cubicBezTo>
                  <a:lnTo>
                    <a:pt x="14520" y="104565"/>
                  </a:lnTo>
                  <a:lnTo>
                    <a:pt x="0" y="104565"/>
                  </a:lnTo>
                  <a:lnTo>
                    <a:pt x="0" y="1183"/>
                  </a:lnTo>
                  <a:lnTo>
                    <a:pt x="14520" y="1183"/>
                  </a:lnTo>
                  <a:lnTo>
                    <a:pt x="14520" y="11495"/>
                  </a:lnTo>
                  <a:cubicBezTo>
                    <a:pt x="18965" y="5655"/>
                    <a:pt x="27522" y="37"/>
                    <a:pt x="39005" y="37"/>
                  </a:cubicBezTo>
                  <a:close/>
                  <a:moveTo>
                    <a:pt x="35819" y="12604"/>
                  </a:moveTo>
                  <a:cubicBezTo>
                    <a:pt x="25003" y="12604"/>
                    <a:pt x="14520" y="21142"/>
                    <a:pt x="14520" y="36149"/>
                  </a:cubicBezTo>
                  <a:cubicBezTo>
                    <a:pt x="14520" y="51155"/>
                    <a:pt x="24966" y="59804"/>
                    <a:pt x="35819" y="59804"/>
                  </a:cubicBezTo>
                  <a:cubicBezTo>
                    <a:pt x="46672" y="59804"/>
                    <a:pt x="57229" y="51044"/>
                    <a:pt x="57229" y="35890"/>
                  </a:cubicBezTo>
                  <a:cubicBezTo>
                    <a:pt x="57229" y="20736"/>
                    <a:pt x="46784" y="12604"/>
                    <a:pt x="35819" y="12604"/>
                  </a:cubicBezTo>
                  <a:close/>
                </a:path>
              </a:pathLst>
            </a:custGeom>
            <a:grpFill/>
            <a:ln w="3692" cap="flat">
              <a:noFill/>
              <a:prstDash val="solid"/>
              <a:miter/>
            </a:ln>
          </p:spPr>
          <p:txBody>
            <a:bodyPr rtlCol="0" anchor="ctr"/>
            <a:lstStyle/>
            <a:p>
              <a:endParaRPr lang="en-US">
                <a:solidFill>
                  <a:schemeClr val="bg2"/>
                </a:solidFill>
              </a:endParaRPr>
            </a:p>
          </p:txBody>
        </p:sp>
        <p:sp>
          <p:nvSpPr>
            <p:cNvPr id="23" name="Freeform 22">
              <a:extLst>
                <a:ext uri="{FF2B5EF4-FFF2-40B4-BE49-F238E27FC236}">
                  <a16:creationId xmlns:a16="http://schemas.microsoft.com/office/drawing/2014/main" id="{B3A65825-BF5F-9A7E-8CA1-500957BAF807}"/>
                </a:ext>
              </a:extLst>
            </p:cNvPr>
            <p:cNvSpPr/>
            <p:nvPr/>
          </p:nvSpPr>
          <p:spPr>
            <a:xfrm>
              <a:off x="363319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bg2"/>
                </a:solidFill>
              </a:endParaRPr>
            </a:p>
          </p:txBody>
        </p:sp>
        <p:sp>
          <p:nvSpPr>
            <p:cNvPr id="24" name="Freeform 23">
              <a:extLst>
                <a:ext uri="{FF2B5EF4-FFF2-40B4-BE49-F238E27FC236}">
                  <a16:creationId xmlns:a16="http://schemas.microsoft.com/office/drawing/2014/main" id="{64F6EF34-4E49-92AF-2C84-F1FAF7B49802}"/>
                </a:ext>
              </a:extLst>
            </p:cNvPr>
            <p:cNvSpPr/>
            <p:nvPr/>
          </p:nvSpPr>
          <p:spPr>
            <a:xfrm>
              <a:off x="3711463" y="6030615"/>
              <a:ext cx="66786" cy="72408"/>
            </a:xfrm>
            <a:custGeom>
              <a:avLst/>
              <a:gdLst>
                <a:gd name="connsiteX0" fmla="*/ 34412 w 66786"/>
                <a:gd name="connsiteY0" fmla="*/ 0 h 72408"/>
                <a:gd name="connsiteX1" fmla="*/ 66786 w 66786"/>
                <a:gd name="connsiteY1" fmla="*/ 23286 h 72408"/>
                <a:gd name="connsiteX2" fmla="*/ 51118 w 66786"/>
                <a:gd name="connsiteY2" fmla="*/ 23286 h 72408"/>
                <a:gd name="connsiteX3" fmla="*/ 34412 w 66786"/>
                <a:gd name="connsiteY3" fmla="*/ 12234 h 72408"/>
                <a:gd name="connsiteX4" fmla="*/ 14928 w 66786"/>
                <a:gd name="connsiteY4" fmla="*/ 36149 h 72408"/>
                <a:gd name="connsiteX5" fmla="*/ 34412 w 66786"/>
                <a:gd name="connsiteY5" fmla="*/ 60174 h 72408"/>
                <a:gd name="connsiteX6" fmla="*/ 51118 w 66786"/>
                <a:gd name="connsiteY6" fmla="*/ 49122 h 72408"/>
                <a:gd name="connsiteX7" fmla="*/ 66786 w 66786"/>
                <a:gd name="connsiteY7" fmla="*/ 49122 h 72408"/>
                <a:gd name="connsiteX8" fmla="*/ 34412 w 66786"/>
                <a:gd name="connsiteY8" fmla="*/ 72408 h 72408"/>
                <a:gd name="connsiteX9" fmla="*/ 0 w 66786"/>
                <a:gd name="connsiteY9" fmla="*/ 36149 h 72408"/>
                <a:gd name="connsiteX10" fmla="*/ 34412 w 66786"/>
                <a:gd name="connsiteY10" fmla="*/ 37 h 7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86" h="72408">
                  <a:moveTo>
                    <a:pt x="34412" y="0"/>
                  </a:moveTo>
                  <a:cubicBezTo>
                    <a:pt x="51599" y="0"/>
                    <a:pt x="62823" y="8501"/>
                    <a:pt x="66786" y="23286"/>
                  </a:cubicBezTo>
                  <a:lnTo>
                    <a:pt x="51118" y="23286"/>
                  </a:lnTo>
                  <a:cubicBezTo>
                    <a:pt x="48710" y="16559"/>
                    <a:pt x="43079" y="12234"/>
                    <a:pt x="34412" y="12234"/>
                  </a:cubicBezTo>
                  <a:cubicBezTo>
                    <a:pt x="22670" y="12234"/>
                    <a:pt x="14928" y="20884"/>
                    <a:pt x="14928" y="36149"/>
                  </a:cubicBezTo>
                  <a:cubicBezTo>
                    <a:pt x="14928" y="51414"/>
                    <a:pt x="22707" y="60174"/>
                    <a:pt x="34412" y="60174"/>
                  </a:cubicBezTo>
                  <a:cubicBezTo>
                    <a:pt x="43079" y="60174"/>
                    <a:pt x="48413" y="56367"/>
                    <a:pt x="51118" y="49122"/>
                  </a:cubicBezTo>
                  <a:lnTo>
                    <a:pt x="66786" y="49122"/>
                  </a:lnTo>
                  <a:cubicBezTo>
                    <a:pt x="62823" y="62872"/>
                    <a:pt x="51636" y="72408"/>
                    <a:pt x="34412" y="72408"/>
                  </a:cubicBezTo>
                  <a:cubicBezTo>
                    <a:pt x="14261" y="72408"/>
                    <a:pt x="0" y="58178"/>
                    <a:pt x="0" y="36149"/>
                  </a:cubicBezTo>
                  <a:cubicBezTo>
                    <a:pt x="0" y="14119"/>
                    <a:pt x="14261" y="37"/>
                    <a:pt x="34412" y="37"/>
                  </a:cubicBezTo>
                  <a:close/>
                </a:path>
              </a:pathLst>
            </a:custGeom>
            <a:grpFill/>
            <a:ln w="3692" cap="flat">
              <a:noFill/>
              <a:prstDash val="solid"/>
              <a:miter/>
            </a:ln>
          </p:spPr>
          <p:txBody>
            <a:bodyPr rtlCol="0" anchor="ctr"/>
            <a:lstStyle/>
            <a:p>
              <a:endParaRPr lang="en-US">
                <a:solidFill>
                  <a:schemeClr val="bg2"/>
                </a:solidFill>
              </a:endParaRPr>
            </a:p>
          </p:txBody>
        </p:sp>
        <p:sp>
          <p:nvSpPr>
            <p:cNvPr id="25" name="Freeform 24">
              <a:extLst>
                <a:ext uri="{FF2B5EF4-FFF2-40B4-BE49-F238E27FC236}">
                  <a16:creationId xmlns:a16="http://schemas.microsoft.com/office/drawing/2014/main" id="{27F1C1A4-B1A7-4F15-F05D-86135CF71E0F}"/>
                </a:ext>
              </a:extLst>
            </p:cNvPr>
            <p:cNvSpPr/>
            <p:nvPr/>
          </p:nvSpPr>
          <p:spPr>
            <a:xfrm>
              <a:off x="3789066" y="6003891"/>
              <a:ext cx="18483" cy="97949"/>
            </a:xfrm>
            <a:custGeom>
              <a:avLst/>
              <a:gdLst>
                <a:gd name="connsiteX0" fmla="*/ 0 w 18483"/>
                <a:gd name="connsiteY0" fmla="*/ 9277 h 97949"/>
                <a:gd name="connsiteX1" fmla="*/ 9297 w 18483"/>
                <a:gd name="connsiteY1" fmla="*/ 0 h 97949"/>
                <a:gd name="connsiteX2" fmla="*/ 18484 w 18483"/>
                <a:gd name="connsiteY2" fmla="*/ 9277 h 97949"/>
                <a:gd name="connsiteX3" fmla="*/ 9297 w 18483"/>
                <a:gd name="connsiteY3" fmla="*/ 18555 h 97949"/>
                <a:gd name="connsiteX4" fmla="*/ 0 w 18483"/>
                <a:gd name="connsiteY4" fmla="*/ 9277 h 97949"/>
                <a:gd name="connsiteX5" fmla="*/ 1926 w 18483"/>
                <a:gd name="connsiteY5" fmla="*/ 27869 h 97949"/>
                <a:gd name="connsiteX6" fmla="*/ 16446 w 18483"/>
                <a:gd name="connsiteY6" fmla="*/ 27869 h 97949"/>
                <a:gd name="connsiteX7" fmla="*/ 16446 w 18483"/>
                <a:gd name="connsiteY7" fmla="*/ 97949 h 97949"/>
                <a:gd name="connsiteX8" fmla="*/ 1926 w 18483"/>
                <a:gd name="connsiteY8" fmla="*/ 97949 h 97949"/>
                <a:gd name="connsiteX9" fmla="*/ 1926 w 18483"/>
                <a:gd name="connsiteY9" fmla="*/ 27869 h 97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83" h="97949">
                  <a:moveTo>
                    <a:pt x="0" y="9277"/>
                  </a:moveTo>
                  <a:cubicBezTo>
                    <a:pt x="0" y="4066"/>
                    <a:pt x="4075" y="0"/>
                    <a:pt x="9297" y="0"/>
                  </a:cubicBezTo>
                  <a:cubicBezTo>
                    <a:pt x="14520" y="0"/>
                    <a:pt x="18484" y="4066"/>
                    <a:pt x="18484" y="9277"/>
                  </a:cubicBezTo>
                  <a:cubicBezTo>
                    <a:pt x="18484" y="14489"/>
                    <a:pt x="14409" y="18555"/>
                    <a:pt x="9297" y="18555"/>
                  </a:cubicBezTo>
                  <a:cubicBezTo>
                    <a:pt x="4186" y="18555"/>
                    <a:pt x="0" y="14489"/>
                    <a:pt x="0" y="9277"/>
                  </a:cubicBezTo>
                  <a:close/>
                  <a:moveTo>
                    <a:pt x="1926" y="27869"/>
                  </a:moveTo>
                  <a:lnTo>
                    <a:pt x="16446" y="27869"/>
                  </a:lnTo>
                  <a:lnTo>
                    <a:pt x="16446" y="97949"/>
                  </a:lnTo>
                  <a:lnTo>
                    <a:pt x="1926" y="97949"/>
                  </a:lnTo>
                  <a:lnTo>
                    <a:pt x="1926" y="27869"/>
                  </a:lnTo>
                  <a:close/>
                </a:path>
              </a:pathLst>
            </a:custGeom>
            <a:grpFill/>
            <a:ln w="3692" cap="flat">
              <a:noFill/>
              <a:prstDash val="solid"/>
              <a:miter/>
            </a:ln>
          </p:spPr>
          <p:txBody>
            <a:bodyPr rtlCol="0" anchor="ctr"/>
            <a:lstStyle/>
            <a:p>
              <a:endParaRPr lang="en-US">
                <a:solidFill>
                  <a:schemeClr val="bg2"/>
                </a:solidFill>
              </a:endParaRPr>
            </a:p>
          </p:txBody>
        </p:sp>
        <p:sp>
          <p:nvSpPr>
            <p:cNvPr id="26" name="Freeform 25">
              <a:extLst>
                <a:ext uri="{FF2B5EF4-FFF2-40B4-BE49-F238E27FC236}">
                  <a16:creationId xmlns:a16="http://schemas.microsoft.com/office/drawing/2014/main" id="{DDBD562C-F8AE-28D9-55D1-D2FE95A16FB1}"/>
                </a:ext>
              </a:extLst>
            </p:cNvPr>
            <p:cNvSpPr/>
            <p:nvPr/>
          </p:nvSpPr>
          <p:spPr>
            <a:xfrm>
              <a:off x="3818328"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bg2"/>
                </a:solidFill>
              </a:endParaRPr>
            </a:p>
          </p:txBody>
        </p:sp>
        <p:sp>
          <p:nvSpPr>
            <p:cNvPr id="27" name="Freeform 26">
              <a:extLst>
                <a:ext uri="{FF2B5EF4-FFF2-40B4-BE49-F238E27FC236}">
                  <a16:creationId xmlns:a16="http://schemas.microsoft.com/office/drawing/2014/main" id="{A1DC5A57-14E6-D8AB-6F8E-1BB48D17B48A}"/>
                </a:ext>
              </a:extLst>
            </p:cNvPr>
            <p:cNvSpPr/>
            <p:nvPr/>
          </p:nvSpPr>
          <p:spPr>
            <a:xfrm>
              <a:off x="3907969"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28" name="Freeform 27">
              <a:extLst>
                <a:ext uri="{FF2B5EF4-FFF2-40B4-BE49-F238E27FC236}">
                  <a16:creationId xmlns:a16="http://schemas.microsoft.com/office/drawing/2014/main" id="{076FF02F-1791-6822-6B61-D812521F8B40}"/>
                </a:ext>
              </a:extLst>
            </p:cNvPr>
            <p:cNvSpPr/>
            <p:nvPr/>
          </p:nvSpPr>
          <p:spPr>
            <a:xfrm>
              <a:off x="3933935"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bg2"/>
                </a:solidFill>
              </a:endParaRPr>
            </a:p>
          </p:txBody>
        </p:sp>
        <p:sp>
          <p:nvSpPr>
            <p:cNvPr id="29" name="Freeform 28">
              <a:extLst>
                <a:ext uri="{FF2B5EF4-FFF2-40B4-BE49-F238E27FC236}">
                  <a16:creationId xmlns:a16="http://schemas.microsoft.com/office/drawing/2014/main" id="{31D00BF8-3C0E-6A73-6464-A9ED002C8971}"/>
                </a:ext>
              </a:extLst>
            </p:cNvPr>
            <p:cNvSpPr/>
            <p:nvPr/>
          </p:nvSpPr>
          <p:spPr>
            <a:xfrm>
              <a:off x="3980460" y="6031761"/>
              <a:ext cx="71527" cy="103013"/>
            </a:xfrm>
            <a:custGeom>
              <a:avLst/>
              <a:gdLst>
                <a:gd name="connsiteX0" fmla="*/ 56488 w 71527"/>
                <a:gd name="connsiteY0" fmla="*/ 0 h 103013"/>
                <a:gd name="connsiteX1" fmla="*/ 71527 w 71527"/>
                <a:gd name="connsiteY1" fmla="*/ 0 h 103013"/>
                <a:gd name="connsiteX2" fmla="*/ 28448 w 71527"/>
                <a:gd name="connsiteY2" fmla="*/ 103013 h 103013"/>
                <a:gd name="connsiteX3" fmla="*/ 13409 w 71527"/>
                <a:gd name="connsiteY3" fmla="*/ 103013 h 103013"/>
                <a:gd name="connsiteX4" fmla="*/ 27670 w 71527"/>
                <a:gd name="connsiteY4" fmla="*/ 68934 h 103013"/>
                <a:gd name="connsiteX5" fmla="*/ 0 w 71527"/>
                <a:gd name="connsiteY5" fmla="*/ 0 h 103013"/>
                <a:gd name="connsiteX6" fmla="*/ 16187 w 71527"/>
                <a:gd name="connsiteY6" fmla="*/ 0 h 103013"/>
                <a:gd name="connsiteX7" fmla="*/ 35930 w 71527"/>
                <a:gd name="connsiteY7" fmla="*/ 53410 h 103013"/>
                <a:gd name="connsiteX8" fmla="*/ 56451 w 71527"/>
                <a:gd name="connsiteY8" fmla="*/ 0 h 10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 h="103013">
                  <a:moveTo>
                    <a:pt x="56488" y="0"/>
                  </a:moveTo>
                  <a:lnTo>
                    <a:pt x="71527" y="0"/>
                  </a:lnTo>
                  <a:lnTo>
                    <a:pt x="28448" y="103013"/>
                  </a:lnTo>
                  <a:lnTo>
                    <a:pt x="13409" y="103013"/>
                  </a:lnTo>
                  <a:lnTo>
                    <a:pt x="27670" y="68934"/>
                  </a:lnTo>
                  <a:lnTo>
                    <a:pt x="0" y="0"/>
                  </a:lnTo>
                  <a:lnTo>
                    <a:pt x="16187" y="0"/>
                  </a:lnTo>
                  <a:lnTo>
                    <a:pt x="35930" y="53410"/>
                  </a:lnTo>
                  <a:lnTo>
                    <a:pt x="56451" y="0"/>
                  </a:lnTo>
                  <a:close/>
                </a:path>
              </a:pathLst>
            </a:custGeom>
            <a:grpFill/>
            <a:ln w="3692" cap="flat">
              <a:noFill/>
              <a:prstDash val="solid"/>
              <a:miter/>
            </a:ln>
          </p:spPr>
          <p:txBody>
            <a:bodyPr rtlCol="0" anchor="ctr"/>
            <a:lstStyle/>
            <a:p>
              <a:endParaRPr lang="en-US">
                <a:solidFill>
                  <a:schemeClr val="bg2"/>
                </a:solidFill>
              </a:endParaRPr>
            </a:p>
          </p:txBody>
        </p:sp>
        <p:sp>
          <p:nvSpPr>
            <p:cNvPr id="30" name="Freeform 29">
              <a:extLst>
                <a:ext uri="{FF2B5EF4-FFF2-40B4-BE49-F238E27FC236}">
                  <a16:creationId xmlns:a16="http://schemas.microsoft.com/office/drawing/2014/main" id="{5C0888C9-783F-0113-FDA5-AF46D9EE18A8}"/>
                </a:ext>
              </a:extLst>
            </p:cNvPr>
            <p:cNvSpPr/>
            <p:nvPr/>
          </p:nvSpPr>
          <p:spPr>
            <a:xfrm>
              <a:off x="4091251" y="6012282"/>
              <a:ext cx="86380" cy="90298"/>
            </a:xfrm>
            <a:custGeom>
              <a:avLst/>
              <a:gdLst>
                <a:gd name="connsiteX0" fmla="*/ 45228 w 86380"/>
                <a:gd name="connsiteY0" fmla="*/ 0 h 90298"/>
                <a:gd name="connsiteX1" fmla="*/ 86381 w 86380"/>
                <a:gd name="connsiteY1" fmla="*/ 26576 h 90298"/>
                <a:gd name="connsiteX2" fmla="*/ 68934 w 86380"/>
                <a:gd name="connsiteY2" fmla="*/ 26576 h 90298"/>
                <a:gd name="connsiteX3" fmla="*/ 45228 w 86380"/>
                <a:gd name="connsiteY3" fmla="*/ 12715 h 90298"/>
                <a:gd name="connsiteX4" fmla="*/ 14891 w 86380"/>
                <a:gd name="connsiteY4" fmla="*/ 45131 h 90298"/>
                <a:gd name="connsiteX5" fmla="*/ 45228 w 86380"/>
                <a:gd name="connsiteY5" fmla="*/ 77694 h 90298"/>
                <a:gd name="connsiteX6" fmla="*/ 68934 w 86380"/>
                <a:gd name="connsiteY6" fmla="*/ 63833 h 90298"/>
                <a:gd name="connsiteX7" fmla="*/ 86381 w 86380"/>
                <a:gd name="connsiteY7" fmla="*/ 63833 h 90298"/>
                <a:gd name="connsiteX8" fmla="*/ 45228 w 86380"/>
                <a:gd name="connsiteY8" fmla="*/ 90298 h 90298"/>
                <a:gd name="connsiteX9" fmla="*/ 0 w 86380"/>
                <a:gd name="connsiteY9" fmla="*/ 45168 h 90298"/>
                <a:gd name="connsiteX10" fmla="*/ 45228 w 86380"/>
                <a:gd name="connsiteY10" fmla="*/ 37 h 9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 h="90298">
                  <a:moveTo>
                    <a:pt x="45228" y="0"/>
                  </a:moveTo>
                  <a:cubicBezTo>
                    <a:pt x="63712" y="0"/>
                    <a:pt x="79640" y="9277"/>
                    <a:pt x="86381" y="26576"/>
                  </a:cubicBezTo>
                  <a:lnTo>
                    <a:pt x="68934" y="26576"/>
                  </a:lnTo>
                  <a:cubicBezTo>
                    <a:pt x="64230" y="17150"/>
                    <a:pt x="55822" y="12715"/>
                    <a:pt x="45228" y="12715"/>
                  </a:cubicBezTo>
                  <a:cubicBezTo>
                    <a:pt x="27633" y="12715"/>
                    <a:pt x="14891" y="25171"/>
                    <a:pt x="14891" y="45131"/>
                  </a:cubicBezTo>
                  <a:cubicBezTo>
                    <a:pt x="14891" y="65090"/>
                    <a:pt x="27633" y="77694"/>
                    <a:pt x="45228" y="77694"/>
                  </a:cubicBezTo>
                  <a:cubicBezTo>
                    <a:pt x="55822" y="77694"/>
                    <a:pt x="64230" y="73259"/>
                    <a:pt x="68934" y="63833"/>
                  </a:cubicBezTo>
                  <a:lnTo>
                    <a:pt x="86381" y="63833"/>
                  </a:lnTo>
                  <a:cubicBezTo>
                    <a:pt x="79640" y="81132"/>
                    <a:pt x="63712" y="90298"/>
                    <a:pt x="45228" y="90298"/>
                  </a:cubicBezTo>
                  <a:cubicBezTo>
                    <a:pt x="20262" y="90298"/>
                    <a:pt x="0" y="71743"/>
                    <a:pt x="0" y="45168"/>
                  </a:cubicBezTo>
                  <a:cubicBezTo>
                    <a:pt x="0" y="18592"/>
                    <a:pt x="20262" y="37"/>
                    <a:pt x="45228" y="37"/>
                  </a:cubicBezTo>
                  <a:close/>
                </a:path>
              </a:pathLst>
            </a:custGeom>
            <a:grpFill/>
            <a:ln w="3692" cap="flat">
              <a:noFill/>
              <a:prstDash val="solid"/>
              <a:miter/>
            </a:ln>
          </p:spPr>
          <p:txBody>
            <a:bodyPr rtlCol="0" anchor="ctr"/>
            <a:lstStyle/>
            <a:p>
              <a:endParaRPr lang="en-US">
                <a:solidFill>
                  <a:schemeClr val="bg2"/>
                </a:solidFill>
              </a:endParaRPr>
            </a:p>
          </p:txBody>
        </p:sp>
        <p:sp>
          <p:nvSpPr>
            <p:cNvPr id="31" name="Freeform 30">
              <a:extLst>
                <a:ext uri="{FF2B5EF4-FFF2-40B4-BE49-F238E27FC236}">
                  <a16:creationId xmlns:a16="http://schemas.microsoft.com/office/drawing/2014/main" id="{318F7217-817C-7765-1E1E-D178943C208B}"/>
                </a:ext>
              </a:extLst>
            </p:cNvPr>
            <p:cNvSpPr/>
            <p:nvPr/>
          </p:nvSpPr>
          <p:spPr>
            <a:xfrm>
              <a:off x="4187300"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8" y="72372"/>
                    <a:pt x="0" y="57476"/>
                    <a:pt x="0" y="35853"/>
                  </a:cubicBezTo>
                  <a:cubicBezTo>
                    <a:pt x="0" y="14230"/>
                    <a:pt x="14668"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bg2"/>
                </a:solidFill>
              </a:endParaRPr>
            </a:p>
          </p:txBody>
        </p:sp>
        <p:sp>
          <p:nvSpPr>
            <p:cNvPr id="32" name="Freeform 31">
              <a:extLst>
                <a:ext uri="{FF2B5EF4-FFF2-40B4-BE49-F238E27FC236}">
                  <a16:creationId xmlns:a16="http://schemas.microsoft.com/office/drawing/2014/main" id="{E0CE9F7B-70FB-351B-A858-B693522FB081}"/>
                </a:ext>
              </a:extLst>
            </p:cNvPr>
            <p:cNvSpPr/>
            <p:nvPr/>
          </p:nvSpPr>
          <p:spPr>
            <a:xfrm>
              <a:off x="4274422" y="6030615"/>
              <a:ext cx="35559" cy="71225"/>
            </a:xfrm>
            <a:custGeom>
              <a:avLst/>
              <a:gdLst>
                <a:gd name="connsiteX0" fmla="*/ 14520 w 35559"/>
                <a:gd name="connsiteY0" fmla="*/ 71226 h 71225"/>
                <a:gd name="connsiteX1" fmla="*/ 0 w 35559"/>
                <a:gd name="connsiteY1" fmla="*/ 71226 h 71225"/>
                <a:gd name="connsiteX2" fmla="*/ 0 w 35559"/>
                <a:gd name="connsiteY2" fmla="*/ 1146 h 71225"/>
                <a:gd name="connsiteX3" fmla="*/ 14520 w 35559"/>
                <a:gd name="connsiteY3" fmla="*/ 1146 h 71225"/>
                <a:gd name="connsiteX4" fmla="*/ 14520 w 35559"/>
                <a:gd name="connsiteY4" fmla="*/ 11310 h 71225"/>
                <a:gd name="connsiteX5" fmla="*/ 35560 w 35559"/>
                <a:gd name="connsiteY5" fmla="*/ 0 h 71225"/>
                <a:gd name="connsiteX6" fmla="*/ 35560 w 35559"/>
                <a:gd name="connsiteY6" fmla="*/ 15007 h 71225"/>
                <a:gd name="connsiteX7" fmla="*/ 31856 w 35559"/>
                <a:gd name="connsiteY7" fmla="*/ 15007 h 71225"/>
                <a:gd name="connsiteX8" fmla="*/ 14520 w 35559"/>
                <a:gd name="connsiteY8" fmla="*/ 34338 h 71225"/>
                <a:gd name="connsiteX9" fmla="*/ 14520 w 35559"/>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59"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bg2"/>
                </a:solidFill>
              </a:endParaRPr>
            </a:p>
          </p:txBody>
        </p:sp>
        <p:sp>
          <p:nvSpPr>
            <p:cNvPr id="33" name="Freeform 32">
              <a:extLst>
                <a:ext uri="{FF2B5EF4-FFF2-40B4-BE49-F238E27FC236}">
                  <a16:creationId xmlns:a16="http://schemas.microsoft.com/office/drawing/2014/main" id="{DA40850D-F1FE-EAB9-9872-3B7D3D101F3B}"/>
                </a:ext>
              </a:extLst>
            </p:cNvPr>
            <p:cNvSpPr/>
            <p:nvPr/>
          </p:nvSpPr>
          <p:spPr>
            <a:xfrm>
              <a:off x="431583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0 w 69193"/>
                <a:gd name="connsiteY8" fmla="*/ 50342 h 72371"/>
                <a:gd name="connsiteX9" fmla="*/ 34967 w 69193"/>
                <a:gd name="connsiteY9" fmla="*/ 72335 h 72371"/>
                <a:gd name="connsiteX10" fmla="*/ 15150 w 69193"/>
                <a:gd name="connsiteY10" fmla="*/ 29865 h 72371"/>
                <a:gd name="connsiteX11" fmla="*/ 54007 w 69193"/>
                <a:gd name="connsiteY11" fmla="*/ 29865 h 72371"/>
                <a:gd name="connsiteX12" fmla="*/ 34375 w 69193"/>
                <a:gd name="connsiteY12" fmla="*/ 12197 h 72371"/>
                <a:gd name="connsiteX13" fmla="*/ 15113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83" y="39143"/>
                    <a:pt x="68675" y="41582"/>
                  </a:cubicBezTo>
                  <a:lnTo>
                    <a:pt x="15002" y="41582"/>
                  </a:lnTo>
                  <a:cubicBezTo>
                    <a:pt x="16039" y="53151"/>
                    <a:pt x="24299" y="60137"/>
                    <a:pt x="35004" y="60137"/>
                  </a:cubicBezTo>
                  <a:cubicBezTo>
                    <a:pt x="43931" y="60137"/>
                    <a:pt x="48895" y="55813"/>
                    <a:pt x="51562" y="50342"/>
                  </a:cubicBezTo>
                  <a:lnTo>
                    <a:pt x="67230" y="50342"/>
                  </a:lnTo>
                  <a:cubicBezTo>
                    <a:pt x="63267" y="62540"/>
                    <a:pt x="52192" y="72335"/>
                    <a:pt x="34967" y="72335"/>
                  </a:cubicBezTo>
                  <a:close/>
                  <a:moveTo>
                    <a:pt x="15150" y="29865"/>
                  </a:moveTo>
                  <a:lnTo>
                    <a:pt x="54007" y="29865"/>
                  </a:lnTo>
                  <a:cubicBezTo>
                    <a:pt x="53747" y="19072"/>
                    <a:pt x="45228" y="12197"/>
                    <a:pt x="34375" y="12197"/>
                  </a:cubicBezTo>
                  <a:cubicBezTo>
                    <a:pt x="24559" y="12197"/>
                    <a:pt x="16669" y="18814"/>
                    <a:pt x="15113" y="29865"/>
                  </a:cubicBezTo>
                  <a:close/>
                </a:path>
              </a:pathLst>
            </a:custGeom>
            <a:grpFill/>
            <a:ln w="3692" cap="flat">
              <a:noFill/>
              <a:prstDash val="solid"/>
              <a:miter/>
            </a:ln>
          </p:spPr>
          <p:txBody>
            <a:bodyPr rtlCol="0" anchor="ctr"/>
            <a:lstStyle/>
            <a:p>
              <a:endParaRPr lang="en-US">
                <a:solidFill>
                  <a:schemeClr val="bg2"/>
                </a:solidFill>
              </a:endParaRPr>
            </a:p>
          </p:txBody>
        </p:sp>
        <p:sp>
          <p:nvSpPr>
            <p:cNvPr id="34" name="Freeform 33">
              <a:extLst>
                <a:ext uri="{FF2B5EF4-FFF2-40B4-BE49-F238E27FC236}">
                  <a16:creationId xmlns:a16="http://schemas.microsoft.com/office/drawing/2014/main" id="{EB5F0439-5286-C500-6996-6C235F9E3FF1}"/>
                </a:ext>
              </a:extLst>
            </p:cNvPr>
            <p:cNvSpPr/>
            <p:nvPr/>
          </p:nvSpPr>
          <p:spPr>
            <a:xfrm>
              <a:off x="4432442" y="6013428"/>
              <a:ext cx="61933" cy="88376"/>
            </a:xfrm>
            <a:custGeom>
              <a:avLst/>
              <a:gdLst>
                <a:gd name="connsiteX0" fmla="*/ 30596 w 61933"/>
                <a:gd name="connsiteY0" fmla="*/ 52523 h 88376"/>
                <a:gd name="connsiteX1" fmla="*/ 14520 w 61933"/>
                <a:gd name="connsiteY1" fmla="*/ 52523 h 88376"/>
                <a:gd name="connsiteX2" fmla="*/ 14520 w 61933"/>
                <a:gd name="connsiteY2" fmla="*/ 88376 h 88376"/>
                <a:gd name="connsiteX3" fmla="*/ 0 w 61933"/>
                <a:gd name="connsiteY3" fmla="*/ 88376 h 88376"/>
                <a:gd name="connsiteX4" fmla="*/ 0 w 61933"/>
                <a:gd name="connsiteY4" fmla="*/ 0 h 88376"/>
                <a:gd name="connsiteX5" fmla="*/ 30596 w 61933"/>
                <a:gd name="connsiteY5" fmla="*/ 0 h 88376"/>
                <a:gd name="connsiteX6" fmla="*/ 61933 w 61933"/>
                <a:gd name="connsiteY6" fmla="*/ 26317 h 88376"/>
                <a:gd name="connsiteX7" fmla="*/ 30596 w 61933"/>
                <a:gd name="connsiteY7" fmla="*/ 52523 h 88376"/>
                <a:gd name="connsiteX8" fmla="*/ 30596 w 61933"/>
                <a:gd name="connsiteY8" fmla="*/ 40695 h 88376"/>
                <a:gd name="connsiteX9" fmla="*/ 47043 w 61933"/>
                <a:gd name="connsiteY9" fmla="*/ 26317 h 88376"/>
                <a:gd name="connsiteX10" fmla="*/ 30596 w 61933"/>
                <a:gd name="connsiteY10" fmla="*/ 11828 h 88376"/>
                <a:gd name="connsiteX11" fmla="*/ 14520 w 61933"/>
                <a:gd name="connsiteY11" fmla="*/ 11828 h 88376"/>
                <a:gd name="connsiteX12" fmla="*/ 14520 w 61933"/>
                <a:gd name="connsiteY12" fmla="*/ 40695 h 88376"/>
                <a:gd name="connsiteX13" fmla="*/ 30596 w 61933"/>
                <a:gd name="connsiteY13" fmla="*/ 40695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933" h="88376">
                  <a:moveTo>
                    <a:pt x="30596" y="52523"/>
                  </a:moveTo>
                  <a:lnTo>
                    <a:pt x="14520" y="52523"/>
                  </a:lnTo>
                  <a:lnTo>
                    <a:pt x="14520" y="88376"/>
                  </a:lnTo>
                  <a:lnTo>
                    <a:pt x="0" y="88376"/>
                  </a:lnTo>
                  <a:lnTo>
                    <a:pt x="0" y="0"/>
                  </a:lnTo>
                  <a:lnTo>
                    <a:pt x="30596" y="0"/>
                  </a:lnTo>
                  <a:cubicBezTo>
                    <a:pt x="51636" y="0"/>
                    <a:pt x="61933" y="11939"/>
                    <a:pt x="61933" y="26317"/>
                  </a:cubicBezTo>
                  <a:cubicBezTo>
                    <a:pt x="61933" y="38921"/>
                    <a:pt x="53636" y="52523"/>
                    <a:pt x="30596" y="52523"/>
                  </a:cubicBezTo>
                  <a:close/>
                  <a:moveTo>
                    <a:pt x="30596" y="40695"/>
                  </a:moveTo>
                  <a:cubicBezTo>
                    <a:pt x="41931" y="40695"/>
                    <a:pt x="47043" y="35225"/>
                    <a:pt x="47043" y="26317"/>
                  </a:cubicBezTo>
                  <a:cubicBezTo>
                    <a:pt x="47043" y="17409"/>
                    <a:pt x="41931" y="11828"/>
                    <a:pt x="30596" y="11828"/>
                  </a:cubicBezTo>
                  <a:lnTo>
                    <a:pt x="14520" y="11828"/>
                  </a:lnTo>
                  <a:lnTo>
                    <a:pt x="14520" y="40695"/>
                  </a:lnTo>
                  <a:lnTo>
                    <a:pt x="30596" y="40695"/>
                  </a:lnTo>
                  <a:close/>
                </a:path>
              </a:pathLst>
            </a:custGeom>
            <a:grpFill/>
            <a:ln w="3692" cap="flat">
              <a:noFill/>
              <a:prstDash val="solid"/>
              <a:miter/>
            </a:ln>
          </p:spPr>
          <p:txBody>
            <a:bodyPr rtlCol="0" anchor="ctr"/>
            <a:lstStyle/>
            <a:p>
              <a:endParaRPr lang="en-US">
                <a:solidFill>
                  <a:schemeClr val="bg2"/>
                </a:solidFill>
              </a:endParaRPr>
            </a:p>
          </p:txBody>
        </p:sp>
        <p:sp>
          <p:nvSpPr>
            <p:cNvPr id="35" name="Freeform 34">
              <a:extLst>
                <a:ext uri="{FF2B5EF4-FFF2-40B4-BE49-F238E27FC236}">
                  <a16:creationId xmlns:a16="http://schemas.microsoft.com/office/drawing/2014/main" id="{4767C350-23EE-0EE7-1849-180A0DF7B2B2}"/>
                </a:ext>
              </a:extLst>
            </p:cNvPr>
            <p:cNvSpPr/>
            <p:nvPr/>
          </p:nvSpPr>
          <p:spPr>
            <a:xfrm>
              <a:off x="4505117"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36" name="Freeform 35">
              <a:extLst>
                <a:ext uri="{FF2B5EF4-FFF2-40B4-BE49-F238E27FC236}">
                  <a16:creationId xmlns:a16="http://schemas.microsoft.com/office/drawing/2014/main" id="{CD70C06F-5E6E-2939-91C9-B7AD04575391}"/>
                </a:ext>
              </a:extLst>
            </p:cNvPr>
            <p:cNvSpPr/>
            <p:nvPr/>
          </p:nvSpPr>
          <p:spPr>
            <a:xfrm>
              <a:off x="4532861"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190 w 72157"/>
                <a:gd name="connsiteY10" fmla="*/ 12604 h 72371"/>
                <a:gd name="connsiteX11" fmla="*/ 14891 w 72157"/>
                <a:gd name="connsiteY11" fmla="*/ 35890 h 72371"/>
                <a:gd name="connsiteX12" fmla="*/ 36190 w 72157"/>
                <a:gd name="connsiteY12" fmla="*/ 59804 h 72371"/>
                <a:gd name="connsiteX13" fmla="*/ 57489 w 72157"/>
                <a:gd name="connsiteY13" fmla="*/ 36149 h 72371"/>
                <a:gd name="connsiteX14" fmla="*/ 36190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190" y="12604"/>
                  </a:moveTo>
                  <a:cubicBezTo>
                    <a:pt x="25374" y="12604"/>
                    <a:pt x="14891" y="20736"/>
                    <a:pt x="14891" y="35890"/>
                  </a:cubicBezTo>
                  <a:cubicBezTo>
                    <a:pt x="14891" y="51044"/>
                    <a:pt x="25337" y="59804"/>
                    <a:pt x="36190" y="59804"/>
                  </a:cubicBezTo>
                  <a:cubicBezTo>
                    <a:pt x="47043" y="59804"/>
                    <a:pt x="57489" y="51266"/>
                    <a:pt x="57489" y="36149"/>
                  </a:cubicBezTo>
                  <a:cubicBezTo>
                    <a:pt x="57489" y="21031"/>
                    <a:pt x="47154" y="12604"/>
                    <a:pt x="36190" y="12604"/>
                  </a:cubicBezTo>
                  <a:close/>
                </a:path>
              </a:pathLst>
            </a:custGeom>
            <a:grpFill/>
            <a:ln w="3692" cap="flat">
              <a:noFill/>
              <a:prstDash val="solid"/>
              <a:miter/>
            </a:ln>
          </p:spPr>
          <p:txBody>
            <a:bodyPr rtlCol="0" anchor="ctr"/>
            <a:lstStyle/>
            <a:p>
              <a:endParaRPr lang="en-US">
                <a:solidFill>
                  <a:schemeClr val="bg2"/>
                </a:solidFill>
              </a:endParaRPr>
            </a:p>
          </p:txBody>
        </p:sp>
        <p:sp>
          <p:nvSpPr>
            <p:cNvPr id="37" name="Freeform 36">
              <a:extLst>
                <a:ext uri="{FF2B5EF4-FFF2-40B4-BE49-F238E27FC236}">
                  <a16:creationId xmlns:a16="http://schemas.microsoft.com/office/drawing/2014/main" id="{98716269-E7D8-75F3-F7FA-05E931718829}"/>
                </a:ext>
              </a:extLst>
            </p:cNvPr>
            <p:cNvSpPr/>
            <p:nvPr/>
          </p:nvSpPr>
          <p:spPr>
            <a:xfrm>
              <a:off x="4616427"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bg2"/>
                </a:solidFill>
              </a:endParaRPr>
            </a:p>
          </p:txBody>
        </p:sp>
        <p:sp>
          <p:nvSpPr>
            <p:cNvPr id="38" name="Freeform 37">
              <a:extLst>
                <a:ext uri="{FF2B5EF4-FFF2-40B4-BE49-F238E27FC236}">
                  <a16:creationId xmlns:a16="http://schemas.microsoft.com/office/drawing/2014/main" id="{090CDD92-D99B-6C77-3027-E5033F907A5F}"/>
                </a:ext>
              </a:extLst>
            </p:cNvPr>
            <p:cNvSpPr/>
            <p:nvPr/>
          </p:nvSpPr>
          <p:spPr>
            <a:xfrm>
              <a:off x="4663804" y="6003670"/>
              <a:ext cx="35967" cy="98170"/>
            </a:xfrm>
            <a:custGeom>
              <a:avLst/>
              <a:gdLst>
                <a:gd name="connsiteX0" fmla="*/ 8297 w 35967"/>
                <a:gd name="connsiteY0" fmla="*/ 39919 h 98170"/>
                <a:gd name="connsiteX1" fmla="*/ 0 w 35967"/>
                <a:gd name="connsiteY1" fmla="*/ 39919 h 98170"/>
                <a:gd name="connsiteX2" fmla="*/ 0 w 35967"/>
                <a:gd name="connsiteY2" fmla="*/ 28091 h 98170"/>
                <a:gd name="connsiteX3" fmla="*/ 8297 w 35967"/>
                <a:gd name="connsiteY3" fmla="*/ 28091 h 98170"/>
                <a:gd name="connsiteX4" fmla="*/ 8297 w 35967"/>
                <a:gd name="connsiteY4" fmla="*/ 23138 h 98170"/>
                <a:gd name="connsiteX5" fmla="*/ 34930 w 35967"/>
                <a:gd name="connsiteY5" fmla="*/ 0 h 98170"/>
                <a:gd name="connsiteX6" fmla="*/ 34930 w 35967"/>
                <a:gd name="connsiteY6" fmla="*/ 12087 h 98170"/>
                <a:gd name="connsiteX7" fmla="*/ 22966 w 35967"/>
                <a:gd name="connsiteY7" fmla="*/ 23138 h 98170"/>
                <a:gd name="connsiteX8" fmla="*/ 22966 w 35967"/>
                <a:gd name="connsiteY8" fmla="*/ 28091 h 98170"/>
                <a:gd name="connsiteX9" fmla="*/ 35967 w 35967"/>
                <a:gd name="connsiteY9" fmla="*/ 28091 h 98170"/>
                <a:gd name="connsiteX10" fmla="*/ 35967 w 35967"/>
                <a:gd name="connsiteY10" fmla="*/ 39919 h 98170"/>
                <a:gd name="connsiteX11" fmla="*/ 22966 w 35967"/>
                <a:gd name="connsiteY11" fmla="*/ 39919 h 98170"/>
                <a:gd name="connsiteX12" fmla="*/ 22966 w 35967"/>
                <a:gd name="connsiteY12" fmla="*/ 98171 h 98170"/>
                <a:gd name="connsiteX13" fmla="*/ 8297 w 35967"/>
                <a:gd name="connsiteY13" fmla="*/ 98171 h 98170"/>
                <a:gd name="connsiteX14" fmla="*/ 8297 w 35967"/>
                <a:gd name="connsiteY14" fmla="*/ 39919 h 9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67" h="98170">
                  <a:moveTo>
                    <a:pt x="8297" y="39919"/>
                  </a:moveTo>
                  <a:lnTo>
                    <a:pt x="0" y="39919"/>
                  </a:lnTo>
                  <a:lnTo>
                    <a:pt x="0" y="28091"/>
                  </a:lnTo>
                  <a:lnTo>
                    <a:pt x="8297" y="28091"/>
                  </a:lnTo>
                  <a:lnTo>
                    <a:pt x="8297" y="23138"/>
                  </a:lnTo>
                  <a:cubicBezTo>
                    <a:pt x="8297" y="6986"/>
                    <a:pt x="16595" y="0"/>
                    <a:pt x="34930" y="0"/>
                  </a:cubicBezTo>
                  <a:lnTo>
                    <a:pt x="34930" y="12087"/>
                  </a:lnTo>
                  <a:cubicBezTo>
                    <a:pt x="26003" y="12087"/>
                    <a:pt x="22966" y="15154"/>
                    <a:pt x="22966" y="23138"/>
                  </a:cubicBezTo>
                  <a:lnTo>
                    <a:pt x="22966" y="28091"/>
                  </a:lnTo>
                  <a:lnTo>
                    <a:pt x="35967" y="28091"/>
                  </a:lnTo>
                  <a:lnTo>
                    <a:pt x="35967" y="39919"/>
                  </a:lnTo>
                  <a:lnTo>
                    <a:pt x="22966" y="39919"/>
                  </a:lnTo>
                  <a:lnTo>
                    <a:pt x="22966" y="98171"/>
                  </a:lnTo>
                  <a:lnTo>
                    <a:pt x="8297" y="98171"/>
                  </a:lnTo>
                  <a:lnTo>
                    <a:pt x="8297" y="39919"/>
                  </a:lnTo>
                  <a:close/>
                </a:path>
              </a:pathLst>
            </a:custGeom>
            <a:grpFill/>
            <a:ln w="3692" cap="flat">
              <a:noFill/>
              <a:prstDash val="solid"/>
              <a:miter/>
            </a:ln>
          </p:spPr>
          <p:txBody>
            <a:bodyPr rtlCol="0" anchor="ctr"/>
            <a:lstStyle/>
            <a:p>
              <a:endParaRPr lang="en-US">
                <a:solidFill>
                  <a:schemeClr val="bg2"/>
                </a:solidFill>
              </a:endParaRPr>
            </a:p>
          </p:txBody>
        </p:sp>
        <p:sp>
          <p:nvSpPr>
            <p:cNvPr id="39" name="Freeform 38">
              <a:extLst>
                <a:ext uri="{FF2B5EF4-FFF2-40B4-BE49-F238E27FC236}">
                  <a16:creationId xmlns:a16="http://schemas.microsoft.com/office/drawing/2014/main" id="{0D44304C-7640-4075-7673-7D8A61006A5B}"/>
                </a:ext>
              </a:extLst>
            </p:cNvPr>
            <p:cNvSpPr/>
            <p:nvPr/>
          </p:nvSpPr>
          <p:spPr>
            <a:xfrm>
              <a:off x="4704364" y="6030615"/>
              <a:ext cx="71638" cy="72371"/>
            </a:xfrm>
            <a:custGeom>
              <a:avLst/>
              <a:gdLst>
                <a:gd name="connsiteX0" fmla="*/ 35190 w 71638"/>
                <a:gd name="connsiteY0" fmla="*/ 72372 h 72371"/>
                <a:gd name="connsiteX1" fmla="*/ 0 w 71638"/>
                <a:gd name="connsiteY1" fmla="*/ 36112 h 72371"/>
                <a:gd name="connsiteX2" fmla="*/ 35819 w 71638"/>
                <a:gd name="connsiteY2" fmla="*/ 0 h 72371"/>
                <a:gd name="connsiteX3" fmla="*/ 71639 w 71638"/>
                <a:gd name="connsiteY3" fmla="*/ 36112 h 72371"/>
                <a:gd name="connsiteX4" fmla="*/ 35190 w 71638"/>
                <a:gd name="connsiteY4" fmla="*/ 72372 h 72371"/>
                <a:gd name="connsiteX5" fmla="*/ 35190 w 71638"/>
                <a:gd name="connsiteY5" fmla="*/ 59767 h 72371"/>
                <a:gd name="connsiteX6" fmla="*/ 56711 w 71638"/>
                <a:gd name="connsiteY6" fmla="*/ 36112 h 72371"/>
                <a:gd name="connsiteX7" fmla="*/ 35560 w 71638"/>
                <a:gd name="connsiteY7" fmla="*/ 12567 h 72371"/>
                <a:gd name="connsiteX8" fmla="*/ 14780 w 71638"/>
                <a:gd name="connsiteY8" fmla="*/ 36112 h 72371"/>
                <a:gd name="connsiteX9" fmla="*/ 35190 w 71638"/>
                <a:gd name="connsiteY9" fmla="*/ 59767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638" h="72371">
                  <a:moveTo>
                    <a:pt x="35190" y="72372"/>
                  </a:moveTo>
                  <a:cubicBezTo>
                    <a:pt x="15187" y="72372"/>
                    <a:pt x="0" y="58141"/>
                    <a:pt x="0" y="36112"/>
                  </a:cubicBezTo>
                  <a:cubicBezTo>
                    <a:pt x="0" y="14083"/>
                    <a:pt x="15817" y="0"/>
                    <a:pt x="35819" y="0"/>
                  </a:cubicBezTo>
                  <a:cubicBezTo>
                    <a:pt x="55822" y="0"/>
                    <a:pt x="71639" y="14119"/>
                    <a:pt x="71639" y="36112"/>
                  </a:cubicBezTo>
                  <a:cubicBezTo>
                    <a:pt x="71639" y="58104"/>
                    <a:pt x="55340" y="72372"/>
                    <a:pt x="35190" y="72372"/>
                  </a:cubicBezTo>
                  <a:close/>
                  <a:moveTo>
                    <a:pt x="35190" y="59767"/>
                  </a:moveTo>
                  <a:cubicBezTo>
                    <a:pt x="46006" y="59767"/>
                    <a:pt x="56711" y="52006"/>
                    <a:pt x="56711" y="36112"/>
                  </a:cubicBezTo>
                  <a:cubicBezTo>
                    <a:pt x="56711" y="20218"/>
                    <a:pt x="46376" y="12567"/>
                    <a:pt x="35560" y="12567"/>
                  </a:cubicBezTo>
                  <a:cubicBezTo>
                    <a:pt x="24744" y="12567"/>
                    <a:pt x="14780" y="20181"/>
                    <a:pt x="14780" y="36112"/>
                  </a:cubicBezTo>
                  <a:cubicBezTo>
                    <a:pt x="14780" y="52042"/>
                    <a:pt x="24225" y="59767"/>
                    <a:pt x="35190" y="59767"/>
                  </a:cubicBezTo>
                  <a:close/>
                </a:path>
              </a:pathLst>
            </a:custGeom>
            <a:grpFill/>
            <a:ln w="3692" cap="flat">
              <a:noFill/>
              <a:prstDash val="solid"/>
              <a:miter/>
            </a:ln>
          </p:spPr>
          <p:txBody>
            <a:bodyPr rtlCol="0" anchor="ctr"/>
            <a:lstStyle/>
            <a:p>
              <a:endParaRPr lang="en-US">
                <a:solidFill>
                  <a:schemeClr val="bg2"/>
                </a:solidFill>
              </a:endParaRPr>
            </a:p>
          </p:txBody>
        </p:sp>
        <p:sp>
          <p:nvSpPr>
            <p:cNvPr id="40" name="Freeform 39">
              <a:extLst>
                <a:ext uri="{FF2B5EF4-FFF2-40B4-BE49-F238E27FC236}">
                  <a16:creationId xmlns:a16="http://schemas.microsoft.com/office/drawing/2014/main" id="{0D6C49DA-6FC2-24D3-E026-4E379A608592}"/>
                </a:ext>
              </a:extLst>
            </p:cNvPr>
            <p:cNvSpPr/>
            <p:nvPr/>
          </p:nvSpPr>
          <p:spPr>
            <a:xfrm>
              <a:off x="4786560" y="6030615"/>
              <a:ext cx="35560" cy="71225"/>
            </a:xfrm>
            <a:custGeom>
              <a:avLst/>
              <a:gdLst>
                <a:gd name="connsiteX0" fmla="*/ 14520 w 35560"/>
                <a:gd name="connsiteY0" fmla="*/ 71226 h 71225"/>
                <a:gd name="connsiteX1" fmla="*/ 0 w 35560"/>
                <a:gd name="connsiteY1" fmla="*/ 71226 h 71225"/>
                <a:gd name="connsiteX2" fmla="*/ 0 w 35560"/>
                <a:gd name="connsiteY2" fmla="*/ 1146 h 71225"/>
                <a:gd name="connsiteX3" fmla="*/ 14520 w 35560"/>
                <a:gd name="connsiteY3" fmla="*/ 1146 h 71225"/>
                <a:gd name="connsiteX4" fmla="*/ 14520 w 35560"/>
                <a:gd name="connsiteY4" fmla="*/ 11310 h 71225"/>
                <a:gd name="connsiteX5" fmla="*/ 35560 w 35560"/>
                <a:gd name="connsiteY5" fmla="*/ 0 h 71225"/>
                <a:gd name="connsiteX6" fmla="*/ 35560 w 35560"/>
                <a:gd name="connsiteY6" fmla="*/ 15007 h 71225"/>
                <a:gd name="connsiteX7" fmla="*/ 31856 w 35560"/>
                <a:gd name="connsiteY7" fmla="*/ 15007 h 71225"/>
                <a:gd name="connsiteX8" fmla="*/ 14520 w 35560"/>
                <a:gd name="connsiteY8" fmla="*/ 34338 h 71225"/>
                <a:gd name="connsiteX9" fmla="*/ 14520 w 35560"/>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bg2"/>
                </a:solidFill>
              </a:endParaRPr>
            </a:p>
          </p:txBody>
        </p:sp>
        <p:sp>
          <p:nvSpPr>
            <p:cNvPr id="41" name="Freeform 40">
              <a:extLst>
                <a:ext uri="{FF2B5EF4-FFF2-40B4-BE49-F238E27FC236}">
                  <a16:creationId xmlns:a16="http://schemas.microsoft.com/office/drawing/2014/main" id="{05A5B113-35D1-53BE-554B-B41D7AD5F357}"/>
                </a:ext>
              </a:extLst>
            </p:cNvPr>
            <p:cNvSpPr/>
            <p:nvPr/>
          </p:nvSpPr>
          <p:spPr>
            <a:xfrm>
              <a:off x="4832602" y="6030615"/>
              <a:ext cx="113939" cy="71225"/>
            </a:xfrm>
            <a:custGeom>
              <a:avLst/>
              <a:gdLst>
                <a:gd name="connsiteX0" fmla="*/ 99531 w 113939"/>
                <a:gd name="connsiteY0" fmla="*/ 32046 h 71225"/>
                <a:gd name="connsiteX1" fmla="*/ 81936 w 113939"/>
                <a:gd name="connsiteY1" fmla="*/ 12604 h 71225"/>
                <a:gd name="connsiteX2" fmla="*/ 64230 w 113939"/>
                <a:gd name="connsiteY2" fmla="*/ 32046 h 71225"/>
                <a:gd name="connsiteX3" fmla="*/ 64230 w 113939"/>
                <a:gd name="connsiteY3" fmla="*/ 71226 h 71225"/>
                <a:gd name="connsiteX4" fmla="*/ 49821 w 113939"/>
                <a:gd name="connsiteY4" fmla="*/ 71226 h 71225"/>
                <a:gd name="connsiteX5" fmla="*/ 49821 w 113939"/>
                <a:gd name="connsiteY5" fmla="*/ 32046 h 71225"/>
                <a:gd name="connsiteX6" fmla="*/ 32226 w 113939"/>
                <a:gd name="connsiteY6" fmla="*/ 12604 h 71225"/>
                <a:gd name="connsiteX7" fmla="*/ 14520 w 113939"/>
                <a:gd name="connsiteY7" fmla="*/ 32046 h 71225"/>
                <a:gd name="connsiteX8" fmla="*/ 14520 w 113939"/>
                <a:gd name="connsiteY8" fmla="*/ 71226 h 71225"/>
                <a:gd name="connsiteX9" fmla="*/ 0 w 113939"/>
                <a:gd name="connsiteY9" fmla="*/ 71226 h 71225"/>
                <a:gd name="connsiteX10" fmla="*/ 0 w 113939"/>
                <a:gd name="connsiteY10" fmla="*/ 1146 h 71225"/>
                <a:gd name="connsiteX11" fmla="*/ 14520 w 113939"/>
                <a:gd name="connsiteY11" fmla="*/ 1146 h 71225"/>
                <a:gd name="connsiteX12" fmla="*/ 14520 w 113939"/>
                <a:gd name="connsiteY12" fmla="*/ 9167 h 71225"/>
                <a:gd name="connsiteX13" fmla="*/ 35301 w 113939"/>
                <a:gd name="connsiteY13" fmla="*/ 0 h 71225"/>
                <a:gd name="connsiteX14" fmla="*/ 60526 w 113939"/>
                <a:gd name="connsiteY14" fmla="*/ 13861 h 71225"/>
                <a:gd name="connsiteX15" fmla="*/ 85010 w 113939"/>
                <a:gd name="connsiteY15" fmla="*/ 0 h 71225"/>
                <a:gd name="connsiteX16" fmla="*/ 113940 w 113939"/>
                <a:gd name="connsiteY16" fmla="*/ 29902 h 71225"/>
                <a:gd name="connsiteX17" fmla="*/ 113940 w 113939"/>
                <a:gd name="connsiteY17" fmla="*/ 71226 h 71225"/>
                <a:gd name="connsiteX18" fmla="*/ 99531 w 113939"/>
                <a:gd name="connsiteY18" fmla="*/ 71226 h 71225"/>
                <a:gd name="connsiteX19" fmla="*/ 99531 w 113939"/>
                <a:gd name="connsiteY19" fmla="*/ 3204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939" h="71225">
                  <a:moveTo>
                    <a:pt x="99531" y="32046"/>
                  </a:moveTo>
                  <a:cubicBezTo>
                    <a:pt x="99531" y="19183"/>
                    <a:pt x="92530" y="12604"/>
                    <a:pt x="81936" y="12604"/>
                  </a:cubicBezTo>
                  <a:cubicBezTo>
                    <a:pt x="71342" y="12604"/>
                    <a:pt x="64230" y="19220"/>
                    <a:pt x="64230" y="32046"/>
                  </a:cubicBezTo>
                  <a:lnTo>
                    <a:pt x="64230" y="71226"/>
                  </a:lnTo>
                  <a:lnTo>
                    <a:pt x="49821" y="71226"/>
                  </a:lnTo>
                  <a:lnTo>
                    <a:pt x="49821" y="32046"/>
                  </a:lnTo>
                  <a:cubicBezTo>
                    <a:pt x="49821" y="19183"/>
                    <a:pt x="42820" y="12604"/>
                    <a:pt x="32226" y="12604"/>
                  </a:cubicBezTo>
                  <a:cubicBezTo>
                    <a:pt x="21632" y="12604"/>
                    <a:pt x="14520" y="19220"/>
                    <a:pt x="14520" y="32046"/>
                  </a:cubicBezTo>
                  <a:lnTo>
                    <a:pt x="14520" y="71226"/>
                  </a:lnTo>
                  <a:lnTo>
                    <a:pt x="0" y="71226"/>
                  </a:lnTo>
                  <a:lnTo>
                    <a:pt x="0" y="1146"/>
                  </a:lnTo>
                  <a:lnTo>
                    <a:pt x="14520" y="1146"/>
                  </a:lnTo>
                  <a:lnTo>
                    <a:pt x="14520" y="9167"/>
                  </a:lnTo>
                  <a:cubicBezTo>
                    <a:pt x="19224" y="3437"/>
                    <a:pt x="26892" y="0"/>
                    <a:pt x="35301" y="0"/>
                  </a:cubicBezTo>
                  <a:cubicBezTo>
                    <a:pt x="46376" y="0"/>
                    <a:pt x="55673" y="4694"/>
                    <a:pt x="60526" y="13861"/>
                  </a:cubicBezTo>
                  <a:cubicBezTo>
                    <a:pt x="64860" y="5359"/>
                    <a:pt x="74787" y="0"/>
                    <a:pt x="85010" y="0"/>
                  </a:cubicBezTo>
                  <a:cubicBezTo>
                    <a:pt x="101457" y="0"/>
                    <a:pt x="113940" y="10312"/>
                    <a:pt x="113940" y="29902"/>
                  </a:cubicBezTo>
                  <a:lnTo>
                    <a:pt x="113940" y="71226"/>
                  </a:lnTo>
                  <a:lnTo>
                    <a:pt x="99531" y="71226"/>
                  </a:lnTo>
                  <a:lnTo>
                    <a:pt x="99531" y="32046"/>
                  </a:lnTo>
                  <a:close/>
                </a:path>
              </a:pathLst>
            </a:custGeom>
            <a:grpFill/>
            <a:ln w="3692" cap="flat">
              <a:noFill/>
              <a:prstDash val="solid"/>
              <a:miter/>
            </a:ln>
          </p:spPr>
          <p:txBody>
            <a:bodyPr rtlCol="0" anchor="ctr"/>
            <a:lstStyle/>
            <a:p>
              <a:endParaRPr lang="en-US">
                <a:solidFill>
                  <a:schemeClr val="bg2"/>
                </a:solidFill>
              </a:endParaRPr>
            </a:p>
          </p:txBody>
        </p:sp>
      </p:grpSp>
    </p:spTree>
    <p:extLst>
      <p:ext uri="{BB962C8B-B14F-4D97-AF65-F5344CB8AC3E}">
        <p14:creationId xmlns:p14="http://schemas.microsoft.com/office/powerpoint/2010/main" val="19425659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olid (Green Circle Image)">
    <p:bg>
      <p:bgPr>
        <a:solidFill>
          <a:srgbClr val="005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87166-8C02-34CB-79A5-F46042E77BED}"/>
              </a:ext>
            </a:extLst>
          </p:cNvPr>
          <p:cNvSpPr>
            <a:spLocks noGrp="1"/>
          </p:cNvSpPr>
          <p:nvPr>
            <p:ph type="ctrTitle"/>
          </p:nvPr>
        </p:nvSpPr>
        <p:spPr>
          <a:xfrm>
            <a:off x="838200" y="2069025"/>
            <a:ext cx="5803605" cy="2383694"/>
          </a:xfrm>
        </p:spPr>
        <p:txBody>
          <a:bodyPr anchor="b">
            <a:noAutofit/>
          </a:bodyPr>
          <a:lstStyle>
            <a:lvl1pPr algn="l">
              <a:lnSpc>
                <a:spcPts val="4400"/>
              </a:lnSpc>
              <a:defRPr sz="4000" b="0" i="0">
                <a:solidFill>
                  <a:srgbClr val="FEF3D8"/>
                </a:solidFill>
              </a:defRPr>
            </a:lvl1pPr>
          </a:lstStyle>
          <a:p>
            <a:r>
              <a:rPr lang="en-US"/>
              <a:t>Click to edit Master title style</a:t>
            </a:r>
          </a:p>
        </p:txBody>
      </p:sp>
      <p:sp>
        <p:nvSpPr>
          <p:cNvPr id="3" name="Subtitle 2">
            <a:extLst>
              <a:ext uri="{FF2B5EF4-FFF2-40B4-BE49-F238E27FC236}">
                <a16:creationId xmlns:a16="http://schemas.microsoft.com/office/drawing/2014/main" id="{21D7DCB6-F293-6F6A-A043-F9DBCE059902}"/>
              </a:ext>
            </a:extLst>
          </p:cNvPr>
          <p:cNvSpPr>
            <a:spLocks noGrp="1"/>
          </p:cNvSpPr>
          <p:nvPr>
            <p:ph type="subTitle" idx="1"/>
          </p:nvPr>
        </p:nvSpPr>
        <p:spPr>
          <a:xfrm>
            <a:off x="838200" y="4681319"/>
            <a:ext cx="5803606" cy="720024"/>
          </a:xfrm>
        </p:spPr>
        <p:txBody>
          <a:bodyPr>
            <a:noAutofit/>
          </a:bodyPr>
          <a:lstStyle>
            <a:lvl1pPr marL="0" indent="0" algn="l">
              <a:lnSpc>
                <a:spcPts val="2400"/>
              </a:lnSpc>
              <a:buNone/>
              <a:defRPr sz="2000" b="0" i="0">
                <a:solidFill>
                  <a:srgbClr val="FEF8E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7" name="Text Placeholder 16">
            <a:extLst>
              <a:ext uri="{FF2B5EF4-FFF2-40B4-BE49-F238E27FC236}">
                <a16:creationId xmlns:a16="http://schemas.microsoft.com/office/drawing/2014/main" id="{E770CD35-04C2-6CC5-51BB-2793E84BE345}"/>
              </a:ext>
            </a:extLst>
          </p:cNvPr>
          <p:cNvSpPr>
            <a:spLocks noGrp="1"/>
          </p:cNvSpPr>
          <p:nvPr>
            <p:ph type="body" sz="quarter" idx="10"/>
          </p:nvPr>
        </p:nvSpPr>
        <p:spPr>
          <a:xfrm>
            <a:off x="838200" y="5614769"/>
            <a:ext cx="5803605" cy="196529"/>
          </a:xfrm>
        </p:spPr>
        <p:txBody>
          <a:bodyPr wrap="square">
            <a:spAutoFit/>
          </a:bodyPr>
          <a:lstStyle>
            <a:lvl1pPr marL="0" indent="0" algn="l">
              <a:buFontTx/>
              <a:buNone/>
              <a:defRPr b="0" i="0">
                <a:solidFill>
                  <a:srgbClr val="FEF8E8"/>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13" name="Picture Placeholder 12">
            <a:extLst>
              <a:ext uri="{FF2B5EF4-FFF2-40B4-BE49-F238E27FC236}">
                <a16:creationId xmlns:a16="http://schemas.microsoft.com/office/drawing/2014/main" id="{2B5BFA78-544C-140A-F31E-89621D7EC636}"/>
              </a:ext>
            </a:extLst>
          </p:cNvPr>
          <p:cNvSpPr>
            <a:spLocks noGrp="1"/>
          </p:cNvSpPr>
          <p:nvPr>
            <p:ph type="pic" sz="quarter" idx="11"/>
          </p:nvPr>
        </p:nvSpPr>
        <p:spPr>
          <a:xfrm>
            <a:off x="6963388" y="1"/>
            <a:ext cx="5228612" cy="5082363"/>
          </a:xfrm>
          <a:custGeom>
            <a:avLst/>
            <a:gdLst>
              <a:gd name="connsiteX0" fmla="*/ 811264 w 5228612"/>
              <a:gd name="connsiteY0" fmla="*/ 0 h 5082363"/>
              <a:gd name="connsiteX1" fmla="*/ 5228612 w 5228612"/>
              <a:gd name="connsiteY1" fmla="*/ 0 h 5082363"/>
              <a:gd name="connsiteX2" fmla="*/ 5228612 w 5228612"/>
              <a:gd name="connsiteY2" fmla="*/ 4125953 h 5082363"/>
              <a:gd name="connsiteX3" fmla="*/ 5164735 w 5228612"/>
              <a:gd name="connsiteY3" fmla="*/ 4196235 h 5082363"/>
              <a:gd name="connsiteX4" fmla="*/ 3025432 w 5228612"/>
              <a:gd name="connsiteY4" fmla="*/ 5082363 h 5082363"/>
              <a:gd name="connsiteX5" fmla="*/ 0 w 5228612"/>
              <a:gd name="connsiteY5" fmla="*/ 2056931 h 5082363"/>
              <a:gd name="connsiteX6" fmla="*/ 690862 w 5228612"/>
              <a:gd name="connsiteY6" fmla="*/ 132475 h 5082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28612" h="5082363">
                <a:moveTo>
                  <a:pt x="811264" y="0"/>
                </a:moveTo>
                <a:lnTo>
                  <a:pt x="5228612" y="0"/>
                </a:lnTo>
                <a:lnTo>
                  <a:pt x="5228612" y="4125953"/>
                </a:lnTo>
                <a:lnTo>
                  <a:pt x="5164735" y="4196235"/>
                </a:lnTo>
                <a:cubicBezTo>
                  <a:pt x="4617240" y="4743730"/>
                  <a:pt x="3860882" y="5082363"/>
                  <a:pt x="3025432" y="5082363"/>
                </a:cubicBezTo>
                <a:cubicBezTo>
                  <a:pt x="1354532" y="5082363"/>
                  <a:pt x="0" y="3727831"/>
                  <a:pt x="0" y="2056931"/>
                </a:cubicBezTo>
                <a:cubicBezTo>
                  <a:pt x="0" y="1325912"/>
                  <a:pt x="259266" y="655448"/>
                  <a:pt x="690862" y="132475"/>
                </a:cubicBezTo>
                <a:close/>
              </a:path>
            </a:pathLst>
          </a:custGeom>
          <a:noFill/>
        </p:spPr>
        <p:txBody>
          <a:bodyPr wrap="square" tIns="548640" anchor="t" anchorCtr="0">
            <a:noAutofit/>
          </a:bodyPr>
          <a:lstStyle>
            <a:lvl1pPr marL="0" indent="0" algn="ctr">
              <a:buFontTx/>
              <a:buNone/>
              <a:defRPr b="0" i="0">
                <a:solidFill>
                  <a:srgbClr val="FEF8E8"/>
                </a:solidFill>
              </a:defRPr>
            </a:lvl1pPr>
          </a:lstStyle>
          <a:p>
            <a:r>
              <a:rPr lang="en-US"/>
              <a:t>Click icon to add picture</a:t>
            </a:r>
          </a:p>
        </p:txBody>
      </p:sp>
      <p:grpSp>
        <p:nvGrpSpPr>
          <p:cNvPr id="5" name="Group 4">
            <a:extLst>
              <a:ext uri="{FF2B5EF4-FFF2-40B4-BE49-F238E27FC236}">
                <a16:creationId xmlns:a16="http://schemas.microsoft.com/office/drawing/2014/main" id="{68DE879B-F772-F675-5676-D3C7E6268152}"/>
              </a:ext>
            </a:extLst>
          </p:cNvPr>
          <p:cNvGrpSpPr/>
          <p:nvPr userDrawn="1"/>
        </p:nvGrpSpPr>
        <p:grpSpPr>
          <a:xfrm>
            <a:off x="838199" y="782937"/>
            <a:ext cx="2122674" cy="623780"/>
            <a:chOff x="2649665" y="5459914"/>
            <a:chExt cx="2297877" cy="675266"/>
          </a:xfrm>
          <a:solidFill>
            <a:schemeClr val="bg2"/>
          </a:solidFill>
        </p:grpSpPr>
        <p:sp>
          <p:nvSpPr>
            <p:cNvPr id="6" name="Freeform 5">
              <a:extLst>
                <a:ext uri="{FF2B5EF4-FFF2-40B4-BE49-F238E27FC236}">
                  <a16:creationId xmlns:a16="http://schemas.microsoft.com/office/drawing/2014/main" id="{8204C37F-6D02-B25A-4203-FB05D2E81F37}"/>
                </a:ext>
              </a:extLst>
            </p:cNvPr>
            <p:cNvSpPr/>
            <p:nvPr/>
          </p:nvSpPr>
          <p:spPr>
            <a:xfrm>
              <a:off x="3209512" y="5624255"/>
              <a:ext cx="144721" cy="250528"/>
            </a:xfrm>
            <a:custGeom>
              <a:avLst/>
              <a:gdLst>
                <a:gd name="connsiteX0" fmla="*/ 141203 w 144721"/>
                <a:gd name="connsiteY0" fmla="*/ 204511 h 250528"/>
                <a:gd name="connsiteX1" fmla="*/ 144722 w 144721"/>
                <a:gd name="connsiteY1" fmla="*/ 208022 h 250528"/>
                <a:gd name="connsiteX2" fmla="*/ 144722 w 144721"/>
                <a:gd name="connsiteY2" fmla="*/ 247017 h 250528"/>
                <a:gd name="connsiteX3" fmla="*/ 141203 w 144721"/>
                <a:gd name="connsiteY3" fmla="*/ 250528 h 250528"/>
                <a:gd name="connsiteX4" fmla="*/ 3519 w 144721"/>
                <a:gd name="connsiteY4" fmla="*/ 250528 h 250528"/>
                <a:gd name="connsiteX5" fmla="*/ 0 w 144721"/>
                <a:gd name="connsiteY5" fmla="*/ 247017 h 250528"/>
                <a:gd name="connsiteX6" fmla="*/ 0 w 144721"/>
                <a:gd name="connsiteY6" fmla="*/ 3511 h 250528"/>
                <a:gd name="connsiteX7" fmla="*/ 3519 w 144721"/>
                <a:gd name="connsiteY7" fmla="*/ 0 h 250528"/>
                <a:gd name="connsiteX8" fmla="*/ 48599 w 144721"/>
                <a:gd name="connsiteY8" fmla="*/ 0 h 250528"/>
                <a:gd name="connsiteX9" fmla="*/ 52118 w 144721"/>
                <a:gd name="connsiteY9" fmla="*/ 3511 h 250528"/>
                <a:gd name="connsiteX10" fmla="*/ 52118 w 144721"/>
                <a:gd name="connsiteY10" fmla="*/ 200999 h 250528"/>
                <a:gd name="connsiteX11" fmla="*/ 55636 w 144721"/>
                <a:gd name="connsiteY11" fmla="*/ 204511 h 250528"/>
                <a:gd name="connsiteX12" fmla="*/ 141203 w 144721"/>
                <a:gd name="connsiteY12" fmla="*/ 204511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21" h="250528">
                  <a:moveTo>
                    <a:pt x="141203" y="204511"/>
                  </a:moveTo>
                  <a:cubicBezTo>
                    <a:pt x="143536" y="204511"/>
                    <a:pt x="144722" y="205693"/>
                    <a:pt x="144722" y="208022"/>
                  </a:cubicBezTo>
                  <a:lnTo>
                    <a:pt x="144722" y="247017"/>
                  </a:lnTo>
                  <a:cubicBezTo>
                    <a:pt x="144722" y="249345"/>
                    <a:pt x="143536" y="250528"/>
                    <a:pt x="141203" y="250528"/>
                  </a:cubicBezTo>
                  <a:lnTo>
                    <a:pt x="3519" y="250528"/>
                  </a:lnTo>
                  <a:cubicBezTo>
                    <a:pt x="1185" y="250528"/>
                    <a:pt x="0" y="249345"/>
                    <a:pt x="0" y="247017"/>
                  </a:cubicBezTo>
                  <a:lnTo>
                    <a:pt x="0" y="3511"/>
                  </a:lnTo>
                  <a:cubicBezTo>
                    <a:pt x="0" y="1183"/>
                    <a:pt x="1185" y="0"/>
                    <a:pt x="3519" y="0"/>
                  </a:cubicBezTo>
                  <a:lnTo>
                    <a:pt x="48599" y="0"/>
                  </a:lnTo>
                  <a:cubicBezTo>
                    <a:pt x="50932" y="0"/>
                    <a:pt x="52118" y="1183"/>
                    <a:pt x="52118" y="3511"/>
                  </a:cubicBezTo>
                  <a:lnTo>
                    <a:pt x="52118" y="200999"/>
                  </a:lnTo>
                  <a:cubicBezTo>
                    <a:pt x="52118" y="203328"/>
                    <a:pt x="53303" y="204511"/>
                    <a:pt x="55636" y="204511"/>
                  </a:cubicBezTo>
                  <a:lnTo>
                    <a:pt x="141203" y="204511"/>
                  </a:lnTo>
                  <a:close/>
                </a:path>
              </a:pathLst>
            </a:custGeom>
            <a:grpFill/>
            <a:ln w="3692" cap="flat">
              <a:noFill/>
              <a:prstDash val="solid"/>
              <a:miter/>
            </a:ln>
          </p:spPr>
          <p:txBody>
            <a:bodyPr rtlCol="0" anchor="ctr"/>
            <a:lstStyle/>
            <a:p>
              <a:endParaRPr lang="en-US">
                <a:solidFill>
                  <a:schemeClr val="bg2"/>
                </a:solidFill>
              </a:endParaRPr>
            </a:p>
          </p:txBody>
        </p:sp>
        <p:sp>
          <p:nvSpPr>
            <p:cNvPr id="7" name="Freeform 6">
              <a:extLst>
                <a:ext uri="{FF2B5EF4-FFF2-40B4-BE49-F238E27FC236}">
                  <a16:creationId xmlns:a16="http://schemas.microsoft.com/office/drawing/2014/main" id="{209FAD62-8EF5-9042-1A4A-102B140E3B21}"/>
                </a:ext>
              </a:extLst>
            </p:cNvPr>
            <p:cNvSpPr/>
            <p:nvPr/>
          </p:nvSpPr>
          <p:spPr>
            <a:xfrm>
              <a:off x="3418177" y="5624255"/>
              <a:ext cx="255689" cy="250602"/>
            </a:xfrm>
            <a:custGeom>
              <a:avLst/>
              <a:gdLst>
                <a:gd name="connsiteX0" fmla="*/ 113412 w 255689"/>
                <a:gd name="connsiteY0" fmla="*/ 2476 h 250602"/>
                <a:gd name="connsiteX1" fmla="*/ 117635 w 255689"/>
                <a:gd name="connsiteY1" fmla="*/ 0 h 250602"/>
                <a:gd name="connsiteX2" fmla="*/ 138415 w 255689"/>
                <a:gd name="connsiteY2" fmla="*/ 0 h 250602"/>
                <a:gd name="connsiteX3" fmla="*/ 142638 w 255689"/>
                <a:gd name="connsiteY3" fmla="*/ 2476 h 250602"/>
                <a:gd name="connsiteX4" fmla="*/ 255319 w 255689"/>
                <a:gd name="connsiteY4" fmla="*/ 246352 h 250602"/>
                <a:gd name="connsiteX5" fmla="*/ 255689 w 255689"/>
                <a:gd name="connsiteY5" fmla="*/ 248126 h 250602"/>
                <a:gd name="connsiteX6" fmla="*/ 252874 w 255689"/>
                <a:gd name="connsiteY6" fmla="*/ 250602 h 250602"/>
                <a:gd name="connsiteX7" fmla="*/ 202868 w 255689"/>
                <a:gd name="connsiteY7" fmla="*/ 250602 h 250602"/>
                <a:gd name="connsiteX8" fmla="*/ 198645 w 255689"/>
                <a:gd name="connsiteY8" fmla="*/ 248126 h 250602"/>
                <a:gd name="connsiteX9" fmla="*/ 181050 w 255689"/>
                <a:gd name="connsiteY9" fmla="*/ 210166 h 250602"/>
                <a:gd name="connsiteX10" fmla="*/ 177161 w 255689"/>
                <a:gd name="connsiteY10" fmla="*/ 207689 h 250602"/>
                <a:gd name="connsiteX11" fmla="*/ 78556 w 255689"/>
                <a:gd name="connsiteY11" fmla="*/ 207689 h 250602"/>
                <a:gd name="connsiteX12" fmla="*/ 74333 w 255689"/>
                <a:gd name="connsiteY12" fmla="*/ 210166 h 250602"/>
                <a:gd name="connsiteX13" fmla="*/ 56739 w 255689"/>
                <a:gd name="connsiteY13" fmla="*/ 248126 h 250602"/>
                <a:gd name="connsiteX14" fmla="*/ 52849 w 255689"/>
                <a:gd name="connsiteY14" fmla="*/ 250602 h 250602"/>
                <a:gd name="connsiteX15" fmla="*/ 2843 w 255689"/>
                <a:gd name="connsiteY15" fmla="*/ 250602 h 250602"/>
                <a:gd name="connsiteX16" fmla="*/ 361 w 255689"/>
                <a:gd name="connsiteY16" fmla="*/ 249382 h 250602"/>
                <a:gd name="connsiteX17" fmla="*/ 361 w 255689"/>
                <a:gd name="connsiteY17" fmla="*/ 246388 h 250602"/>
                <a:gd name="connsiteX18" fmla="*/ 113412 w 255689"/>
                <a:gd name="connsiteY18" fmla="*/ 2513 h 250602"/>
                <a:gd name="connsiteX19" fmla="*/ 96188 w 255689"/>
                <a:gd name="connsiteY19" fmla="*/ 157421 h 250602"/>
                <a:gd name="connsiteX20" fmla="*/ 95817 w 255689"/>
                <a:gd name="connsiteY20" fmla="*/ 159195 h 250602"/>
                <a:gd name="connsiteX21" fmla="*/ 98633 w 255689"/>
                <a:gd name="connsiteY21" fmla="*/ 161672 h 250602"/>
                <a:gd name="connsiteX22" fmla="*/ 157084 w 255689"/>
                <a:gd name="connsiteY22" fmla="*/ 161672 h 250602"/>
                <a:gd name="connsiteX23" fmla="*/ 159566 w 255689"/>
                <a:gd name="connsiteY23" fmla="*/ 160452 h 250602"/>
                <a:gd name="connsiteX24" fmla="*/ 159566 w 255689"/>
                <a:gd name="connsiteY24" fmla="*/ 157458 h 250602"/>
                <a:gd name="connsiteX25" fmla="*/ 130340 w 255689"/>
                <a:gd name="connsiteY25" fmla="*/ 89633 h 250602"/>
                <a:gd name="connsiteX26" fmla="*/ 127859 w 255689"/>
                <a:gd name="connsiteY26" fmla="*/ 87859 h 250602"/>
                <a:gd name="connsiteX27" fmla="*/ 125377 w 255689"/>
                <a:gd name="connsiteY27" fmla="*/ 89633 h 250602"/>
                <a:gd name="connsiteX28" fmla="*/ 96151 w 255689"/>
                <a:gd name="connsiteY28" fmla="*/ 157458 h 25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5689" h="250602">
                  <a:moveTo>
                    <a:pt x="113412" y="2476"/>
                  </a:moveTo>
                  <a:cubicBezTo>
                    <a:pt x="114116" y="850"/>
                    <a:pt x="115524" y="0"/>
                    <a:pt x="117635" y="0"/>
                  </a:cubicBezTo>
                  <a:lnTo>
                    <a:pt x="138415" y="0"/>
                  </a:lnTo>
                  <a:cubicBezTo>
                    <a:pt x="140527" y="0"/>
                    <a:pt x="141934" y="813"/>
                    <a:pt x="142638" y="2476"/>
                  </a:cubicBezTo>
                  <a:lnTo>
                    <a:pt x="255319" y="246352"/>
                  </a:lnTo>
                  <a:cubicBezTo>
                    <a:pt x="255541" y="246832"/>
                    <a:pt x="255689" y="247423"/>
                    <a:pt x="255689" y="248126"/>
                  </a:cubicBezTo>
                  <a:cubicBezTo>
                    <a:pt x="255689" y="249752"/>
                    <a:pt x="254763" y="250602"/>
                    <a:pt x="252874" y="250602"/>
                  </a:cubicBezTo>
                  <a:lnTo>
                    <a:pt x="202868" y="250602"/>
                  </a:lnTo>
                  <a:cubicBezTo>
                    <a:pt x="200756" y="250602"/>
                    <a:pt x="199349" y="249789"/>
                    <a:pt x="198645" y="248126"/>
                  </a:cubicBezTo>
                  <a:lnTo>
                    <a:pt x="181050" y="210166"/>
                  </a:lnTo>
                  <a:cubicBezTo>
                    <a:pt x="180346" y="208539"/>
                    <a:pt x="179050" y="207689"/>
                    <a:pt x="177161" y="207689"/>
                  </a:cubicBezTo>
                  <a:lnTo>
                    <a:pt x="78556" y="207689"/>
                  </a:lnTo>
                  <a:cubicBezTo>
                    <a:pt x="76445" y="207689"/>
                    <a:pt x="75037" y="208502"/>
                    <a:pt x="74333" y="210166"/>
                  </a:cubicBezTo>
                  <a:lnTo>
                    <a:pt x="56739" y="248126"/>
                  </a:lnTo>
                  <a:cubicBezTo>
                    <a:pt x="56035" y="249752"/>
                    <a:pt x="54738" y="250602"/>
                    <a:pt x="52849" y="250602"/>
                  </a:cubicBezTo>
                  <a:lnTo>
                    <a:pt x="2843" y="250602"/>
                  </a:lnTo>
                  <a:cubicBezTo>
                    <a:pt x="1658" y="250602"/>
                    <a:pt x="843" y="250196"/>
                    <a:pt x="361" y="249382"/>
                  </a:cubicBezTo>
                  <a:cubicBezTo>
                    <a:pt x="-120" y="248569"/>
                    <a:pt x="-120" y="247571"/>
                    <a:pt x="361" y="246388"/>
                  </a:cubicBezTo>
                  <a:lnTo>
                    <a:pt x="113412" y="2513"/>
                  </a:lnTo>
                  <a:close/>
                  <a:moveTo>
                    <a:pt x="96188" y="157421"/>
                  </a:moveTo>
                  <a:cubicBezTo>
                    <a:pt x="95966" y="157902"/>
                    <a:pt x="95817" y="158493"/>
                    <a:pt x="95817" y="159195"/>
                  </a:cubicBezTo>
                  <a:cubicBezTo>
                    <a:pt x="95817" y="160822"/>
                    <a:pt x="96743" y="161672"/>
                    <a:pt x="98633" y="161672"/>
                  </a:cubicBezTo>
                  <a:lnTo>
                    <a:pt x="157084" y="161672"/>
                  </a:lnTo>
                  <a:cubicBezTo>
                    <a:pt x="158270" y="161672"/>
                    <a:pt x="159085" y="161265"/>
                    <a:pt x="159566" y="160452"/>
                  </a:cubicBezTo>
                  <a:cubicBezTo>
                    <a:pt x="160048" y="159639"/>
                    <a:pt x="160048" y="158641"/>
                    <a:pt x="159566" y="157458"/>
                  </a:cubicBezTo>
                  <a:lnTo>
                    <a:pt x="130340" y="89633"/>
                  </a:lnTo>
                  <a:cubicBezTo>
                    <a:pt x="130118" y="88450"/>
                    <a:pt x="129266" y="87859"/>
                    <a:pt x="127859" y="87859"/>
                  </a:cubicBezTo>
                  <a:cubicBezTo>
                    <a:pt x="126932" y="87859"/>
                    <a:pt x="126080" y="88450"/>
                    <a:pt x="125377" y="89633"/>
                  </a:cubicBezTo>
                  <a:lnTo>
                    <a:pt x="96151" y="157458"/>
                  </a:lnTo>
                  <a:close/>
                </a:path>
              </a:pathLst>
            </a:custGeom>
            <a:grpFill/>
            <a:ln w="3692" cap="flat">
              <a:noFill/>
              <a:prstDash val="solid"/>
              <a:miter/>
            </a:ln>
          </p:spPr>
          <p:txBody>
            <a:bodyPr rtlCol="0" anchor="ctr"/>
            <a:lstStyle/>
            <a:p>
              <a:endParaRPr lang="en-US">
                <a:solidFill>
                  <a:schemeClr val="bg2"/>
                </a:solidFill>
              </a:endParaRPr>
            </a:p>
          </p:txBody>
        </p:sp>
        <p:sp>
          <p:nvSpPr>
            <p:cNvPr id="8" name="Freeform 7">
              <a:extLst>
                <a:ext uri="{FF2B5EF4-FFF2-40B4-BE49-F238E27FC236}">
                  <a16:creationId xmlns:a16="http://schemas.microsoft.com/office/drawing/2014/main" id="{519E0EB1-D147-B594-0BFA-A0E5DEE4DC79}"/>
                </a:ext>
              </a:extLst>
            </p:cNvPr>
            <p:cNvSpPr/>
            <p:nvPr/>
          </p:nvSpPr>
          <p:spPr>
            <a:xfrm>
              <a:off x="3736096"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2 w 202839"/>
                <a:gd name="connsiteY3" fmla="*/ 248421 h 250528"/>
                <a:gd name="connsiteX4" fmla="*/ 56377 w 202839"/>
                <a:gd name="connsiteY4" fmla="*/ 105748 h 250528"/>
                <a:gd name="connsiteX5" fmla="*/ 53896 w 202839"/>
                <a:gd name="connsiteY5" fmla="*/ 104344 h 250528"/>
                <a:gd name="connsiteX6" fmla="*/ 52117 w 202839"/>
                <a:gd name="connsiteY6" fmla="*/ 107522 h 250528"/>
                <a:gd name="connsiteX7" fmla="*/ 52117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7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2" y="248421"/>
                  </a:cubicBezTo>
                  <a:lnTo>
                    <a:pt x="56377" y="105748"/>
                  </a:lnTo>
                  <a:cubicBezTo>
                    <a:pt x="55451" y="104824"/>
                    <a:pt x="54599" y="104344"/>
                    <a:pt x="53896" y="104344"/>
                  </a:cubicBezTo>
                  <a:cubicBezTo>
                    <a:pt x="52710" y="104344"/>
                    <a:pt x="52117" y="105416"/>
                    <a:pt x="52117" y="107522"/>
                  </a:cubicBezTo>
                  <a:lnTo>
                    <a:pt x="52117" y="247017"/>
                  </a:lnTo>
                  <a:cubicBezTo>
                    <a:pt x="52117"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7" y="2107"/>
                  </a:cubicBezTo>
                  <a:lnTo>
                    <a:pt x="146463" y="144410"/>
                  </a:lnTo>
                  <a:cubicBezTo>
                    <a:pt x="147166"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bg2"/>
                </a:solidFill>
              </a:endParaRPr>
            </a:p>
          </p:txBody>
        </p:sp>
        <p:sp>
          <p:nvSpPr>
            <p:cNvPr id="9" name="Freeform 8">
              <a:extLst>
                <a:ext uri="{FF2B5EF4-FFF2-40B4-BE49-F238E27FC236}">
                  <a16:creationId xmlns:a16="http://schemas.microsoft.com/office/drawing/2014/main" id="{73908440-CDBE-2C3C-DC3D-4689882E11A2}"/>
                </a:ext>
              </a:extLst>
            </p:cNvPr>
            <p:cNvSpPr/>
            <p:nvPr/>
          </p:nvSpPr>
          <p:spPr>
            <a:xfrm>
              <a:off x="4009389" y="5624255"/>
              <a:ext cx="176058" cy="250528"/>
            </a:xfrm>
            <a:custGeom>
              <a:avLst/>
              <a:gdLst>
                <a:gd name="connsiteX0" fmla="*/ 172540 w 176058"/>
                <a:gd name="connsiteY0" fmla="*/ 0 h 250528"/>
                <a:gd name="connsiteX1" fmla="*/ 176059 w 176058"/>
                <a:gd name="connsiteY1" fmla="*/ 3511 h 250528"/>
                <a:gd name="connsiteX2" fmla="*/ 176059 w 176058"/>
                <a:gd name="connsiteY2" fmla="*/ 42506 h 250528"/>
                <a:gd name="connsiteX3" fmla="*/ 172540 w 176058"/>
                <a:gd name="connsiteY3" fmla="*/ 46018 h 250528"/>
                <a:gd name="connsiteX4" fmla="*/ 117607 w 176058"/>
                <a:gd name="connsiteY4" fmla="*/ 46018 h 250528"/>
                <a:gd name="connsiteX5" fmla="*/ 114088 w 176058"/>
                <a:gd name="connsiteY5" fmla="*/ 49529 h 250528"/>
                <a:gd name="connsiteX6" fmla="*/ 114088 w 176058"/>
                <a:gd name="connsiteY6" fmla="*/ 247017 h 250528"/>
                <a:gd name="connsiteX7" fmla="*/ 110569 w 176058"/>
                <a:gd name="connsiteY7" fmla="*/ 250528 h 250528"/>
                <a:gd name="connsiteX8" fmla="*/ 65860 w 176058"/>
                <a:gd name="connsiteY8" fmla="*/ 250528 h 250528"/>
                <a:gd name="connsiteX9" fmla="*/ 62341 w 176058"/>
                <a:gd name="connsiteY9" fmla="*/ 247017 h 250528"/>
                <a:gd name="connsiteX10" fmla="*/ 62341 w 176058"/>
                <a:gd name="connsiteY10" fmla="*/ 49529 h 250528"/>
                <a:gd name="connsiteX11" fmla="*/ 58822 w 176058"/>
                <a:gd name="connsiteY11" fmla="*/ 46018 h 250528"/>
                <a:gd name="connsiteX12" fmla="*/ 3519 w 176058"/>
                <a:gd name="connsiteY12" fmla="*/ 46018 h 250528"/>
                <a:gd name="connsiteX13" fmla="*/ 0 w 176058"/>
                <a:gd name="connsiteY13" fmla="*/ 42506 h 250528"/>
                <a:gd name="connsiteX14" fmla="*/ 0 w 176058"/>
                <a:gd name="connsiteY14" fmla="*/ 3511 h 250528"/>
                <a:gd name="connsiteX15" fmla="*/ 3519 w 176058"/>
                <a:gd name="connsiteY15" fmla="*/ 0 h 250528"/>
                <a:gd name="connsiteX16" fmla="*/ 172540 w 176058"/>
                <a:gd name="connsiteY16" fmla="*/ 0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058" h="250528">
                  <a:moveTo>
                    <a:pt x="172540" y="0"/>
                  </a:moveTo>
                  <a:cubicBezTo>
                    <a:pt x="174873" y="0"/>
                    <a:pt x="176059" y="1183"/>
                    <a:pt x="176059" y="3511"/>
                  </a:cubicBezTo>
                  <a:lnTo>
                    <a:pt x="176059" y="42506"/>
                  </a:lnTo>
                  <a:cubicBezTo>
                    <a:pt x="176059" y="44835"/>
                    <a:pt x="174873" y="46018"/>
                    <a:pt x="172540" y="46018"/>
                  </a:cubicBezTo>
                  <a:lnTo>
                    <a:pt x="117607" y="46018"/>
                  </a:lnTo>
                  <a:cubicBezTo>
                    <a:pt x="115274" y="46018"/>
                    <a:pt x="114088" y="47200"/>
                    <a:pt x="114088" y="49529"/>
                  </a:cubicBezTo>
                  <a:lnTo>
                    <a:pt x="114088" y="247017"/>
                  </a:lnTo>
                  <a:cubicBezTo>
                    <a:pt x="114088" y="249345"/>
                    <a:pt x="112903" y="250528"/>
                    <a:pt x="110569" y="250528"/>
                  </a:cubicBezTo>
                  <a:lnTo>
                    <a:pt x="65860" y="250528"/>
                  </a:lnTo>
                  <a:cubicBezTo>
                    <a:pt x="63526" y="250528"/>
                    <a:pt x="62341" y="249345"/>
                    <a:pt x="62341" y="247017"/>
                  </a:cubicBezTo>
                  <a:lnTo>
                    <a:pt x="62341" y="49529"/>
                  </a:lnTo>
                  <a:cubicBezTo>
                    <a:pt x="62341" y="47200"/>
                    <a:pt x="61156" y="46018"/>
                    <a:pt x="58822" y="46018"/>
                  </a:cubicBezTo>
                  <a:lnTo>
                    <a:pt x="3519" y="46018"/>
                  </a:lnTo>
                  <a:cubicBezTo>
                    <a:pt x="1185" y="46018"/>
                    <a:pt x="0" y="44835"/>
                    <a:pt x="0" y="42506"/>
                  </a:cubicBezTo>
                  <a:lnTo>
                    <a:pt x="0" y="3511"/>
                  </a:lnTo>
                  <a:cubicBezTo>
                    <a:pt x="0" y="1183"/>
                    <a:pt x="1185" y="0"/>
                    <a:pt x="3519" y="0"/>
                  </a:cubicBezTo>
                  <a:lnTo>
                    <a:pt x="172540" y="0"/>
                  </a:lnTo>
                  <a:close/>
                </a:path>
              </a:pathLst>
            </a:custGeom>
            <a:grpFill/>
            <a:ln w="3692" cap="flat">
              <a:noFill/>
              <a:prstDash val="solid"/>
              <a:miter/>
            </a:ln>
          </p:spPr>
          <p:txBody>
            <a:bodyPr rtlCol="0" anchor="ctr"/>
            <a:lstStyle/>
            <a:p>
              <a:endParaRPr lang="en-US">
                <a:solidFill>
                  <a:schemeClr val="bg2"/>
                </a:solidFill>
              </a:endParaRPr>
            </a:p>
          </p:txBody>
        </p:sp>
        <p:sp>
          <p:nvSpPr>
            <p:cNvPr id="10" name="Freeform 9">
              <a:extLst>
                <a:ext uri="{FF2B5EF4-FFF2-40B4-BE49-F238E27FC236}">
                  <a16:creationId xmlns:a16="http://schemas.microsoft.com/office/drawing/2014/main" id="{196A8C8F-67E7-F4F6-C15D-5385703D0023}"/>
                </a:ext>
              </a:extLst>
            </p:cNvPr>
            <p:cNvSpPr/>
            <p:nvPr/>
          </p:nvSpPr>
          <p:spPr>
            <a:xfrm>
              <a:off x="4251012" y="5624255"/>
              <a:ext cx="156352" cy="250528"/>
            </a:xfrm>
            <a:custGeom>
              <a:avLst/>
              <a:gdLst>
                <a:gd name="connsiteX0" fmla="*/ 152834 w 156352"/>
                <a:gd name="connsiteY0" fmla="*/ 204511 h 250528"/>
                <a:gd name="connsiteX1" fmla="*/ 156353 w 156352"/>
                <a:gd name="connsiteY1" fmla="*/ 208022 h 250528"/>
                <a:gd name="connsiteX2" fmla="*/ 156353 w 156352"/>
                <a:gd name="connsiteY2" fmla="*/ 247017 h 250528"/>
                <a:gd name="connsiteX3" fmla="*/ 152834 w 156352"/>
                <a:gd name="connsiteY3" fmla="*/ 250528 h 250528"/>
                <a:gd name="connsiteX4" fmla="*/ 3519 w 156352"/>
                <a:gd name="connsiteY4" fmla="*/ 250528 h 250528"/>
                <a:gd name="connsiteX5" fmla="*/ 0 w 156352"/>
                <a:gd name="connsiteY5" fmla="*/ 247017 h 250528"/>
                <a:gd name="connsiteX6" fmla="*/ 0 w 156352"/>
                <a:gd name="connsiteY6" fmla="*/ 3511 h 250528"/>
                <a:gd name="connsiteX7" fmla="*/ 3519 w 156352"/>
                <a:gd name="connsiteY7" fmla="*/ 0 h 250528"/>
                <a:gd name="connsiteX8" fmla="*/ 149315 w 156352"/>
                <a:gd name="connsiteY8" fmla="*/ 0 h 250528"/>
                <a:gd name="connsiteX9" fmla="*/ 152834 w 156352"/>
                <a:gd name="connsiteY9" fmla="*/ 3511 h 250528"/>
                <a:gd name="connsiteX10" fmla="*/ 152834 w 156352"/>
                <a:gd name="connsiteY10" fmla="*/ 42506 h 250528"/>
                <a:gd name="connsiteX11" fmla="*/ 149315 w 156352"/>
                <a:gd name="connsiteY11" fmla="*/ 46018 h 250528"/>
                <a:gd name="connsiteX12" fmla="*/ 55636 w 156352"/>
                <a:gd name="connsiteY12" fmla="*/ 46018 h 250528"/>
                <a:gd name="connsiteX13" fmla="*/ 52118 w 156352"/>
                <a:gd name="connsiteY13" fmla="*/ 49529 h 250528"/>
                <a:gd name="connsiteX14" fmla="*/ 52118 w 156352"/>
                <a:gd name="connsiteY14" fmla="*/ 100832 h 250528"/>
                <a:gd name="connsiteX15" fmla="*/ 55636 w 156352"/>
                <a:gd name="connsiteY15" fmla="*/ 104344 h 250528"/>
                <a:gd name="connsiteX16" fmla="*/ 122904 w 156352"/>
                <a:gd name="connsiteY16" fmla="*/ 104344 h 250528"/>
                <a:gd name="connsiteX17" fmla="*/ 126423 w 156352"/>
                <a:gd name="connsiteY17" fmla="*/ 107855 h 250528"/>
                <a:gd name="connsiteX18" fmla="*/ 126423 w 156352"/>
                <a:gd name="connsiteY18" fmla="*/ 146850 h 250528"/>
                <a:gd name="connsiteX19" fmla="*/ 122904 w 156352"/>
                <a:gd name="connsiteY19" fmla="*/ 150361 h 250528"/>
                <a:gd name="connsiteX20" fmla="*/ 55636 w 156352"/>
                <a:gd name="connsiteY20" fmla="*/ 150361 h 250528"/>
                <a:gd name="connsiteX21" fmla="*/ 52118 w 156352"/>
                <a:gd name="connsiteY21" fmla="*/ 153873 h 250528"/>
                <a:gd name="connsiteX22" fmla="*/ 52118 w 156352"/>
                <a:gd name="connsiteY22" fmla="*/ 200962 h 250528"/>
                <a:gd name="connsiteX23" fmla="*/ 55636 w 156352"/>
                <a:gd name="connsiteY23" fmla="*/ 204474 h 250528"/>
                <a:gd name="connsiteX24" fmla="*/ 152834 w 156352"/>
                <a:gd name="connsiteY24" fmla="*/ 204474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52" h="250528">
                  <a:moveTo>
                    <a:pt x="152834" y="204511"/>
                  </a:moveTo>
                  <a:cubicBezTo>
                    <a:pt x="155167" y="204511"/>
                    <a:pt x="156353" y="205693"/>
                    <a:pt x="156353" y="208022"/>
                  </a:cubicBezTo>
                  <a:lnTo>
                    <a:pt x="156353" y="247017"/>
                  </a:lnTo>
                  <a:cubicBezTo>
                    <a:pt x="156353" y="249345"/>
                    <a:pt x="155167" y="250528"/>
                    <a:pt x="152834" y="250528"/>
                  </a:cubicBezTo>
                  <a:lnTo>
                    <a:pt x="3519" y="250528"/>
                  </a:lnTo>
                  <a:cubicBezTo>
                    <a:pt x="1185" y="250528"/>
                    <a:pt x="0" y="249345"/>
                    <a:pt x="0" y="247017"/>
                  </a:cubicBezTo>
                  <a:lnTo>
                    <a:pt x="0" y="3511"/>
                  </a:lnTo>
                  <a:cubicBezTo>
                    <a:pt x="0" y="1183"/>
                    <a:pt x="1185" y="0"/>
                    <a:pt x="3519" y="0"/>
                  </a:cubicBezTo>
                  <a:lnTo>
                    <a:pt x="149315" y="0"/>
                  </a:lnTo>
                  <a:cubicBezTo>
                    <a:pt x="151649" y="0"/>
                    <a:pt x="152834" y="1183"/>
                    <a:pt x="152834" y="3511"/>
                  </a:cubicBezTo>
                  <a:lnTo>
                    <a:pt x="152834" y="42506"/>
                  </a:lnTo>
                  <a:cubicBezTo>
                    <a:pt x="152834" y="44835"/>
                    <a:pt x="151649" y="46018"/>
                    <a:pt x="149315" y="46018"/>
                  </a:cubicBezTo>
                  <a:lnTo>
                    <a:pt x="55636" y="46018"/>
                  </a:lnTo>
                  <a:cubicBezTo>
                    <a:pt x="53303" y="46018"/>
                    <a:pt x="52118" y="47200"/>
                    <a:pt x="52118" y="49529"/>
                  </a:cubicBezTo>
                  <a:lnTo>
                    <a:pt x="52118" y="100832"/>
                  </a:lnTo>
                  <a:cubicBezTo>
                    <a:pt x="52118" y="103161"/>
                    <a:pt x="53303" y="104344"/>
                    <a:pt x="55636" y="104344"/>
                  </a:cubicBezTo>
                  <a:lnTo>
                    <a:pt x="122904" y="104344"/>
                  </a:lnTo>
                  <a:cubicBezTo>
                    <a:pt x="125238" y="104344"/>
                    <a:pt x="126423" y="105526"/>
                    <a:pt x="126423" y="107855"/>
                  </a:cubicBezTo>
                  <a:lnTo>
                    <a:pt x="126423" y="146850"/>
                  </a:lnTo>
                  <a:cubicBezTo>
                    <a:pt x="126423" y="149178"/>
                    <a:pt x="125238" y="150361"/>
                    <a:pt x="122904" y="150361"/>
                  </a:cubicBezTo>
                  <a:lnTo>
                    <a:pt x="55636" y="150361"/>
                  </a:lnTo>
                  <a:cubicBezTo>
                    <a:pt x="53303" y="150361"/>
                    <a:pt x="52118" y="151544"/>
                    <a:pt x="52118" y="153873"/>
                  </a:cubicBezTo>
                  <a:lnTo>
                    <a:pt x="52118" y="200962"/>
                  </a:lnTo>
                  <a:cubicBezTo>
                    <a:pt x="52118" y="203291"/>
                    <a:pt x="53303" y="204474"/>
                    <a:pt x="55636" y="204474"/>
                  </a:cubicBezTo>
                  <a:lnTo>
                    <a:pt x="152834" y="204474"/>
                  </a:lnTo>
                  <a:close/>
                </a:path>
              </a:pathLst>
            </a:custGeom>
            <a:grpFill/>
            <a:ln w="3692" cap="flat">
              <a:noFill/>
              <a:prstDash val="solid"/>
              <a:miter/>
            </a:ln>
          </p:spPr>
          <p:txBody>
            <a:bodyPr rtlCol="0" anchor="ctr"/>
            <a:lstStyle/>
            <a:p>
              <a:endParaRPr lang="en-US">
                <a:solidFill>
                  <a:schemeClr val="bg2"/>
                </a:solidFill>
              </a:endParaRPr>
            </a:p>
          </p:txBody>
        </p:sp>
        <p:sp>
          <p:nvSpPr>
            <p:cNvPr id="11" name="Freeform 10">
              <a:extLst>
                <a:ext uri="{FF2B5EF4-FFF2-40B4-BE49-F238E27FC236}">
                  <a16:creationId xmlns:a16="http://schemas.microsoft.com/office/drawing/2014/main" id="{72ECE560-79AB-AB9E-AD75-F9309C8E5C62}"/>
                </a:ext>
              </a:extLst>
            </p:cNvPr>
            <p:cNvSpPr/>
            <p:nvPr/>
          </p:nvSpPr>
          <p:spPr>
            <a:xfrm>
              <a:off x="4479596" y="5624255"/>
              <a:ext cx="196839" cy="250565"/>
            </a:xfrm>
            <a:custGeom>
              <a:avLst/>
              <a:gdLst>
                <a:gd name="connsiteX0" fmla="*/ 3519 w 196839"/>
                <a:gd name="connsiteY0" fmla="*/ 250528 h 250565"/>
                <a:gd name="connsiteX1" fmla="*/ 0 w 196839"/>
                <a:gd name="connsiteY1" fmla="*/ 247017 h 250565"/>
                <a:gd name="connsiteX2" fmla="*/ 0 w 196839"/>
                <a:gd name="connsiteY2" fmla="*/ 3511 h 250565"/>
                <a:gd name="connsiteX3" fmla="*/ 3519 w 196839"/>
                <a:gd name="connsiteY3" fmla="*/ 0 h 250565"/>
                <a:gd name="connsiteX4" fmla="*/ 106717 w 196839"/>
                <a:gd name="connsiteY4" fmla="*/ 0 h 250565"/>
                <a:gd name="connsiteX5" fmla="*/ 152315 w 196839"/>
                <a:gd name="connsiteY5" fmla="*/ 11052 h 250565"/>
                <a:gd name="connsiteX6" fmla="*/ 184875 w 196839"/>
                <a:gd name="connsiteY6" fmla="*/ 41989 h 250565"/>
                <a:gd name="connsiteX7" fmla="*/ 196839 w 196839"/>
                <a:gd name="connsiteY7" fmla="*/ 86787 h 250565"/>
                <a:gd name="connsiteX8" fmla="*/ 185394 w 196839"/>
                <a:gd name="connsiteY8" fmla="*/ 130365 h 250565"/>
                <a:gd name="connsiteX9" fmla="*/ 153167 w 196839"/>
                <a:gd name="connsiteY9" fmla="*/ 161635 h 250565"/>
                <a:gd name="connsiteX10" fmla="*/ 151575 w 196839"/>
                <a:gd name="connsiteY10" fmla="*/ 163557 h 250565"/>
                <a:gd name="connsiteX11" fmla="*/ 152093 w 196839"/>
                <a:gd name="connsiteY11" fmla="*/ 166551 h 250565"/>
                <a:gd name="connsiteX12" fmla="*/ 194691 w 196839"/>
                <a:gd name="connsiteY12" fmla="*/ 246315 h 250565"/>
                <a:gd name="connsiteX13" fmla="*/ 195395 w 196839"/>
                <a:gd name="connsiteY13" fmla="*/ 248089 h 250565"/>
                <a:gd name="connsiteX14" fmla="*/ 194506 w 196839"/>
                <a:gd name="connsiteY14" fmla="*/ 249863 h 250565"/>
                <a:gd name="connsiteX15" fmla="*/ 192209 w 196839"/>
                <a:gd name="connsiteY15" fmla="*/ 250565 h 250565"/>
                <a:gd name="connsiteX16" fmla="*/ 143610 w 196839"/>
                <a:gd name="connsiteY16" fmla="*/ 250565 h 250565"/>
                <a:gd name="connsiteX17" fmla="*/ 139388 w 196839"/>
                <a:gd name="connsiteY17" fmla="*/ 248089 h 250565"/>
                <a:gd name="connsiteX18" fmla="*/ 102420 w 196839"/>
                <a:gd name="connsiteY18" fmla="*/ 176050 h 250565"/>
                <a:gd name="connsiteX19" fmla="*/ 98197 w 196839"/>
                <a:gd name="connsiteY19" fmla="*/ 173573 h 250565"/>
                <a:gd name="connsiteX20" fmla="*/ 55600 w 196839"/>
                <a:gd name="connsiteY20" fmla="*/ 173573 h 250565"/>
                <a:gd name="connsiteX21" fmla="*/ 52081 w 196839"/>
                <a:gd name="connsiteY21" fmla="*/ 177085 h 250565"/>
                <a:gd name="connsiteX22" fmla="*/ 52081 w 196839"/>
                <a:gd name="connsiteY22" fmla="*/ 247017 h 250565"/>
                <a:gd name="connsiteX23" fmla="*/ 48562 w 196839"/>
                <a:gd name="connsiteY23" fmla="*/ 250528 h 250565"/>
                <a:gd name="connsiteX24" fmla="*/ 3482 w 196839"/>
                <a:gd name="connsiteY24" fmla="*/ 250528 h 250565"/>
                <a:gd name="connsiteX25" fmla="*/ 102828 w 196839"/>
                <a:gd name="connsiteY25" fmla="*/ 127556 h 250565"/>
                <a:gd name="connsiteX26" fmla="*/ 123423 w 196839"/>
                <a:gd name="connsiteY26" fmla="*/ 122455 h 250565"/>
                <a:gd name="connsiteX27" fmla="*/ 139091 w 196839"/>
                <a:gd name="connsiteY27" fmla="*/ 108225 h 250565"/>
                <a:gd name="connsiteX28" fmla="*/ 145092 w 196839"/>
                <a:gd name="connsiteY28" fmla="*/ 86787 h 250565"/>
                <a:gd name="connsiteX29" fmla="*/ 132239 w 196839"/>
                <a:gd name="connsiteY29" fmla="*/ 56921 h 250565"/>
                <a:gd name="connsiteX30" fmla="*/ 101087 w 196839"/>
                <a:gd name="connsiteY30" fmla="*/ 46018 h 250565"/>
                <a:gd name="connsiteX31" fmla="*/ 55674 w 196839"/>
                <a:gd name="connsiteY31" fmla="*/ 46018 h 250565"/>
                <a:gd name="connsiteX32" fmla="*/ 52155 w 196839"/>
                <a:gd name="connsiteY32" fmla="*/ 49529 h 250565"/>
                <a:gd name="connsiteX33" fmla="*/ 52155 w 196839"/>
                <a:gd name="connsiteY33" fmla="*/ 124007 h 250565"/>
                <a:gd name="connsiteX34" fmla="*/ 55674 w 196839"/>
                <a:gd name="connsiteY34" fmla="*/ 127519 h 250565"/>
                <a:gd name="connsiteX35" fmla="*/ 102865 w 196839"/>
                <a:gd name="connsiteY35" fmla="*/ 127519 h 2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6839" h="250565">
                  <a:moveTo>
                    <a:pt x="3519" y="250528"/>
                  </a:moveTo>
                  <a:cubicBezTo>
                    <a:pt x="1185" y="250528"/>
                    <a:pt x="0" y="249345"/>
                    <a:pt x="0" y="247017"/>
                  </a:cubicBezTo>
                  <a:lnTo>
                    <a:pt x="0" y="3511"/>
                  </a:lnTo>
                  <a:cubicBezTo>
                    <a:pt x="0" y="1183"/>
                    <a:pt x="1185" y="0"/>
                    <a:pt x="3519" y="0"/>
                  </a:cubicBezTo>
                  <a:lnTo>
                    <a:pt x="106717" y="0"/>
                  </a:lnTo>
                  <a:cubicBezTo>
                    <a:pt x="123386" y="0"/>
                    <a:pt x="138573" y="3696"/>
                    <a:pt x="152315" y="11052"/>
                  </a:cubicBezTo>
                  <a:cubicBezTo>
                    <a:pt x="166058" y="18444"/>
                    <a:pt x="176911" y="28756"/>
                    <a:pt x="184875" y="41989"/>
                  </a:cubicBezTo>
                  <a:cubicBezTo>
                    <a:pt x="192839" y="55221"/>
                    <a:pt x="196839" y="70154"/>
                    <a:pt x="196839" y="86787"/>
                  </a:cubicBezTo>
                  <a:cubicBezTo>
                    <a:pt x="196839" y="103420"/>
                    <a:pt x="193024" y="117724"/>
                    <a:pt x="185394" y="130365"/>
                  </a:cubicBezTo>
                  <a:cubicBezTo>
                    <a:pt x="177763" y="143006"/>
                    <a:pt x="167021" y="153429"/>
                    <a:pt x="153167" y="161635"/>
                  </a:cubicBezTo>
                  <a:cubicBezTo>
                    <a:pt x="152241" y="161856"/>
                    <a:pt x="151686" y="162522"/>
                    <a:pt x="151575" y="163557"/>
                  </a:cubicBezTo>
                  <a:cubicBezTo>
                    <a:pt x="151463" y="164592"/>
                    <a:pt x="151648" y="165627"/>
                    <a:pt x="152093" y="166551"/>
                  </a:cubicBezTo>
                  <a:lnTo>
                    <a:pt x="194691" y="246315"/>
                  </a:lnTo>
                  <a:lnTo>
                    <a:pt x="195395" y="248089"/>
                  </a:lnTo>
                  <a:cubicBezTo>
                    <a:pt x="195395" y="248791"/>
                    <a:pt x="195098" y="249382"/>
                    <a:pt x="194506" y="249863"/>
                  </a:cubicBezTo>
                  <a:cubicBezTo>
                    <a:pt x="193913" y="250343"/>
                    <a:pt x="193172" y="250565"/>
                    <a:pt x="192209" y="250565"/>
                  </a:cubicBezTo>
                  <a:lnTo>
                    <a:pt x="143610" y="250565"/>
                  </a:lnTo>
                  <a:cubicBezTo>
                    <a:pt x="141499" y="250565"/>
                    <a:pt x="140091" y="249752"/>
                    <a:pt x="139388" y="248089"/>
                  </a:cubicBezTo>
                  <a:lnTo>
                    <a:pt x="102420" y="176050"/>
                  </a:lnTo>
                  <a:cubicBezTo>
                    <a:pt x="101716" y="174424"/>
                    <a:pt x="100309" y="173573"/>
                    <a:pt x="98197" y="173573"/>
                  </a:cubicBezTo>
                  <a:lnTo>
                    <a:pt x="55600" y="173573"/>
                  </a:lnTo>
                  <a:cubicBezTo>
                    <a:pt x="53266" y="173573"/>
                    <a:pt x="52081" y="174756"/>
                    <a:pt x="52081" y="177085"/>
                  </a:cubicBezTo>
                  <a:lnTo>
                    <a:pt x="52081" y="247017"/>
                  </a:lnTo>
                  <a:cubicBezTo>
                    <a:pt x="52081" y="249345"/>
                    <a:pt x="50895" y="250528"/>
                    <a:pt x="48562" y="250528"/>
                  </a:cubicBezTo>
                  <a:lnTo>
                    <a:pt x="3482" y="250528"/>
                  </a:lnTo>
                  <a:close/>
                  <a:moveTo>
                    <a:pt x="102828" y="127556"/>
                  </a:moveTo>
                  <a:cubicBezTo>
                    <a:pt x="110088" y="127556"/>
                    <a:pt x="116978" y="125855"/>
                    <a:pt x="123423" y="122455"/>
                  </a:cubicBezTo>
                  <a:cubicBezTo>
                    <a:pt x="129868" y="119054"/>
                    <a:pt x="135091" y="114323"/>
                    <a:pt x="139091" y="108225"/>
                  </a:cubicBezTo>
                  <a:cubicBezTo>
                    <a:pt x="143092" y="102126"/>
                    <a:pt x="145092" y="94992"/>
                    <a:pt x="145092" y="86787"/>
                  </a:cubicBezTo>
                  <a:cubicBezTo>
                    <a:pt x="145092" y="74146"/>
                    <a:pt x="140795" y="64166"/>
                    <a:pt x="132239" y="56921"/>
                  </a:cubicBezTo>
                  <a:cubicBezTo>
                    <a:pt x="123682" y="49677"/>
                    <a:pt x="113273" y="46018"/>
                    <a:pt x="101087" y="46018"/>
                  </a:cubicBezTo>
                  <a:lnTo>
                    <a:pt x="55674" y="46018"/>
                  </a:lnTo>
                  <a:cubicBezTo>
                    <a:pt x="53340" y="46018"/>
                    <a:pt x="52155" y="47200"/>
                    <a:pt x="52155" y="49529"/>
                  </a:cubicBezTo>
                  <a:lnTo>
                    <a:pt x="52155" y="124007"/>
                  </a:lnTo>
                  <a:cubicBezTo>
                    <a:pt x="52155" y="126336"/>
                    <a:pt x="53340" y="127519"/>
                    <a:pt x="55674" y="127519"/>
                  </a:cubicBezTo>
                  <a:lnTo>
                    <a:pt x="102865" y="127519"/>
                  </a:lnTo>
                  <a:close/>
                </a:path>
              </a:pathLst>
            </a:custGeom>
            <a:grpFill/>
            <a:ln w="3692" cap="flat">
              <a:noFill/>
              <a:prstDash val="solid"/>
              <a:miter/>
            </a:ln>
          </p:spPr>
          <p:txBody>
            <a:bodyPr rtlCol="0" anchor="ctr"/>
            <a:lstStyle/>
            <a:p>
              <a:endParaRPr lang="en-US">
                <a:solidFill>
                  <a:schemeClr val="bg2"/>
                </a:solidFill>
              </a:endParaRPr>
            </a:p>
          </p:txBody>
        </p:sp>
        <p:sp>
          <p:nvSpPr>
            <p:cNvPr id="12" name="Freeform 11">
              <a:extLst>
                <a:ext uri="{FF2B5EF4-FFF2-40B4-BE49-F238E27FC236}">
                  <a16:creationId xmlns:a16="http://schemas.microsoft.com/office/drawing/2014/main" id="{4402B590-1FFA-DB7E-F9DF-B858F76EE209}"/>
                </a:ext>
              </a:extLst>
            </p:cNvPr>
            <p:cNvSpPr/>
            <p:nvPr/>
          </p:nvSpPr>
          <p:spPr>
            <a:xfrm>
              <a:off x="4744703"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3 w 202839"/>
                <a:gd name="connsiteY3" fmla="*/ 248421 h 250528"/>
                <a:gd name="connsiteX4" fmla="*/ 56377 w 202839"/>
                <a:gd name="connsiteY4" fmla="*/ 105748 h 250528"/>
                <a:gd name="connsiteX5" fmla="*/ 53896 w 202839"/>
                <a:gd name="connsiteY5" fmla="*/ 104344 h 250528"/>
                <a:gd name="connsiteX6" fmla="*/ 52118 w 202839"/>
                <a:gd name="connsiteY6" fmla="*/ 107522 h 250528"/>
                <a:gd name="connsiteX7" fmla="*/ 52118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8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3" y="248421"/>
                  </a:cubicBezTo>
                  <a:lnTo>
                    <a:pt x="56377" y="105748"/>
                  </a:lnTo>
                  <a:cubicBezTo>
                    <a:pt x="55451" y="104824"/>
                    <a:pt x="54599" y="104344"/>
                    <a:pt x="53896" y="104344"/>
                  </a:cubicBezTo>
                  <a:cubicBezTo>
                    <a:pt x="52710" y="104344"/>
                    <a:pt x="52118" y="105416"/>
                    <a:pt x="52118" y="107522"/>
                  </a:cubicBezTo>
                  <a:lnTo>
                    <a:pt x="52118" y="247017"/>
                  </a:lnTo>
                  <a:cubicBezTo>
                    <a:pt x="52118"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8" y="2107"/>
                  </a:cubicBezTo>
                  <a:lnTo>
                    <a:pt x="146463" y="144410"/>
                  </a:lnTo>
                  <a:cubicBezTo>
                    <a:pt x="147167"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bg2"/>
                </a:solidFill>
              </a:endParaRPr>
            </a:p>
          </p:txBody>
        </p:sp>
        <p:sp>
          <p:nvSpPr>
            <p:cNvPr id="14" name="Freeform 13">
              <a:extLst>
                <a:ext uri="{FF2B5EF4-FFF2-40B4-BE49-F238E27FC236}">
                  <a16:creationId xmlns:a16="http://schemas.microsoft.com/office/drawing/2014/main" id="{CFBE3703-9E2D-C021-F8C7-CF02E9700D65}"/>
                </a:ext>
              </a:extLst>
            </p:cNvPr>
            <p:cNvSpPr/>
            <p:nvPr/>
          </p:nvSpPr>
          <p:spPr>
            <a:xfrm>
              <a:off x="2649665" y="5714387"/>
              <a:ext cx="129608" cy="253611"/>
            </a:xfrm>
            <a:custGeom>
              <a:avLst/>
              <a:gdLst>
                <a:gd name="connsiteX0" fmla="*/ 51488 w 129608"/>
                <a:gd name="connsiteY0" fmla="*/ 172003 h 253611"/>
                <a:gd name="connsiteX1" fmla="*/ 114866 w 129608"/>
                <a:gd name="connsiteY1" fmla="*/ 95454 h 253611"/>
                <a:gd name="connsiteX2" fmla="*/ 129609 w 129608"/>
                <a:gd name="connsiteY2" fmla="*/ 77491 h 253611"/>
                <a:gd name="connsiteX3" fmla="*/ 129609 w 129608"/>
                <a:gd name="connsiteY3" fmla="*/ 18463 h 253611"/>
                <a:gd name="connsiteX4" fmla="*/ 108310 w 129608"/>
                <a:gd name="connsiteY4" fmla="*/ 277 h 253611"/>
                <a:gd name="connsiteX5" fmla="*/ 0 w 129608"/>
                <a:gd name="connsiteY5" fmla="*/ 127870 h 253611"/>
                <a:gd name="connsiteX6" fmla="*/ 98716 w 129608"/>
                <a:gd name="connsiteY6" fmla="*/ 253467 h 253611"/>
                <a:gd name="connsiteX7" fmla="*/ 104531 w 129608"/>
                <a:gd name="connsiteY7" fmla="*/ 248994 h 253611"/>
                <a:gd name="connsiteX8" fmla="*/ 104531 w 129608"/>
                <a:gd name="connsiteY8" fmla="*/ 248994 h 253611"/>
                <a:gd name="connsiteX9" fmla="*/ 101494 w 129608"/>
                <a:gd name="connsiteY9" fmla="*/ 244670 h 253611"/>
                <a:gd name="connsiteX10" fmla="*/ 51525 w 129608"/>
                <a:gd name="connsiteY10" fmla="*/ 172040 h 25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08" h="253611">
                  <a:moveTo>
                    <a:pt x="51488" y="172003"/>
                  </a:moveTo>
                  <a:cubicBezTo>
                    <a:pt x="51488" y="133969"/>
                    <a:pt x="78751" y="102329"/>
                    <a:pt x="114866" y="95454"/>
                  </a:cubicBezTo>
                  <a:cubicBezTo>
                    <a:pt x="122978" y="93902"/>
                    <a:pt x="129609" y="85733"/>
                    <a:pt x="129609" y="77491"/>
                  </a:cubicBezTo>
                  <a:lnTo>
                    <a:pt x="129609" y="18463"/>
                  </a:lnTo>
                  <a:cubicBezTo>
                    <a:pt x="129609" y="6635"/>
                    <a:pt x="120015" y="-1645"/>
                    <a:pt x="108310" y="277"/>
                  </a:cubicBezTo>
                  <a:cubicBezTo>
                    <a:pt x="46858" y="10405"/>
                    <a:pt x="0" y="63704"/>
                    <a:pt x="0" y="127870"/>
                  </a:cubicBezTo>
                  <a:cubicBezTo>
                    <a:pt x="0" y="188673"/>
                    <a:pt x="42042" y="239643"/>
                    <a:pt x="98716" y="253467"/>
                  </a:cubicBezTo>
                  <a:cubicBezTo>
                    <a:pt x="101679" y="254206"/>
                    <a:pt x="104531" y="252025"/>
                    <a:pt x="104531" y="248994"/>
                  </a:cubicBezTo>
                  <a:lnTo>
                    <a:pt x="104531" y="248994"/>
                  </a:lnTo>
                  <a:cubicBezTo>
                    <a:pt x="104531" y="247073"/>
                    <a:pt x="103309" y="245372"/>
                    <a:pt x="101494" y="244670"/>
                  </a:cubicBezTo>
                  <a:cubicBezTo>
                    <a:pt x="72268" y="233397"/>
                    <a:pt x="51525" y="205158"/>
                    <a:pt x="51525" y="172040"/>
                  </a:cubicBezTo>
                  <a:close/>
                </a:path>
              </a:pathLst>
            </a:custGeom>
            <a:grpFill/>
            <a:ln w="3692" cap="flat">
              <a:noFill/>
              <a:prstDash val="solid"/>
              <a:miter/>
            </a:ln>
          </p:spPr>
          <p:txBody>
            <a:bodyPr rtlCol="0" anchor="ctr"/>
            <a:lstStyle/>
            <a:p>
              <a:endParaRPr lang="en-US">
                <a:solidFill>
                  <a:schemeClr val="bg2"/>
                </a:solidFill>
              </a:endParaRPr>
            </a:p>
          </p:txBody>
        </p:sp>
        <p:sp>
          <p:nvSpPr>
            <p:cNvPr id="15" name="Freeform 14">
              <a:extLst>
                <a:ext uri="{FF2B5EF4-FFF2-40B4-BE49-F238E27FC236}">
                  <a16:creationId xmlns:a16="http://schemas.microsoft.com/office/drawing/2014/main" id="{BD438864-CA5B-401B-0C39-A73FB57AB73D}"/>
                </a:ext>
              </a:extLst>
            </p:cNvPr>
            <p:cNvSpPr/>
            <p:nvPr/>
          </p:nvSpPr>
          <p:spPr>
            <a:xfrm>
              <a:off x="2779274" y="5459914"/>
              <a:ext cx="234362" cy="508006"/>
            </a:xfrm>
            <a:custGeom>
              <a:avLst/>
              <a:gdLst>
                <a:gd name="connsiteX0" fmla="*/ 234362 w 234362"/>
                <a:gd name="connsiteY0" fmla="*/ 255009 h 508006"/>
                <a:gd name="connsiteX1" fmla="*/ 21632 w 234362"/>
                <a:gd name="connsiteY1" fmla="*/ 341 h 508006"/>
                <a:gd name="connsiteX2" fmla="*/ 0 w 234362"/>
                <a:gd name="connsiteY2" fmla="*/ 18452 h 508006"/>
                <a:gd name="connsiteX3" fmla="*/ 0 w 234362"/>
                <a:gd name="connsiteY3" fmla="*/ 163047 h 508006"/>
                <a:gd name="connsiteX4" fmla="*/ 14076 w 234362"/>
                <a:gd name="connsiteY4" fmla="*/ 180863 h 508006"/>
                <a:gd name="connsiteX5" fmla="*/ 144055 w 234362"/>
                <a:gd name="connsiteY5" fmla="*/ 345085 h 508006"/>
                <a:gd name="connsiteX6" fmla="*/ 123830 w 234362"/>
                <a:gd name="connsiteY6" fmla="*/ 425108 h 508006"/>
                <a:gd name="connsiteX7" fmla="*/ 50599 w 234362"/>
                <a:gd name="connsiteY7" fmla="*/ 491528 h 508006"/>
                <a:gd name="connsiteX8" fmla="*/ 27966 w 234362"/>
                <a:gd name="connsiteY8" fmla="*/ 498625 h 508006"/>
                <a:gd name="connsiteX9" fmla="*/ 24262 w 234362"/>
                <a:gd name="connsiteY9" fmla="*/ 503245 h 508006"/>
                <a:gd name="connsiteX10" fmla="*/ 24262 w 234362"/>
                <a:gd name="connsiteY10" fmla="*/ 503245 h 508006"/>
                <a:gd name="connsiteX11" fmla="*/ 30004 w 234362"/>
                <a:gd name="connsiteY11" fmla="*/ 507902 h 508006"/>
                <a:gd name="connsiteX12" fmla="*/ 234362 w 234362"/>
                <a:gd name="connsiteY12" fmla="*/ 254972 h 50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362" h="508006">
                  <a:moveTo>
                    <a:pt x="234362" y="255009"/>
                  </a:moveTo>
                  <a:cubicBezTo>
                    <a:pt x="234362" y="127970"/>
                    <a:pt x="142610" y="22296"/>
                    <a:pt x="21632" y="341"/>
                  </a:cubicBezTo>
                  <a:cubicBezTo>
                    <a:pt x="9742" y="-1803"/>
                    <a:pt x="0" y="6402"/>
                    <a:pt x="0" y="18452"/>
                  </a:cubicBezTo>
                  <a:lnTo>
                    <a:pt x="0" y="163047"/>
                  </a:lnTo>
                  <a:cubicBezTo>
                    <a:pt x="0" y="170994"/>
                    <a:pt x="6334" y="179052"/>
                    <a:pt x="14076" y="180863"/>
                  </a:cubicBezTo>
                  <a:cubicBezTo>
                    <a:pt x="88604" y="198494"/>
                    <a:pt x="144055" y="265321"/>
                    <a:pt x="144055" y="345085"/>
                  </a:cubicBezTo>
                  <a:cubicBezTo>
                    <a:pt x="144055" y="374063"/>
                    <a:pt x="136721" y="401304"/>
                    <a:pt x="123830" y="425108"/>
                  </a:cubicBezTo>
                  <a:cubicBezTo>
                    <a:pt x="102679" y="461441"/>
                    <a:pt x="74157" y="480994"/>
                    <a:pt x="50599" y="491528"/>
                  </a:cubicBezTo>
                  <a:cubicBezTo>
                    <a:pt x="43302" y="494411"/>
                    <a:pt x="35745" y="496777"/>
                    <a:pt x="27966" y="498625"/>
                  </a:cubicBezTo>
                  <a:cubicBezTo>
                    <a:pt x="25818" y="499142"/>
                    <a:pt x="24262" y="501028"/>
                    <a:pt x="24262" y="503245"/>
                  </a:cubicBezTo>
                  <a:lnTo>
                    <a:pt x="24262" y="503245"/>
                  </a:lnTo>
                  <a:cubicBezTo>
                    <a:pt x="24262" y="506239"/>
                    <a:pt x="27040" y="508531"/>
                    <a:pt x="30004" y="507902"/>
                  </a:cubicBezTo>
                  <a:cubicBezTo>
                    <a:pt x="146833" y="482694"/>
                    <a:pt x="234362" y="379090"/>
                    <a:pt x="234362" y="254972"/>
                  </a:cubicBezTo>
                  <a:close/>
                </a:path>
              </a:pathLst>
            </a:custGeom>
            <a:grpFill/>
            <a:ln w="3692" cap="flat">
              <a:noFill/>
              <a:prstDash val="solid"/>
              <a:miter/>
            </a:ln>
          </p:spPr>
          <p:txBody>
            <a:bodyPr rtlCol="0" anchor="ctr"/>
            <a:lstStyle/>
            <a:p>
              <a:endParaRPr lang="en-US">
                <a:solidFill>
                  <a:schemeClr val="bg2"/>
                </a:solidFill>
              </a:endParaRPr>
            </a:p>
          </p:txBody>
        </p:sp>
        <p:sp>
          <p:nvSpPr>
            <p:cNvPr id="16" name="Freeform 15">
              <a:extLst>
                <a:ext uri="{FF2B5EF4-FFF2-40B4-BE49-F238E27FC236}">
                  <a16:creationId xmlns:a16="http://schemas.microsoft.com/office/drawing/2014/main" id="{01D931D9-5CC3-7914-4FE9-6A8FE1A36ECC}"/>
                </a:ext>
              </a:extLst>
            </p:cNvPr>
            <p:cNvSpPr/>
            <p:nvPr/>
          </p:nvSpPr>
          <p:spPr>
            <a:xfrm>
              <a:off x="3210809" y="6013428"/>
              <a:ext cx="61822" cy="88376"/>
            </a:xfrm>
            <a:custGeom>
              <a:avLst/>
              <a:gdLst>
                <a:gd name="connsiteX0" fmla="*/ 0 w 61822"/>
                <a:gd name="connsiteY0" fmla="*/ 0 h 88376"/>
                <a:gd name="connsiteX1" fmla="*/ 61822 w 61822"/>
                <a:gd name="connsiteY1" fmla="*/ 0 h 88376"/>
                <a:gd name="connsiteX2" fmla="*/ 61822 w 61822"/>
                <a:gd name="connsiteY2" fmla="*/ 11828 h 88376"/>
                <a:gd name="connsiteX3" fmla="*/ 38227 w 61822"/>
                <a:gd name="connsiteY3" fmla="*/ 11828 h 88376"/>
                <a:gd name="connsiteX4" fmla="*/ 38227 w 61822"/>
                <a:gd name="connsiteY4" fmla="*/ 88376 h 88376"/>
                <a:gd name="connsiteX5" fmla="*/ 23707 w 61822"/>
                <a:gd name="connsiteY5" fmla="*/ 88376 h 88376"/>
                <a:gd name="connsiteX6" fmla="*/ 23707 w 61822"/>
                <a:gd name="connsiteY6" fmla="*/ 11828 h 88376"/>
                <a:gd name="connsiteX7" fmla="*/ 0 w 61822"/>
                <a:gd name="connsiteY7" fmla="*/ 11828 h 88376"/>
                <a:gd name="connsiteX8" fmla="*/ 0 w 61822"/>
                <a:gd name="connsiteY8" fmla="*/ 0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22" h="88376">
                  <a:moveTo>
                    <a:pt x="0" y="0"/>
                  </a:moveTo>
                  <a:lnTo>
                    <a:pt x="61822" y="0"/>
                  </a:lnTo>
                  <a:lnTo>
                    <a:pt x="61822" y="11828"/>
                  </a:lnTo>
                  <a:lnTo>
                    <a:pt x="38227" y="11828"/>
                  </a:lnTo>
                  <a:lnTo>
                    <a:pt x="38227" y="88376"/>
                  </a:lnTo>
                  <a:lnTo>
                    <a:pt x="23707" y="88376"/>
                  </a:lnTo>
                  <a:lnTo>
                    <a:pt x="23707" y="11828"/>
                  </a:lnTo>
                  <a:lnTo>
                    <a:pt x="0" y="11828"/>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19" name="Freeform 18">
              <a:extLst>
                <a:ext uri="{FF2B5EF4-FFF2-40B4-BE49-F238E27FC236}">
                  <a16:creationId xmlns:a16="http://schemas.microsoft.com/office/drawing/2014/main" id="{B3977F64-D0A6-F507-68F6-8DE4BD252E1F}"/>
                </a:ext>
              </a:extLst>
            </p:cNvPr>
            <p:cNvSpPr/>
            <p:nvPr/>
          </p:nvSpPr>
          <p:spPr>
            <a:xfrm>
              <a:off x="3283707" y="6007735"/>
              <a:ext cx="64230" cy="94142"/>
            </a:xfrm>
            <a:custGeom>
              <a:avLst/>
              <a:gdLst>
                <a:gd name="connsiteX0" fmla="*/ 0 w 64230"/>
                <a:gd name="connsiteY0" fmla="*/ 0 h 94142"/>
                <a:gd name="connsiteX1" fmla="*/ 14520 w 64230"/>
                <a:gd name="connsiteY1" fmla="*/ 0 h 94142"/>
                <a:gd name="connsiteX2" fmla="*/ 14520 w 64230"/>
                <a:gd name="connsiteY2" fmla="*/ 32194 h 94142"/>
                <a:gd name="connsiteX3" fmla="*/ 36301 w 64230"/>
                <a:gd name="connsiteY3" fmla="*/ 22916 h 94142"/>
                <a:gd name="connsiteX4" fmla="*/ 64230 w 64230"/>
                <a:gd name="connsiteY4" fmla="*/ 52819 h 94142"/>
                <a:gd name="connsiteX5" fmla="*/ 64230 w 64230"/>
                <a:gd name="connsiteY5" fmla="*/ 94142 h 94142"/>
                <a:gd name="connsiteX6" fmla="*/ 49821 w 64230"/>
                <a:gd name="connsiteY6" fmla="*/ 94142 h 94142"/>
                <a:gd name="connsiteX7" fmla="*/ 49821 w 64230"/>
                <a:gd name="connsiteY7" fmla="*/ 54962 h 94142"/>
                <a:gd name="connsiteX8" fmla="*/ 32226 w 64230"/>
                <a:gd name="connsiteY8" fmla="*/ 35520 h 94142"/>
                <a:gd name="connsiteX9" fmla="*/ 14520 w 64230"/>
                <a:gd name="connsiteY9" fmla="*/ 54962 h 94142"/>
                <a:gd name="connsiteX10" fmla="*/ 14520 w 64230"/>
                <a:gd name="connsiteY10" fmla="*/ 94142 h 94142"/>
                <a:gd name="connsiteX11" fmla="*/ 0 w 64230"/>
                <a:gd name="connsiteY11" fmla="*/ 94142 h 94142"/>
                <a:gd name="connsiteX12" fmla="*/ 0 w 64230"/>
                <a:gd name="connsiteY12" fmla="*/ 37 h 9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0" h="94142">
                  <a:moveTo>
                    <a:pt x="0" y="0"/>
                  </a:moveTo>
                  <a:lnTo>
                    <a:pt x="14520" y="0"/>
                  </a:lnTo>
                  <a:lnTo>
                    <a:pt x="14520" y="32194"/>
                  </a:lnTo>
                  <a:cubicBezTo>
                    <a:pt x="19373" y="26354"/>
                    <a:pt x="27263" y="22916"/>
                    <a:pt x="36301" y="22916"/>
                  </a:cubicBezTo>
                  <a:cubicBezTo>
                    <a:pt x="51969" y="22916"/>
                    <a:pt x="64230" y="33229"/>
                    <a:pt x="64230" y="52819"/>
                  </a:cubicBezTo>
                  <a:lnTo>
                    <a:pt x="64230" y="94142"/>
                  </a:lnTo>
                  <a:lnTo>
                    <a:pt x="49821" y="94142"/>
                  </a:lnTo>
                  <a:lnTo>
                    <a:pt x="49821" y="54962"/>
                  </a:lnTo>
                  <a:cubicBezTo>
                    <a:pt x="49821" y="42100"/>
                    <a:pt x="42820" y="35520"/>
                    <a:pt x="32226" y="35520"/>
                  </a:cubicBezTo>
                  <a:cubicBezTo>
                    <a:pt x="21632" y="35520"/>
                    <a:pt x="14520" y="42137"/>
                    <a:pt x="14520" y="54962"/>
                  </a:cubicBezTo>
                  <a:lnTo>
                    <a:pt x="14520" y="94142"/>
                  </a:lnTo>
                  <a:lnTo>
                    <a:pt x="0" y="94142"/>
                  </a:lnTo>
                  <a:lnTo>
                    <a:pt x="0" y="37"/>
                  </a:lnTo>
                  <a:close/>
                </a:path>
              </a:pathLst>
            </a:custGeom>
            <a:grpFill/>
            <a:ln w="3692" cap="flat">
              <a:noFill/>
              <a:prstDash val="solid"/>
              <a:miter/>
            </a:ln>
          </p:spPr>
          <p:txBody>
            <a:bodyPr rtlCol="0" anchor="ctr"/>
            <a:lstStyle/>
            <a:p>
              <a:endParaRPr lang="en-US">
                <a:solidFill>
                  <a:schemeClr val="bg2"/>
                </a:solidFill>
              </a:endParaRPr>
            </a:p>
          </p:txBody>
        </p:sp>
        <p:sp>
          <p:nvSpPr>
            <p:cNvPr id="20" name="Freeform 19">
              <a:extLst>
                <a:ext uri="{FF2B5EF4-FFF2-40B4-BE49-F238E27FC236}">
                  <a16:creationId xmlns:a16="http://schemas.microsoft.com/office/drawing/2014/main" id="{2EAF7029-ACEE-F4CA-1512-128EFA4DEAED}"/>
                </a:ext>
              </a:extLst>
            </p:cNvPr>
            <p:cNvSpPr/>
            <p:nvPr/>
          </p:nvSpPr>
          <p:spPr>
            <a:xfrm>
              <a:off x="3360420"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bg2"/>
                </a:solidFill>
              </a:endParaRPr>
            </a:p>
          </p:txBody>
        </p:sp>
        <p:sp>
          <p:nvSpPr>
            <p:cNvPr id="21" name="Freeform 20">
              <a:extLst>
                <a:ext uri="{FF2B5EF4-FFF2-40B4-BE49-F238E27FC236}">
                  <a16:creationId xmlns:a16="http://schemas.microsoft.com/office/drawing/2014/main" id="{1B4B10CB-BFC4-AE83-0C7A-6CB29E6544B4}"/>
                </a:ext>
              </a:extLst>
            </p:cNvPr>
            <p:cNvSpPr/>
            <p:nvPr/>
          </p:nvSpPr>
          <p:spPr>
            <a:xfrm>
              <a:off x="3474916" y="6012282"/>
              <a:ext cx="61896" cy="90445"/>
            </a:xfrm>
            <a:custGeom>
              <a:avLst/>
              <a:gdLst>
                <a:gd name="connsiteX0" fmla="*/ 31337 w 61896"/>
                <a:gd name="connsiteY0" fmla="*/ 90446 h 90445"/>
                <a:gd name="connsiteX1" fmla="*/ 0 w 61896"/>
                <a:gd name="connsiteY1" fmla="*/ 65127 h 90445"/>
                <a:gd name="connsiteX2" fmla="*/ 15558 w 61896"/>
                <a:gd name="connsiteY2" fmla="*/ 65127 h 90445"/>
                <a:gd name="connsiteX3" fmla="*/ 31374 w 61896"/>
                <a:gd name="connsiteY3" fmla="*/ 78211 h 90445"/>
                <a:gd name="connsiteX4" fmla="*/ 47302 w 61896"/>
                <a:gd name="connsiteY4" fmla="*/ 65238 h 90445"/>
                <a:gd name="connsiteX5" fmla="*/ 259 w 61896"/>
                <a:gd name="connsiteY5" fmla="*/ 25171 h 90445"/>
                <a:gd name="connsiteX6" fmla="*/ 30708 w 61896"/>
                <a:gd name="connsiteY6" fmla="*/ 0 h 90445"/>
                <a:gd name="connsiteX7" fmla="*/ 60934 w 61896"/>
                <a:gd name="connsiteY7" fmla="*/ 24025 h 90445"/>
                <a:gd name="connsiteX8" fmla="*/ 44857 w 61896"/>
                <a:gd name="connsiteY8" fmla="*/ 24025 h 90445"/>
                <a:gd name="connsiteX9" fmla="*/ 29930 w 61896"/>
                <a:gd name="connsiteY9" fmla="*/ 12308 h 90445"/>
                <a:gd name="connsiteX10" fmla="*/ 15002 w 61896"/>
                <a:gd name="connsiteY10" fmla="*/ 24654 h 90445"/>
                <a:gd name="connsiteX11" fmla="*/ 61897 w 61896"/>
                <a:gd name="connsiteY11" fmla="*/ 64462 h 90445"/>
                <a:gd name="connsiteX12" fmla="*/ 31300 w 61896"/>
                <a:gd name="connsiteY12" fmla="*/ 90409 h 9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896" h="90445">
                  <a:moveTo>
                    <a:pt x="31337" y="90446"/>
                  </a:moveTo>
                  <a:cubicBezTo>
                    <a:pt x="13631" y="90446"/>
                    <a:pt x="0" y="80762"/>
                    <a:pt x="0" y="65127"/>
                  </a:cubicBezTo>
                  <a:lnTo>
                    <a:pt x="15558" y="65127"/>
                  </a:lnTo>
                  <a:cubicBezTo>
                    <a:pt x="16187" y="72372"/>
                    <a:pt x="21299" y="78211"/>
                    <a:pt x="31374" y="78211"/>
                  </a:cubicBezTo>
                  <a:cubicBezTo>
                    <a:pt x="41450" y="78211"/>
                    <a:pt x="47302" y="72741"/>
                    <a:pt x="47302" y="65238"/>
                  </a:cubicBezTo>
                  <a:cubicBezTo>
                    <a:pt x="47302" y="43874"/>
                    <a:pt x="259" y="57735"/>
                    <a:pt x="259" y="25171"/>
                  </a:cubicBezTo>
                  <a:cubicBezTo>
                    <a:pt x="259" y="9647"/>
                    <a:pt x="12631" y="0"/>
                    <a:pt x="30708" y="0"/>
                  </a:cubicBezTo>
                  <a:cubicBezTo>
                    <a:pt x="47673" y="0"/>
                    <a:pt x="59637" y="8908"/>
                    <a:pt x="60934" y="24025"/>
                  </a:cubicBezTo>
                  <a:lnTo>
                    <a:pt x="44857" y="24025"/>
                  </a:lnTo>
                  <a:cubicBezTo>
                    <a:pt x="44339" y="18037"/>
                    <a:pt x="39116" y="12567"/>
                    <a:pt x="29930" y="12308"/>
                  </a:cubicBezTo>
                  <a:cubicBezTo>
                    <a:pt x="21521" y="12050"/>
                    <a:pt x="15002" y="16115"/>
                    <a:pt x="15002" y="24654"/>
                  </a:cubicBezTo>
                  <a:cubicBezTo>
                    <a:pt x="15002" y="44613"/>
                    <a:pt x="61897" y="32157"/>
                    <a:pt x="61897" y="64462"/>
                  </a:cubicBezTo>
                  <a:cubicBezTo>
                    <a:pt x="61897" y="77694"/>
                    <a:pt x="51080" y="90409"/>
                    <a:pt x="31300" y="90409"/>
                  </a:cubicBezTo>
                  <a:close/>
                </a:path>
              </a:pathLst>
            </a:custGeom>
            <a:grpFill/>
            <a:ln w="3692" cap="flat">
              <a:noFill/>
              <a:prstDash val="solid"/>
              <a:miter/>
            </a:ln>
          </p:spPr>
          <p:txBody>
            <a:bodyPr rtlCol="0" anchor="ctr"/>
            <a:lstStyle/>
            <a:p>
              <a:endParaRPr lang="en-US">
                <a:solidFill>
                  <a:schemeClr val="bg2"/>
                </a:solidFill>
              </a:endParaRPr>
            </a:p>
          </p:txBody>
        </p:sp>
        <p:sp>
          <p:nvSpPr>
            <p:cNvPr id="22" name="Freeform 21">
              <a:extLst>
                <a:ext uri="{FF2B5EF4-FFF2-40B4-BE49-F238E27FC236}">
                  <a16:creationId xmlns:a16="http://schemas.microsoft.com/office/drawing/2014/main" id="{411B4AEC-0A18-C333-86BF-7BBA574DF6AF}"/>
                </a:ext>
              </a:extLst>
            </p:cNvPr>
            <p:cNvSpPr/>
            <p:nvPr/>
          </p:nvSpPr>
          <p:spPr>
            <a:xfrm>
              <a:off x="3552073" y="6030615"/>
              <a:ext cx="72008" cy="104565"/>
            </a:xfrm>
            <a:custGeom>
              <a:avLst/>
              <a:gdLst>
                <a:gd name="connsiteX0" fmla="*/ 39005 w 72008"/>
                <a:gd name="connsiteY0" fmla="*/ 0 h 104565"/>
                <a:gd name="connsiteX1" fmla="*/ 72009 w 72008"/>
                <a:gd name="connsiteY1" fmla="*/ 35853 h 104565"/>
                <a:gd name="connsiteX2" fmla="*/ 39005 w 72008"/>
                <a:gd name="connsiteY2" fmla="*/ 72372 h 104565"/>
                <a:gd name="connsiteX3" fmla="*/ 14520 w 72008"/>
                <a:gd name="connsiteY3" fmla="*/ 61061 h 104565"/>
                <a:gd name="connsiteX4" fmla="*/ 14520 w 72008"/>
                <a:gd name="connsiteY4" fmla="*/ 104565 h 104565"/>
                <a:gd name="connsiteX5" fmla="*/ 0 w 72008"/>
                <a:gd name="connsiteY5" fmla="*/ 104565 h 104565"/>
                <a:gd name="connsiteX6" fmla="*/ 0 w 72008"/>
                <a:gd name="connsiteY6" fmla="*/ 1183 h 104565"/>
                <a:gd name="connsiteX7" fmla="*/ 14520 w 72008"/>
                <a:gd name="connsiteY7" fmla="*/ 1183 h 104565"/>
                <a:gd name="connsiteX8" fmla="*/ 14520 w 72008"/>
                <a:gd name="connsiteY8" fmla="*/ 11495 h 104565"/>
                <a:gd name="connsiteX9" fmla="*/ 39005 w 72008"/>
                <a:gd name="connsiteY9" fmla="*/ 37 h 104565"/>
                <a:gd name="connsiteX10" fmla="*/ 35819 w 72008"/>
                <a:gd name="connsiteY10" fmla="*/ 12604 h 104565"/>
                <a:gd name="connsiteX11" fmla="*/ 14520 w 72008"/>
                <a:gd name="connsiteY11" fmla="*/ 36149 h 104565"/>
                <a:gd name="connsiteX12" fmla="*/ 35819 w 72008"/>
                <a:gd name="connsiteY12" fmla="*/ 59804 h 104565"/>
                <a:gd name="connsiteX13" fmla="*/ 57229 w 72008"/>
                <a:gd name="connsiteY13" fmla="*/ 35890 h 104565"/>
                <a:gd name="connsiteX14" fmla="*/ 35819 w 72008"/>
                <a:gd name="connsiteY14" fmla="*/ 12604 h 10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008" h="104565">
                  <a:moveTo>
                    <a:pt x="39005" y="0"/>
                  </a:moveTo>
                  <a:cubicBezTo>
                    <a:pt x="57489" y="0"/>
                    <a:pt x="72009" y="14230"/>
                    <a:pt x="72009" y="35853"/>
                  </a:cubicBezTo>
                  <a:cubicBezTo>
                    <a:pt x="72009" y="57476"/>
                    <a:pt x="57489" y="72372"/>
                    <a:pt x="39005" y="72372"/>
                  </a:cubicBezTo>
                  <a:cubicBezTo>
                    <a:pt x="27411" y="72372"/>
                    <a:pt x="19113" y="66532"/>
                    <a:pt x="14520" y="61061"/>
                  </a:cubicBezTo>
                  <a:lnTo>
                    <a:pt x="14520" y="104565"/>
                  </a:lnTo>
                  <a:lnTo>
                    <a:pt x="0" y="104565"/>
                  </a:lnTo>
                  <a:lnTo>
                    <a:pt x="0" y="1183"/>
                  </a:lnTo>
                  <a:lnTo>
                    <a:pt x="14520" y="1183"/>
                  </a:lnTo>
                  <a:lnTo>
                    <a:pt x="14520" y="11495"/>
                  </a:lnTo>
                  <a:cubicBezTo>
                    <a:pt x="18965" y="5655"/>
                    <a:pt x="27522" y="37"/>
                    <a:pt x="39005" y="37"/>
                  </a:cubicBezTo>
                  <a:close/>
                  <a:moveTo>
                    <a:pt x="35819" y="12604"/>
                  </a:moveTo>
                  <a:cubicBezTo>
                    <a:pt x="25003" y="12604"/>
                    <a:pt x="14520" y="21142"/>
                    <a:pt x="14520" y="36149"/>
                  </a:cubicBezTo>
                  <a:cubicBezTo>
                    <a:pt x="14520" y="51155"/>
                    <a:pt x="24966" y="59804"/>
                    <a:pt x="35819" y="59804"/>
                  </a:cubicBezTo>
                  <a:cubicBezTo>
                    <a:pt x="46672" y="59804"/>
                    <a:pt x="57229" y="51044"/>
                    <a:pt x="57229" y="35890"/>
                  </a:cubicBezTo>
                  <a:cubicBezTo>
                    <a:pt x="57229" y="20736"/>
                    <a:pt x="46784" y="12604"/>
                    <a:pt x="35819" y="12604"/>
                  </a:cubicBezTo>
                  <a:close/>
                </a:path>
              </a:pathLst>
            </a:custGeom>
            <a:grpFill/>
            <a:ln w="3692" cap="flat">
              <a:noFill/>
              <a:prstDash val="solid"/>
              <a:miter/>
            </a:ln>
          </p:spPr>
          <p:txBody>
            <a:bodyPr rtlCol="0" anchor="ctr"/>
            <a:lstStyle/>
            <a:p>
              <a:endParaRPr lang="en-US">
                <a:solidFill>
                  <a:schemeClr val="bg2"/>
                </a:solidFill>
              </a:endParaRPr>
            </a:p>
          </p:txBody>
        </p:sp>
        <p:sp>
          <p:nvSpPr>
            <p:cNvPr id="23" name="Freeform 22">
              <a:extLst>
                <a:ext uri="{FF2B5EF4-FFF2-40B4-BE49-F238E27FC236}">
                  <a16:creationId xmlns:a16="http://schemas.microsoft.com/office/drawing/2014/main" id="{9DBDDE17-A584-D417-D94B-DC81376E1114}"/>
                </a:ext>
              </a:extLst>
            </p:cNvPr>
            <p:cNvSpPr/>
            <p:nvPr/>
          </p:nvSpPr>
          <p:spPr>
            <a:xfrm>
              <a:off x="363319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bg2"/>
                </a:solidFill>
              </a:endParaRPr>
            </a:p>
          </p:txBody>
        </p:sp>
        <p:sp>
          <p:nvSpPr>
            <p:cNvPr id="24" name="Freeform 23">
              <a:extLst>
                <a:ext uri="{FF2B5EF4-FFF2-40B4-BE49-F238E27FC236}">
                  <a16:creationId xmlns:a16="http://schemas.microsoft.com/office/drawing/2014/main" id="{6421D0C0-0136-6AC0-1762-6981473D0FE7}"/>
                </a:ext>
              </a:extLst>
            </p:cNvPr>
            <p:cNvSpPr/>
            <p:nvPr/>
          </p:nvSpPr>
          <p:spPr>
            <a:xfrm>
              <a:off x="3711463" y="6030615"/>
              <a:ext cx="66786" cy="72408"/>
            </a:xfrm>
            <a:custGeom>
              <a:avLst/>
              <a:gdLst>
                <a:gd name="connsiteX0" fmla="*/ 34412 w 66786"/>
                <a:gd name="connsiteY0" fmla="*/ 0 h 72408"/>
                <a:gd name="connsiteX1" fmla="*/ 66786 w 66786"/>
                <a:gd name="connsiteY1" fmla="*/ 23286 h 72408"/>
                <a:gd name="connsiteX2" fmla="*/ 51118 w 66786"/>
                <a:gd name="connsiteY2" fmla="*/ 23286 h 72408"/>
                <a:gd name="connsiteX3" fmla="*/ 34412 w 66786"/>
                <a:gd name="connsiteY3" fmla="*/ 12234 h 72408"/>
                <a:gd name="connsiteX4" fmla="*/ 14928 w 66786"/>
                <a:gd name="connsiteY4" fmla="*/ 36149 h 72408"/>
                <a:gd name="connsiteX5" fmla="*/ 34412 w 66786"/>
                <a:gd name="connsiteY5" fmla="*/ 60174 h 72408"/>
                <a:gd name="connsiteX6" fmla="*/ 51118 w 66786"/>
                <a:gd name="connsiteY6" fmla="*/ 49122 h 72408"/>
                <a:gd name="connsiteX7" fmla="*/ 66786 w 66786"/>
                <a:gd name="connsiteY7" fmla="*/ 49122 h 72408"/>
                <a:gd name="connsiteX8" fmla="*/ 34412 w 66786"/>
                <a:gd name="connsiteY8" fmla="*/ 72408 h 72408"/>
                <a:gd name="connsiteX9" fmla="*/ 0 w 66786"/>
                <a:gd name="connsiteY9" fmla="*/ 36149 h 72408"/>
                <a:gd name="connsiteX10" fmla="*/ 34412 w 66786"/>
                <a:gd name="connsiteY10" fmla="*/ 37 h 7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86" h="72408">
                  <a:moveTo>
                    <a:pt x="34412" y="0"/>
                  </a:moveTo>
                  <a:cubicBezTo>
                    <a:pt x="51599" y="0"/>
                    <a:pt x="62823" y="8501"/>
                    <a:pt x="66786" y="23286"/>
                  </a:cubicBezTo>
                  <a:lnTo>
                    <a:pt x="51118" y="23286"/>
                  </a:lnTo>
                  <a:cubicBezTo>
                    <a:pt x="48710" y="16559"/>
                    <a:pt x="43079" y="12234"/>
                    <a:pt x="34412" y="12234"/>
                  </a:cubicBezTo>
                  <a:cubicBezTo>
                    <a:pt x="22670" y="12234"/>
                    <a:pt x="14928" y="20884"/>
                    <a:pt x="14928" y="36149"/>
                  </a:cubicBezTo>
                  <a:cubicBezTo>
                    <a:pt x="14928" y="51414"/>
                    <a:pt x="22707" y="60174"/>
                    <a:pt x="34412" y="60174"/>
                  </a:cubicBezTo>
                  <a:cubicBezTo>
                    <a:pt x="43079" y="60174"/>
                    <a:pt x="48413" y="56367"/>
                    <a:pt x="51118" y="49122"/>
                  </a:cubicBezTo>
                  <a:lnTo>
                    <a:pt x="66786" y="49122"/>
                  </a:lnTo>
                  <a:cubicBezTo>
                    <a:pt x="62823" y="62872"/>
                    <a:pt x="51636" y="72408"/>
                    <a:pt x="34412" y="72408"/>
                  </a:cubicBezTo>
                  <a:cubicBezTo>
                    <a:pt x="14261" y="72408"/>
                    <a:pt x="0" y="58178"/>
                    <a:pt x="0" y="36149"/>
                  </a:cubicBezTo>
                  <a:cubicBezTo>
                    <a:pt x="0" y="14119"/>
                    <a:pt x="14261" y="37"/>
                    <a:pt x="34412" y="37"/>
                  </a:cubicBezTo>
                  <a:close/>
                </a:path>
              </a:pathLst>
            </a:custGeom>
            <a:grpFill/>
            <a:ln w="3692" cap="flat">
              <a:noFill/>
              <a:prstDash val="solid"/>
              <a:miter/>
            </a:ln>
          </p:spPr>
          <p:txBody>
            <a:bodyPr rtlCol="0" anchor="ctr"/>
            <a:lstStyle/>
            <a:p>
              <a:endParaRPr lang="en-US">
                <a:solidFill>
                  <a:schemeClr val="bg2"/>
                </a:solidFill>
              </a:endParaRPr>
            </a:p>
          </p:txBody>
        </p:sp>
        <p:sp>
          <p:nvSpPr>
            <p:cNvPr id="25" name="Freeform 24">
              <a:extLst>
                <a:ext uri="{FF2B5EF4-FFF2-40B4-BE49-F238E27FC236}">
                  <a16:creationId xmlns:a16="http://schemas.microsoft.com/office/drawing/2014/main" id="{0549D5C2-ED9C-2D9A-7C24-FBB6053D69F6}"/>
                </a:ext>
              </a:extLst>
            </p:cNvPr>
            <p:cNvSpPr/>
            <p:nvPr/>
          </p:nvSpPr>
          <p:spPr>
            <a:xfrm>
              <a:off x="3789066" y="6003891"/>
              <a:ext cx="18483" cy="97949"/>
            </a:xfrm>
            <a:custGeom>
              <a:avLst/>
              <a:gdLst>
                <a:gd name="connsiteX0" fmla="*/ 0 w 18483"/>
                <a:gd name="connsiteY0" fmla="*/ 9277 h 97949"/>
                <a:gd name="connsiteX1" fmla="*/ 9297 w 18483"/>
                <a:gd name="connsiteY1" fmla="*/ 0 h 97949"/>
                <a:gd name="connsiteX2" fmla="*/ 18484 w 18483"/>
                <a:gd name="connsiteY2" fmla="*/ 9277 h 97949"/>
                <a:gd name="connsiteX3" fmla="*/ 9297 w 18483"/>
                <a:gd name="connsiteY3" fmla="*/ 18555 h 97949"/>
                <a:gd name="connsiteX4" fmla="*/ 0 w 18483"/>
                <a:gd name="connsiteY4" fmla="*/ 9277 h 97949"/>
                <a:gd name="connsiteX5" fmla="*/ 1926 w 18483"/>
                <a:gd name="connsiteY5" fmla="*/ 27869 h 97949"/>
                <a:gd name="connsiteX6" fmla="*/ 16446 w 18483"/>
                <a:gd name="connsiteY6" fmla="*/ 27869 h 97949"/>
                <a:gd name="connsiteX7" fmla="*/ 16446 w 18483"/>
                <a:gd name="connsiteY7" fmla="*/ 97949 h 97949"/>
                <a:gd name="connsiteX8" fmla="*/ 1926 w 18483"/>
                <a:gd name="connsiteY8" fmla="*/ 97949 h 97949"/>
                <a:gd name="connsiteX9" fmla="*/ 1926 w 18483"/>
                <a:gd name="connsiteY9" fmla="*/ 27869 h 97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83" h="97949">
                  <a:moveTo>
                    <a:pt x="0" y="9277"/>
                  </a:moveTo>
                  <a:cubicBezTo>
                    <a:pt x="0" y="4066"/>
                    <a:pt x="4075" y="0"/>
                    <a:pt x="9297" y="0"/>
                  </a:cubicBezTo>
                  <a:cubicBezTo>
                    <a:pt x="14520" y="0"/>
                    <a:pt x="18484" y="4066"/>
                    <a:pt x="18484" y="9277"/>
                  </a:cubicBezTo>
                  <a:cubicBezTo>
                    <a:pt x="18484" y="14489"/>
                    <a:pt x="14409" y="18555"/>
                    <a:pt x="9297" y="18555"/>
                  </a:cubicBezTo>
                  <a:cubicBezTo>
                    <a:pt x="4186" y="18555"/>
                    <a:pt x="0" y="14489"/>
                    <a:pt x="0" y="9277"/>
                  </a:cubicBezTo>
                  <a:close/>
                  <a:moveTo>
                    <a:pt x="1926" y="27869"/>
                  </a:moveTo>
                  <a:lnTo>
                    <a:pt x="16446" y="27869"/>
                  </a:lnTo>
                  <a:lnTo>
                    <a:pt x="16446" y="97949"/>
                  </a:lnTo>
                  <a:lnTo>
                    <a:pt x="1926" y="97949"/>
                  </a:lnTo>
                  <a:lnTo>
                    <a:pt x="1926" y="27869"/>
                  </a:lnTo>
                  <a:close/>
                </a:path>
              </a:pathLst>
            </a:custGeom>
            <a:grpFill/>
            <a:ln w="3692" cap="flat">
              <a:noFill/>
              <a:prstDash val="solid"/>
              <a:miter/>
            </a:ln>
          </p:spPr>
          <p:txBody>
            <a:bodyPr rtlCol="0" anchor="ctr"/>
            <a:lstStyle/>
            <a:p>
              <a:endParaRPr lang="en-US">
                <a:solidFill>
                  <a:schemeClr val="bg2"/>
                </a:solidFill>
              </a:endParaRPr>
            </a:p>
          </p:txBody>
        </p:sp>
        <p:sp>
          <p:nvSpPr>
            <p:cNvPr id="26" name="Freeform 25">
              <a:extLst>
                <a:ext uri="{FF2B5EF4-FFF2-40B4-BE49-F238E27FC236}">
                  <a16:creationId xmlns:a16="http://schemas.microsoft.com/office/drawing/2014/main" id="{957CF819-C8A5-9623-37D6-C153D0EB06F9}"/>
                </a:ext>
              </a:extLst>
            </p:cNvPr>
            <p:cNvSpPr/>
            <p:nvPr/>
          </p:nvSpPr>
          <p:spPr>
            <a:xfrm>
              <a:off x="3818328"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bg2"/>
                </a:solidFill>
              </a:endParaRPr>
            </a:p>
          </p:txBody>
        </p:sp>
        <p:sp>
          <p:nvSpPr>
            <p:cNvPr id="27" name="Freeform 26">
              <a:extLst>
                <a:ext uri="{FF2B5EF4-FFF2-40B4-BE49-F238E27FC236}">
                  <a16:creationId xmlns:a16="http://schemas.microsoft.com/office/drawing/2014/main" id="{EBF0864D-D4B3-E30A-FB5F-99A60E3236B5}"/>
                </a:ext>
              </a:extLst>
            </p:cNvPr>
            <p:cNvSpPr/>
            <p:nvPr/>
          </p:nvSpPr>
          <p:spPr>
            <a:xfrm>
              <a:off x="3907969"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28" name="Freeform 27">
              <a:extLst>
                <a:ext uri="{FF2B5EF4-FFF2-40B4-BE49-F238E27FC236}">
                  <a16:creationId xmlns:a16="http://schemas.microsoft.com/office/drawing/2014/main" id="{F5947259-DE24-600F-C80E-B85DB51CDFA4}"/>
                </a:ext>
              </a:extLst>
            </p:cNvPr>
            <p:cNvSpPr/>
            <p:nvPr/>
          </p:nvSpPr>
          <p:spPr>
            <a:xfrm>
              <a:off x="3933935"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bg2"/>
                </a:solidFill>
              </a:endParaRPr>
            </a:p>
          </p:txBody>
        </p:sp>
        <p:sp>
          <p:nvSpPr>
            <p:cNvPr id="29" name="Freeform 28">
              <a:extLst>
                <a:ext uri="{FF2B5EF4-FFF2-40B4-BE49-F238E27FC236}">
                  <a16:creationId xmlns:a16="http://schemas.microsoft.com/office/drawing/2014/main" id="{9005C010-C501-6D41-8765-5C084AF812A4}"/>
                </a:ext>
              </a:extLst>
            </p:cNvPr>
            <p:cNvSpPr/>
            <p:nvPr/>
          </p:nvSpPr>
          <p:spPr>
            <a:xfrm>
              <a:off x="3980460" y="6031761"/>
              <a:ext cx="71527" cy="103013"/>
            </a:xfrm>
            <a:custGeom>
              <a:avLst/>
              <a:gdLst>
                <a:gd name="connsiteX0" fmla="*/ 56488 w 71527"/>
                <a:gd name="connsiteY0" fmla="*/ 0 h 103013"/>
                <a:gd name="connsiteX1" fmla="*/ 71527 w 71527"/>
                <a:gd name="connsiteY1" fmla="*/ 0 h 103013"/>
                <a:gd name="connsiteX2" fmla="*/ 28448 w 71527"/>
                <a:gd name="connsiteY2" fmla="*/ 103013 h 103013"/>
                <a:gd name="connsiteX3" fmla="*/ 13409 w 71527"/>
                <a:gd name="connsiteY3" fmla="*/ 103013 h 103013"/>
                <a:gd name="connsiteX4" fmla="*/ 27670 w 71527"/>
                <a:gd name="connsiteY4" fmla="*/ 68934 h 103013"/>
                <a:gd name="connsiteX5" fmla="*/ 0 w 71527"/>
                <a:gd name="connsiteY5" fmla="*/ 0 h 103013"/>
                <a:gd name="connsiteX6" fmla="*/ 16187 w 71527"/>
                <a:gd name="connsiteY6" fmla="*/ 0 h 103013"/>
                <a:gd name="connsiteX7" fmla="*/ 35930 w 71527"/>
                <a:gd name="connsiteY7" fmla="*/ 53410 h 103013"/>
                <a:gd name="connsiteX8" fmla="*/ 56451 w 71527"/>
                <a:gd name="connsiteY8" fmla="*/ 0 h 10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 h="103013">
                  <a:moveTo>
                    <a:pt x="56488" y="0"/>
                  </a:moveTo>
                  <a:lnTo>
                    <a:pt x="71527" y="0"/>
                  </a:lnTo>
                  <a:lnTo>
                    <a:pt x="28448" y="103013"/>
                  </a:lnTo>
                  <a:lnTo>
                    <a:pt x="13409" y="103013"/>
                  </a:lnTo>
                  <a:lnTo>
                    <a:pt x="27670" y="68934"/>
                  </a:lnTo>
                  <a:lnTo>
                    <a:pt x="0" y="0"/>
                  </a:lnTo>
                  <a:lnTo>
                    <a:pt x="16187" y="0"/>
                  </a:lnTo>
                  <a:lnTo>
                    <a:pt x="35930" y="53410"/>
                  </a:lnTo>
                  <a:lnTo>
                    <a:pt x="56451" y="0"/>
                  </a:lnTo>
                  <a:close/>
                </a:path>
              </a:pathLst>
            </a:custGeom>
            <a:grpFill/>
            <a:ln w="3692" cap="flat">
              <a:noFill/>
              <a:prstDash val="solid"/>
              <a:miter/>
            </a:ln>
          </p:spPr>
          <p:txBody>
            <a:bodyPr rtlCol="0" anchor="ctr"/>
            <a:lstStyle/>
            <a:p>
              <a:endParaRPr lang="en-US">
                <a:solidFill>
                  <a:schemeClr val="bg2"/>
                </a:solidFill>
              </a:endParaRPr>
            </a:p>
          </p:txBody>
        </p:sp>
        <p:sp>
          <p:nvSpPr>
            <p:cNvPr id="30" name="Freeform 29">
              <a:extLst>
                <a:ext uri="{FF2B5EF4-FFF2-40B4-BE49-F238E27FC236}">
                  <a16:creationId xmlns:a16="http://schemas.microsoft.com/office/drawing/2014/main" id="{FBBB219B-B197-E7C6-20A0-48E2A20C7815}"/>
                </a:ext>
              </a:extLst>
            </p:cNvPr>
            <p:cNvSpPr/>
            <p:nvPr/>
          </p:nvSpPr>
          <p:spPr>
            <a:xfrm>
              <a:off x="4091251" y="6012282"/>
              <a:ext cx="86380" cy="90298"/>
            </a:xfrm>
            <a:custGeom>
              <a:avLst/>
              <a:gdLst>
                <a:gd name="connsiteX0" fmla="*/ 45228 w 86380"/>
                <a:gd name="connsiteY0" fmla="*/ 0 h 90298"/>
                <a:gd name="connsiteX1" fmla="*/ 86381 w 86380"/>
                <a:gd name="connsiteY1" fmla="*/ 26576 h 90298"/>
                <a:gd name="connsiteX2" fmla="*/ 68934 w 86380"/>
                <a:gd name="connsiteY2" fmla="*/ 26576 h 90298"/>
                <a:gd name="connsiteX3" fmla="*/ 45228 w 86380"/>
                <a:gd name="connsiteY3" fmla="*/ 12715 h 90298"/>
                <a:gd name="connsiteX4" fmla="*/ 14891 w 86380"/>
                <a:gd name="connsiteY4" fmla="*/ 45131 h 90298"/>
                <a:gd name="connsiteX5" fmla="*/ 45228 w 86380"/>
                <a:gd name="connsiteY5" fmla="*/ 77694 h 90298"/>
                <a:gd name="connsiteX6" fmla="*/ 68934 w 86380"/>
                <a:gd name="connsiteY6" fmla="*/ 63833 h 90298"/>
                <a:gd name="connsiteX7" fmla="*/ 86381 w 86380"/>
                <a:gd name="connsiteY7" fmla="*/ 63833 h 90298"/>
                <a:gd name="connsiteX8" fmla="*/ 45228 w 86380"/>
                <a:gd name="connsiteY8" fmla="*/ 90298 h 90298"/>
                <a:gd name="connsiteX9" fmla="*/ 0 w 86380"/>
                <a:gd name="connsiteY9" fmla="*/ 45168 h 90298"/>
                <a:gd name="connsiteX10" fmla="*/ 45228 w 86380"/>
                <a:gd name="connsiteY10" fmla="*/ 37 h 9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 h="90298">
                  <a:moveTo>
                    <a:pt x="45228" y="0"/>
                  </a:moveTo>
                  <a:cubicBezTo>
                    <a:pt x="63712" y="0"/>
                    <a:pt x="79640" y="9277"/>
                    <a:pt x="86381" y="26576"/>
                  </a:cubicBezTo>
                  <a:lnTo>
                    <a:pt x="68934" y="26576"/>
                  </a:lnTo>
                  <a:cubicBezTo>
                    <a:pt x="64230" y="17150"/>
                    <a:pt x="55822" y="12715"/>
                    <a:pt x="45228" y="12715"/>
                  </a:cubicBezTo>
                  <a:cubicBezTo>
                    <a:pt x="27633" y="12715"/>
                    <a:pt x="14891" y="25171"/>
                    <a:pt x="14891" y="45131"/>
                  </a:cubicBezTo>
                  <a:cubicBezTo>
                    <a:pt x="14891" y="65090"/>
                    <a:pt x="27633" y="77694"/>
                    <a:pt x="45228" y="77694"/>
                  </a:cubicBezTo>
                  <a:cubicBezTo>
                    <a:pt x="55822" y="77694"/>
                    <a:pt x="64230" y="73259"/>
                    <a:pt x="68934" y="63833"/>
                  </a:cubicBezTo>
                  <a:lnTo>
                    <a:pt x="86381" y="63833"/>
                  </a:lnTo>
                  <a:cubicBezTo>
                    <a:pt x="79640" y="81132"/>
                    <a:pt x="63712" y="90298"/>
                    <a:pt x="45228" y="90298"/>
                  </a:cubicBezTo>
                  <a:cubicBezTo>
                    <a:pt x="20262" y="90298"/>
                    <a:pt x="0" y="71743"/>
                    <a:pt x="0" y="45168"/>
                  </a:cubicBezTo>
                  <a:cubicBezTo>
                    <a:pt x="0" y="18592"/>
                    <a:pt x="20262" y="37"/>
                    <a:pt x="45228" y="37"/>
                  </a:cubicBezTo>
                  <a:close/>
                </a:path>
              </a:pathLst>
            </a:custGeom>
            <a:grpFill/>
            <a:ln w="3692" cap="flat">
              <a:noFill/>
              <a:prstDash val="solid"/>
              <a:miter/>
            </a:ln>
          </p:spPr>
          <p:txBody>
            <a:bodyPr rtlCol="0" anchor="ctr"/>
            <a:lstStyle/>
            <a:p>
              <a:endParaRPr lang="en-US">
                <a:solidFill>
                  <a:schemeClr val="bg2"/>
                </a:solidFill>
              </a:endParaRPr>
            </a:p>
          </p:txBody>
        </p:sp>
        <p:sp>
          <p:nvSpPr>
            <p:cNvPr id="31" name="Freeform 30">
              <a:extLst>
                <a:ext uri="{FF2B5EF4-FFF2-40B4-BE49-F238E27FC236}">
                  <a16:creationId xmlns:a16="http://schemas.microsoft.com/office/drawing/2014/main" id="{4DD20C31-016E-4412-810B-EA0F7B861263}"/>
                </a:ext>
              </a:extLst>
            </p:cNvPr>
            <p:cNvSpPr/>
            <p:nvPr/>
          </p:nvSpPr>
          <p:spPr>
            <a:xfrm>
              <a:off x="4187300"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8" y="72372"/>
                    <a:pt x="0" y="57476"/>
                    <a:pt x="0" y="35853"/>
                  </a:cubicBezTo>
                  <a:cubicBezTo>
                    <a:pt x="0" y="14230"/>
                    <a:pt x="14668"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bg2"/>
                </a:solidFill>
              </a:endParaRPr>
            </a:p>
          </p:txBody>
        </p:sp>
        <p:sp>
          <p:nvSpPr>
            <p:cNvPr id="32" name="Freeform 31">
              <a:extLst>
                <a:ext uri="{FF2B5EF4-FFF2-40B4-BE49-F238E27FC236}">
                  <a16:creationId xmlns:a16="http://schemas.microsoft.com/office/drawing/2014/main" id="{E214F3DA-F580-BB7E-A766-16621B6CB37F}"/>
                </a:ext>
              </a:extLst>
            </p:cNvPr>
            <p:cNvSpPr/>
            <p:nvPr/>
          </p:nvSpPr>
          <p:spPr>
            <a:xfrm>
              <a:off x="4274422" y="6030615"/>
              <a:ext cx="35559" cy="71225"/>
            </a:xfrm>
            <a:custGeom>
              <a:avLst/>
              <a:gdLst>
                <a:gd name="connsiteX0" fmla="*/ 14520 w 35559"/>
                <a:gd name="connsiteY0" fmla="*/ 71226 h 71225"/>
                <a:gd name="connsiteX1" fmla="*/ 0 w 35559"/>
                <a:gd name="connsiteY1" fmla="*/ 71226 h 71225"/>
                <a:gd name="connsiteX2" fmla="*/ 0 w 35559"/>
                <a:gd name="connsiteY2" fmla="*/ 1146 h 71225"/>
                <a:gd name="connsiteX3" fmla="*/ 14520 w 35559"/>
                <a:gd name="connsiteY3" fmla="*/ 1146 h 71225"/>
                <a:gd name="connsiteX4" fmla="*/ 14520 w 35559"/>
                <a:gd name="connsiteY4" fmla="*/ 11310 h 71225"/>
                <a:gd name="connsiteX5" fmla="*/ 35560 w 35559"/>
                <a:gd name="connsiteY5" fmla="*/ 0 h 71225"/>
                <a:gd name="connsiteX6" fmla="*/ 35560 w 35559"/>
                <a:gd name="connsiteY6" fmla="*/ 15007 h 71225"/>
                <a:gd name="connsiteX7" fmla="*/ 31856 w 35559"/>
                <a:gd name="connsiteY7" fmla="*/ 15007 h 71225"/>
                <a:gd name="connsiteX8" fmla="*/ 14520 w 35559"/>
                <a:gd name="connsiteY8" fmla="*/ 34338 h 71225"/>
                <a:gd name="connsiteX9" fmla="*/ 14520 w 35559"/>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59"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bg2"/>
                </a:solidFill>
              </a:endParaRPr>
            </a:p>
          </p:txBody>
        </p:sp>
        <p:sp>
          <p:nvSpPr>
            <p:cNvPr id="33" name="Freeform 32">
              <a:extLst>
                <a:ext uri="{FF2B5EF4-FFF2-40B4-BE49-F238E27FC236}">
                  <a16:creationId xmlns:a16="http://schemas.microsoft.com/office/drawing/2014/main" id="{779412A0-3A4E-AA86-E299-C06F162AC72A}"/>
                </a:ext>
              </a:extLst>
            </p:cNvPr>
            <p:cNvSpPr/>
            <p:nvPr/>
          </p:nvSpPr>
          <p:spPr>
            <a:xfrm>
              <a:off x="431583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0 w 69193"/>
                <a:gd name="connsiteY8" fmla="*/ 50342 h 72371"/>
                <a:gd name="connsiteX9" fmla="*/ 34967 w 69193"/>
                <a:gd name="connsiteY9" fmla="*/ 72335 h 72371"/>
                <a:gd name="connsiteX10" fmla="*/ 15150 w 69193"/>
                <a:gd name="connsiteY10" fmla="*/ 29865 h 72371"/>
                <a:gd name="connsiteX11" fmla="*/ 54007 w 69193"/>
                <a:gd name="connsiteY11" fmla="*/ 29865 h 72371"/>
                <a:gd name="connsiteX12" fmla="*/ 34375 w 69193"/>
                <a:gd name="connsiteY12" fmla="*/ 12197 h 72371"/>
                <a:gd name="connsiteX13" fmla="*/ 15113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83" y="39143"/>
                    <a:pt x="68675" y="41582"/>
                  </a:cubicBezTo>
                  <a:lnTo>
                    <a:pt x="15002" y="41582"/>
                  </a:lnTo>
                  <a:cubicBezTo>
                    <a:pt x="16039" y="53151"/>
                    <a:pt x="24299" y="60137"/>
                    <a:pt x="35004" y="60137"/>
                  </a:cubicBezTo>
                  <a:cubicBezTo>
                    <a:pt x="43931" y="60137"/>
                    <a:pt x="48895" y="55813"/>
                    <a:pt x="51562" y="50342"/>
                  </a:cubicBezTo>
                  <a:lnTo>
                    <a:pt x="67230" y="50342"/>
                  </a:lnTo>
                  <a:cubicBezTo>
                    <a:pt x="63267" y="62540"/>
                    <a:pt x="52192" y="72335"/>
                    <a:pt x="34967" y="72335"/>
                  </a:cubicBezTo>
                  <a:close/>
                  <a:moveTo>
                    <a:pt x="15150" y="29865"/>
                  </a:moveTo>
                  <a:lnTo>
                    <a:pt x="54007" y="29865"/>
                  </a:lnTo>
                  <a:cubicBezTo>
                    <a:pt x="53747" y="19072"/>
                    <a:pt x="45228" y="12197"/>
                    <a:pt x="34375" y="12197"/>
                  </a:cubicBezTo>
                  <a:cubicBezTo>
                    <a:pt x="24559" y="12197"/>
                    <a:pt x="16669" y="18814"/>
                    <a:pt x="15113" y="29865"/>
                  </a:cubicBezTo>
                  <a:close/>
                </a:path>
              </a:pathLst>
            </a:custGeom>
            <a:grpFill/>
            <a:ln w="3692" cap="flat">
              <a:noFill/>
              <a:prstDash val="solid"/>
              <a:miter/>
            </a:ln>
          </p:spPr>
          <p:txBody>
            <a:bodyPr rtlCol="0" anchor="ctr"/>
            <a:lstStyle/>
            <a:p>
              <a:endParaRPr lang="en-US">
                <a:solidFill>
                  <a:schemeClr val="bg2"/>
                </a:solidFill>
              </a:endParaRPr>
            </a:p>
          </p:txBody>
        </p:sp>
        <p:sp>
          <p:nvSpPr>
            <p:cNvPr id="34" name="Freeform 33">
              <a:extLst>
                <a:ext uri="{FF2B5EF4-FFF2-40B4-BE49-F238E27FC236}">
                  <a16:creationId xmlns:a16="http://schemas.microsoft.com/office/drawing/2014/main" id="{0A9BDF6D-23BC-7129-E7DB-228CC8743CA7}"/>
                </a:ext>
              </a:extLst>
            </p:cNvPr>
            <p:cNvSpPr/>
            <p:nvPr/>
          </p:nvSpPr>
          <p:spPr>
            <a:xfrm>
              <a:off x="4432442" y="6013428"/>
              <a:ext cx="61933" cy="88376"/>
            </a:xfrm>
            <a:custGeom>
              <a:avLst/>
              <a:gdLst>
                <a:gd name="connsiteX0" fmla="*/ 30596 w 61933"/>
                <a:gd name="connsiteY0" fmla="*/ 52523 h 88376"/>
                <a:gd name="connsiteX1" fmla="*/ 14520 w 61933"/>
                <a:gd name="connsiteY1" fmla="*/ 52523 h 88376"/>
                <a:gd name="connsiteX2" fmla="*/ 14520 w 61933"/>
                <a:gd name="connsiteY2" fmla="*/ 88376 h 88376"/>
                <a:gd name="connsiteX3" fmla="*/ 0 w 61933"/>
                <a:gd name="connsiteY3" fmla="*/ 88376 h 88376"/>
                <a:gd name="connsiteX4" fmla="*/ 0 w 61933"/>
                <a:gd name="connsiteY4" fmla="*/ 0 h 88376"/>
                <a:gd name="connsiteX5" fmla="*/ 30596 w 61933"/>
                <a:gd name="connsiteY5" fmla="*/ 0 h 88376"/>
                <a:gd name="connsiteX6" fmla="*/ 61933 w 61933"/>
                <a:gd name="connsiteY6" fmla="*/ 26317 h 88376"/>
                <a:gd name="connsiteX7" fmla="*/ 30596 w 61933"/>
                <a:gd name="connsiteY7" fmla="*/ 52523 h 88376"/>
                <a:gd name="connsiteX8" fmla="*/ 30596 w 61933"/>
                <a:gd name="connsiteY8" fmla="*/ 40695 h 88376"/>
                <a:gd name="connsiteX9" fmla="*/ 47043 w 61933"/>
                <a:gd name="connsiteY9" fmla="*/ 26317 h 88376"/>
                <a:gd name="connsiteX10" fmla="*/ 30596 w 61933"/>
                <a:gd name="connsiteY10" fmla="*/ 11828 h 88376"/>
                <a:gd name="connsiteX11" fmla="*/ 14520 w 61933"/>
                <a:gd name="connsiteY11" fmla="*/ 11828 h 88376"/>
                <a:gd name="connsiteX12" fmla="*/ 14520 w 61933"/>
                <a:gd name="connsiteY12" fmla="*/ 40695 h 88376"/>
                <a:gd name="connsiteX13" fmla="*/ 30596 w 61933"/>
                <a:gd name="connsiteY13" fmla="*/ 40695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933" h="88376">
                  <a:moveTo>
                    <a:pt x="30596" y="52523"/>
                  </a:moveTo>
                  <a:lnTo>
                    <a:pt x="14520" y="52523"/>
                  </a:lnTo>
                  <a:lnTo>
                    <a:pt x="14520" y="88376"/>
                  </a:lnTo>
                  <a:lnTo>
                    <a:pt x="0" y="88376"/>
                  </a:lnTo>
                  <a:lnTo>
                    <a:pt x="0" y="0"/>
                  </a:lnTo>
                  <a:lnTo>
                    <a:pt x="30596" y="0"/>
                  </a:lnTo>
                  <a:cubicBezTo>
                    <a:pt x="51636" y="0"/>
                    <a:pt x="61933" y="11939"/>
                    <a:pt x="61933" y="26317"/>
                  </a:cubicBezTo>
                  <a:cubicBezTo>
                    <a:pt x="61933" y="38921"/>
                    <a:pt x="53636" y="52523"/>
                    <a:pt x="30596" y="52523"/>
                  </a:cubicBezTo>
                  <a:close/>
                  <a:moveTo>
                    <a:pt x="30596" y="40695"/>
                  </a:moveTo>
                  <a:cubicBezTo>
                    <a:pt x="41931" y="40695"/>
                    <a:pt x="47043" y="35225"/>
                    <a:pt x="47043" y="26317"/>
                  </a:cubicBezTo>
                  <a:cubicBezTo>
                    <a:pt x="47043" y="17409"/>
                    <a:pt x="41931" y="11828"/>
                    <a:pt x="30596" y="11828"/>
                  </a:cubicBezTo>
                  <a:lnTo>
                    <a:pt x="14520" y="11828"/>
                  </a:lnTo>
                  <a:lnTo>
                    <a:pt x="14520" y="40695"/>
                  </a:lnTo>
                  <a:lnTo>
                    <a:pt x="30596" y="40695"/>
                  </a:lnTo>
                  <a:close/>
                </a:path>
              </a:pathLst>
            </a:custGeom>
            <a:grpFill/>
            <a:ln w="3692" cap="flat">
              <a:noFill/>
              <a:prstDash val="solid"/>
              <a:miter/>
            </a:ln>
          </p:spPr>
          <p:txBody>
            <a:bodyPr rtlCol="0" anchor="ctr"/>
            <a:lstStyle/>
            <a:p>
              <a:endParaRPr lang="en-US">
                <a:solidFill>
                  <a:schemeClr val="bg2"/>
                </a:solidFill>
              </a:endParaRPr>
            </a:p>
          </p:txBody>
        </p:sp>
        <p:sp>
          <p:nvSpPr>
            <p:cNvPr id="35" name="Freeform 34">
              <a:extLst>
                <a:ext uri="{FF2B5EF4-FFF2-40B4-BE49-F238E27FC236}">
                  <a16:creationId xmlns:a16="http://schemas.microsoft.com/office/drawing/2014/main" id="{C886B39C-0163-9AAD-4EDA-E066B35B950E}"/>
                </a:ext>
              </a:extLst>
            </p:cNvPr>
            <p:cNvSpPr/>
            <p:nvPr/>
          </p:nvSpPr>
          <p:spPr>
            <a:xfrm>
              <a:off x="4505117"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36" name="Freeform 35">
              <a:extLst>
                <a:ext uri="{FF2B5EF4-FFF2-40B4-BE49-F238E27FC236}">
                  <a16:creationId xmlns:a16="http://schemas.microsoft.com/office/drawing/2014/main" id="{5CF5EA2F-FA5E-F5CE-38A3-5D61C735A85F}"/>
                </a:ext>
              </a:extLst>
            </p:cNvPr>
            <p:cNvSpPr/>
            <p:nvPr/>
          </p:nvSpPr>
          <p:spPr>
            <a:xfrm>
              <a:off x="4532861"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190 w 72157"/>
                <a:gd name="connsiteY10" fmla="*/ 12604 h 72371"/>
                <a:gd name="connsiteX11" fmla="*/ 14891 w 72157"/>
                <a:gd name="connsiteY11" fmla="*/ 35890 h 72371"/>
                <a:gd name="connsiteX12" fmla="*/ 36190 w 72157"/>
                <a:gd name="connsiteY12" fmla="*/ 59804 h 72371"/>
                <a:gd name="connsiteX13" fmla="*/ 57489 w 72157"/>
                <a:gd name="connsiteY13" fmla="*/ 36149 h 72371"/>
                <a:gd name="connsiteX14" fmla="*/ 36190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190" y="12604"/>
                  </a:moveTo>
                  <a:cubicBezTo>
                    <a:pt x="25374" y="12604"/>
                    <a:pt x="14891" y="20736"/>
                    <a:pt x="14891" y="35890"/>
                  </a:cubicBezTo>
                  <a:cubicBezTo>
                    <a:pt x="14891" y="51044"/>
                    <a:pt x="25337" y="59804"/>
                    <a:pt x="36190" y="59804"/>
                  </a:cubicBezTo>
                  <a:cubicBezTo>
                    <a:pt x="47043" y="59804"/>
                    <a:pt x="57489" y="51266"/>
                    <a:pt x="57489" y="36149"/>
                  </a:cubicBezTo>
                  <a:cubicBezTo>
                    <a:pt x="57489" y="21031"/>
                    <a:pt x="47154" y="12604"/>
                    <a:pt x="36190" y="12604"/>
                  </a:cubicBezTo>
                  <a:close/>
                </a:path>
              </a:pathLst>
            </a:custGeom>
            <a:grpFill/>
            <a:ln w="3692" cap="flat">
              <a:noFill/>
              <a:prstDash val="solid"/>
              <a:miter/>
            </a:ln>
          </p:spPr>
          <p:txBody>
            <a:bodyPr rtlCol="0" anchor="ctr"/>
            <a:lstStyle/>
            <a:p>
              <a:endParaRPr lang="en-US">
                <a:solidFill>
                  <a:schemeClr val="bg2"/>
                </a:solidFill>
              </a:endParaRPr>
            </a:p>
          </p:txBody>
        </p:sp>
        <p:sp>
          <p:nvSpPr>
            <p:cNvPr id="37" name="Freeform 36">
              <a:extLst>
                <a:ext uri="{FF2B5EF4-FFF2-40B4-BE49-F238E27FC236}">
                  <a16:creationId xmlns:a16="http://schemas.microsoft.com/office/drawing/2014/main" id="{9B198829-A2FF-F1A9-D089-54413176FF02}"/>
                </a:ext>
              </a:extLst>
            </p:cNvPr>
            <p:cNvSpPr/>
            <p:nvPr/>
          </p:nvSpPr>
          <p:spPr>
            <a:xfrm>
              <a:off x="4616427"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bg2"/>
                </a:solidFill>
              </a:endParaRPr>
            </a:p>
          </p:txBody>
        </p:sp>
        <p:sp>
          <p:nvSpPr>
            <p:cNvPr id="38" name="Freeform 37">
              <a:extLst>
                <a:ext uri="{FF2B5EF4-FFF2-40B4-BE49-F238E27FC236}">
                  <a16:creationId xmlns:a16="http://schemas.microsoft.com/office/drawing/2014/main" id="{7F19E877-ECDD-37CD-4656-6DC0A9D2DDFE}"/>
                </a:ext>
              </a:extLst>
            </p:cNvPr>
            <p:cNvSpPr/>
            <p:nvPr/>
          </p:nvSpPr>
          <p:spPr>
            <a:xfrm>
              <a:off x="4663804" y="6003670"/>
              <a:ext cx="35967" cy="98170"/>
            </a:xfrm>
            <a:custGeom>
              <a:avLst/>
              <a:gdLst>
                <a:gd name="connsiteX0" fmla="*/ 8297 w 35967"/>
                <a:gd name="connsiteY0" fmla="*/ 39919 h 98170"/>
                <a:gd name="connsiteX1" fmla="*/ 0 w 35967"/>
                <a:gd name="connsiteY1" fmla="*/ 39919 h 98170"/>
                <a:gd name="connsiteX2" fmla="*/ 0 w 35967"/>
                <a:gd name="connsiteY2" fmla="*/ 28091 h 98170"/>
                <a:gd name="connsiteX3" fmla="*/ 8297 w 35967"/>
                <a:gd name="connsiteY3" fmla="*/ 28091 h 98170"/>
                <a:gd name="connsiteX4" fmla="*/ 8297 w 35967"/>
                <a:gd name="connsiteY4" fmla="*/ 23138 h 98170"/>
                <a:gd name="connsiteX5" fmla="*/ 34930 w 35967"/>
                <a:gd name="connsiteY5" fmla="*/ 0 h 98170"/>
                <a:gd name="connsiteX6" fmla="*/ 34930 w 35967"/>
                <a:gd name="connsiteY6" fmla="*/ 12087 h 98170"/>
                <a:gd name="connsiteX7" fmla="*/ 22966 w 35967"/>
                <a:gd name="connsiteY7" fmla="*/ 23138 h 98170"/>
                <a:gd name="connsiteX8" fmla="*/ 22966 w 35967"/>
                <a:gd name="connsiteY8" fmla="*/ 28091 h 98170"/>
                <a:gd name="connsiteX9" fmla="*/ 35967 w 35967"/>
                <a:gd name="connsiteY9" fmla="*/ 28091 h 98170"/>
                <a:gd name="connsiteX10" fmla="*/ 35967 w 35967"/>
                <a:gd name="connsiteY10" fmla="*/ 39919 h 98170"/>
                <a:gd name="connsiteX11" fmla="*/ 22966 w 35967"/>
                <a:gd name="connsiteY11" fmla="*/ 39919 h 98170"/>
                <a:gd name="connsiteX12" fmla="*/ 22966 w 35967"/>
                <a:gd name="connsiteY12" fmla="*/ 98171 h 98170"/>
                <a:gd name="connsiteX13" fmla="*/ 8297 w 35967"/>
                <a:gd name="connsiteY13" fmla="*/ 98171 h 98170"/>
                <a:gd name="connsiteX14" fmla="*/ 8297 w 35967"/>
                <a:gd name="connsiteY14" fmla="*/ 39919 h 9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67" h="98170">
                  <a:moveTo>
                    <a:pt x="8297" y="39919"/>
                  </a:moveTo>
                  <a:lnTo>
                    <a:pt x="0" y="39919"/>
                  </a:lnTo>
                  <a:lnTo>
                    <a:pt x="0" y="28091"/>
                  </a:lnTo>
                  <a:lnTo>
                    <a:pt x="8297" y="28091"/>
                  </a:lnTo>
                  <a:lnTo>
                    <a:pt x="8297" y="23138"/>
                  </a:lnTo>
                  <a:cubicBezTo>
                    <a:pt x="8297" y="6986"/>
                    <a:pt x="16595" y="0"/>
                    <a:pt x="34930" y="0"/>
                  </a:cubicBezTo>
                  <a:lnTo>
                    <a:pt x="34930" y="12087"/>
                  </a:lnTo>
                  <a:cubicBezTo>
                    <a:pt x="26003" y="12087"/>
                    <a:pt x="22966" y="15154"/>
                    <a:pt x="22966" y="23138"/>
                  </a:cubicBezTo>
                  <a:lnTo>
                    <a:pt x="22966" y="28091"/>
                  </a:lnTo>
                  <a:lnTo>
                    <a:pt x="35967" y="28091"/>
                  </a:lnTo>
                  <a:lnTo>
                    <a:pt x="35967" y="39919"/>
                  </a:lnTo>
                  <a:lnTo>
                    <a:pt x="22966" y="39919"/>
                  </a:lnTo>
                  <a:lnTo>
                    <a:pt x="22966" y="98171"/>
                  </a:lnTo>
                  <a:lnTo>
                    <a:pt x="8297" y="98171"/>
                  </a:lnTo>
                  <a:lnTo>
                    <a:pt x="8297" y="39919"/>
                  </a:lnTo>
                  <a:close/>
                </a:path>
              </a:pathLst>
            </a:custGeom>
            <a:grpFill/>
            <a:ln w="3692" cap="flat">
              <a:noFill/>
              <a:prstDash val="solid"/>
              <a:miter/>
            </a:ln>
          </p:spPr>
          <p:txBody>
            <a:bodyPr rtlCol="0" anchor="ctr"/>
            <a:lstStyle/>
            <a:p>
              <a:endParaRPr lang="en-US">
                <a:solidFill>
                  <a:schemeClr val="bg2"/>
                </a:solidFill>
              </a:endParaRPr>
            </a:p>
          </p:txBody>
        </p:sp>
        <p:sp>
          <p:nvSpPr>
            <p:cNvPr id="39" name="Freeform 38">
              <a:extLst>
                <a:ext uri="{FF2B5EF4-FFF2-40B4-BE49-F238E27FC236}">
                  <a16:creationId xmlns:a16="http://schemas.microsoft.com/office/drawing/2014/main" id="{5F875C94-1D2E-842F-A0FA-D5D69E6A7713}"/>
                </a:ext>
              </a:extLst>
            </p:cNvPr>
            <p:cNvSpPr/>
            <p:nvPr/>
          </p:nvSpPr>
          <p:spPr>
            <a:xfrm>
              <a:off x="4704364" y="6030615"/>
              <a:ext cx="71638" cy="72371"/>
            </a:xfrm>
            <a:custGeom>
              <a:avLst/>
              <a:gdLst>
                <a:gd name="connsiteX0" fmla="*/ 35190 w 71638"/>
                <a:gd name="connsiteY0" fmla="*/ 72372 h 72371"/>
                <a:gd name="connsiteX1" fmla="*/ 0 w 71638"/>
                <a:gd name="connsiteY1" fmla="*/ 36112 h 72371"/>
                <a:gd name="connsiteX2" fmla="*/ 35819 w 71638"/>
                <a:gd name="connsiteY2" fmla="*/ 0 h 72371"/>
                <a:gd name="connsiteX3" fmla="*/ 71639 w 71638"/>
                <a:gd name="connsiteY3" fmla="*/ 36112 h 72371"/>
                <a:gd name="connsiteX4" fmla="*/ 35190 w 71638"/>
                <a:gd name="connsiteY4" fmla="*/ 72372 h 72371"/>
                <a:gd name="connsiteX5" fmla="*/ 35190 w 71638"/>
                <a:gd name="connsiteY5" fmla="*/ 59767 h 72371"/>
                <a:gd name="connsiteX6" fmla="*/ 56711 w 71638"/>
                <a:gd name="connsiteY6" fmla="*/ 36112 h 72371"/>
                <a:gd name="connsiteX7" fmla="*/ 35560 w 71638"/>
                <a:gd name="connsiteY7" fmla="*/ 12567 h 72371"/>
                <a:gd name="connsiteX8" fmla="*/ 14780 w 71638"/>
                <a:gd name="connsiteY8" fmla="*/ 36112 h 72371"/>
                <a:gd name="connsiteX9" fmla="*/ 35190 w 71638"/>
                <a:gd name="connsiteY9" fmla="*/ 59767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638" h="72371">
                  <a:moveTo>
                    <a:pt x="35190" y="72372"/>
                  </a:moveTo>
                  <a:cubicBezTo>
                    <a:pt x="15187" y="72372"/>
                    <a:pt x="0" y="58141"/>
                    <a:pt x="0" y="36112"/>
                  </a:cubicBezTo>
                  <a:cubicBezTo>
                    <a:pt x="0" y="14083"/>
                    <a:pt x="15817" y="0"/>
                    <a:pt x="35819" y="0"/>
                  </a:cubicBezTo>
                  <a:cubicBezTo>
                    <a:pt x="55822" y="0"/>
                    <a:pt x="71639" y="14119"/>
                    <a:pt x="71639" y="36112"/>
                  </a:cubicBezTo>
                  <a:cubicBezTo>
                    <a:pt x="71639" y="58104"/>
                    <a:pt x="55340" y="72372"/>
                    <a:pt x="35190" y="72372"/>
                  </a:cubicBezTo>
                  <a:close/>
                  <a:moveTo>
                    <a:pt x="35190" y="59767"/>
                  </a:moveTo>
                  <a:cubicBezTo>
                    <a:pt x="46006" y="59767"/>
                    <a:pt x="56711" y="52006"/>
                    <a:pt x="56711" y="36112"/>
                  </a:cubicBezTo>
                  <a:cubicBezTo>
                    <a:pt x="56711" y="20218"/>
                    <a:pt x="46376" y="12567"/>
                    <a:pt x="35560" y="12567"/>
                  </a:cubicBezTo>
                  <a:cubicBezTo>
                    <a:pt x="24744" y="12567"/>
                    <a:pt x="14780" y="20181"/>
                    <a:pt x="14780" y="36112"/>
                  </a:cubicBezTo>
                  <a:cubicBezTo>
                    <a:pt x="14780" y="52042"/>
                    <a:pt x="24225" y="59767"/>
                    <a:pt x="35190" y="59767"/>
                  </a:cubicBezTo>
                  <a:close/>
                </a:path>
              </a:pathLst>
            </a:custGeom>
            <a:grpFill/>
            <a:ln w="3692" cap="flat">
              <a:noFill/>
              <a:prstDash val="solid"/>
              <a:miter/>
            </a:ln>
          </p:spPr>
          <p:txBody>
            <a:bodyPr rtlCol="0" anchor="ctr"/>
            <a:lstStyle/>
            <a:p>
              <a:endParaRPr lang="en-US">
                <a:solidFill>
                  <a:schemeClr val="bg2"/>
                </a:solidFill>
              </a:endParaRPr>
            </a:p>
          </p:txBody>
        </p:sp>
        <p:sp>
          <p:nvSpPr>
            <p:cNvPr id="40" name="Freeform 39">
              <a:extLst>
                <a:ext uri="{FF2B5EF4-FFF2-40B4-BE49-F238E27FC236}">
                  <a16:creationId xmlns:a16="http://schemas.microsoft.com/office/drawing/2014/main" id="{C42AA2CF-AAD5-0B73-E8EB-17020ECAD857}"/>
                </a:ext>
              </a:extLst>
            </p:cNvPr>
            <p:cNvSpPr/>
            <p:nvPr/>
          </p:nvSpPr>
          <p:spPr>
            <a:xfrm>
              <a:off x="4786560" y="6030615"/>
              <a:ext cx="35560" cy="71225"/>
            </a:xfrm>
            <a:custGeom>
              <a:avLst/>
              <a:gdLst>
                <a:gd name="connsiteX0" fmla="*/ 14520 w 35560"/>
                <a:gd name="connsiteY0" fmla="*/ 71226 h 71225"/>
                <a:gd name="connsiteX1" fmla="*/ 0 w 35560"/>
                <a:gd name="connsiteY1" fmla="*/ 71226 h 71225"/>
                <a:gd name="connsiteX2" fmla="*/ 0 w 35560"/>
                <a:gd name="connsiteY2" fmla="*/ 1146 h 71225"/>
                <a:gd name="connsiteX3" fmla="*/ 14520 w 35560"/>
                <a:gd name="connsiteY3" fmla="*/ 1146 h 71225"/>
                <a:gd name="connsiteX4" fmla="*/ 14520 w 35560"/>
                <a:gd name="connsiteY4" fmla="*/ 11310 h 71225"/>
                <a:gd name="connsiteX5" fmla="*/ 35560 w 35560"/>
                <a:gd name="connsiteY5" fmla="*/ 0 h 71225"/>
                <a:gd name="connsiteX6" fmla="*/ 35560 w 35560"/>
                <a:gd name="connsiteY6" fmla="*/ 15007 h 71225"/>
                <a:gd name="connsiteX7" fmla="*/ 31856 w 35560"/>
                <a:gd name="connsiteY7" fmla="*/ 15007 h 71225"/>
                <a:gd name="connsiteX8" fmla="*/ 14520 w 35560"/>
                <a:gd name="connsiteY8" fmla="*/ 34338 h 71225"/>
                <a:gd name="connsiteX9" fmla="*/ 14520 w 35560"/>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bg2"/>
                </a:solidFill>
              </a:endParaRPr>
            </a:p>
          </p:txBody>
        </p:sp>
        <p:sp>
          <p:nvSpPr>
            <p:cNvPr id="41" name="Freeform 40">
              <a:extLst>
                <a:ext uri="{FF2B5EF4-FFF2-40B4-BE49-F238E27FC236}">
                  <a16:creationId xmlns:a16="http://schemas.microsoft.com/office/drawing/2014/main" id="{3900F849-7871-BA8E-E117-49BFB7258036}"/>
                </a:ext>
              </a:extLst>
            </p:cNvPr>
            <p:cNvSpPr/>
            <p:nvPr/>
          </p:nvSpPr>
          <p:spPr>
            <a:xfrm>
              <a:off x="4832602" y="6030615"/>
              <a:ext cx="113939" cy="71225"/>
            </a:xfrm>
            <a:custGeom>
              <a:avLst/>
              <a:gdLst>
                <a:gd name="connsiteX0" fmla="*/ 99531 w 113939"/>
                <a:gd name="connsiteY0" fmla="*/ 32046 h 71225"/>
                <a:gd name="connsiteX1" fmla="*/ 81936 w 113939"/>
                <a:gd name="connsiteY1" fmla="*/ 12604 h 71225"/>
                <a:gd name="connsiteX2" fmla="*/ 64230 w 113939"/>
                <a:gd name="connsiteY2" fmla="*/ 32046 h 71225"/>
                <a:gd name="connsiteX3" fmla="*/ 64230 w 113939"/>
                <a:gd name="connsiteY3" fmla="*/ 71226 h 71225"/>
                <a:gd name="connsiteX4" fmla="*/ 49821 w 113939"/>
                <a:gd name="connsiteY4" fmla="*/ 71226 h 71225"/>
                <a:gd name="connsiteX5" fmla="*/ 49821 w 113939"/>
                <a:gd name="connsiteY5" fmla="*/ 32046 h 71225"/>
                <a:gd name="connsiteX6" fmla="*/ 32226 w 113939"/>
                <a:gd name="connsiteY6" fmla="*/ 12604 h 71225"/>
                <a:gd name="connsiteX7" fmla="*/ 14520 w 113939"/>
                <a:gd name="connsiteY7" fmla="*/ 32046 h 71225"/>
                <a:gd name="connsiteX8" fmla="*/ 14520 w 113939"/>
                <a:gd name="connsiteY8" fmla="*/ 71226 h 71225"/>
                <a:gd name="connsiteX9" fmla="*/ 0 w 113939"/>
                <a:gd name="connsiteY9" fmla="*/ 71226 h 71225"/>
                <a:gd name="connsiteX10" fmla="*/ 0 w 113939"/>
                <a:gd name="connsiteY10" fmla="*/ 1146 h 71225"/>
                <a:gd name="connsiteX11" fmla="*/ 14520 w 113939"/>
                <a:gd name="connsiteY11" fmla="*/ 1146 h 71225"/>
                <a:gd name="connsiteX12" fmla="*/ 14520 w 113939"/>
                <a:gd name="connsiteY12" fmla="*/ 9167 h 71225"/>
                <a:gd name="connsiteX13" fmla="*/ 35301 w 113939"/>
                <a:gd name="connsiteY13" fmla="*/ 0 h 71225"/>
                <a:gd name="connsiteX14" fmla="*/ 60526 w 113939"/>
                <a:gd name="connsiteY14" fmla="*/ 13861 h 71225"/>
                <a:gd name="connsiteX15" fmla="*/ 85010 w 113939"/>
                <a:gd name="connsiteY15" fmla="*/ 0 h 71225"/>
                <a:gd name="connsiteX16" fmla="*/ 113940 w 113939"/>
                <a:gd name="connsiteY16" fmla="*/ 29902 h 71225"/>
                <a:gd name="connsiteX17" fmla="*/ 113940 w 113939"/>
                <a:gd name="connsiteY17" fmla="*/ 71226 h 71225"/>
                <a:gd name="connsiteX18" fmla="*/ 99531 w 113939"/>
                <a:gd name="connsiteY18" fmla="*/ 71226 h 71225"/>
                <a:gd name="connsiteX19" fmla="*/ 99531 w 113939"/>
                <a:gd name="connsiteY19" fmla="*/ 3204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939" h="71225">
                  <a:moveTo>
                    <a:pt x="99531" y="32046"/>
                  </a:moveTo>
                  <a:cubicBezTo>
                    <a:pt x="99531" y="19183"/>
                    <a:pt x="92530" y="12604"/>
                    <a:pt x="81936" y="12604"/>
                  </a:cubicBezTo>
                  <a:cubicBezTo>
                    <a:pt x="71342" y="12604"/>
                    <a:pt x="64230" y="19220"/>
                    <a:pt x="64230" y="32046"/>
                  </a:cubicBezTo>
                  <a:lnTo>
                    <a:pt x="64230" y="71226"/>
                  </a:lnTo>
                  <a:lnTo>
                    <a:pt x="49821" y="71226"/>
                  </a:lnTo>
                  <a:lnTo>
                    <a:pt x="49821" y="32046"/>
                  </a:lnTo>
                  <a:cubicBezTo>
                    <a:pt x="49821" y="19183"/>
                    <a:pt x="42820" y="12604"/>
                    <a:pt x="32226" y="12604"/>
                  </a:cubicBezTo>
                  <a:cubicBezTo>
                    <a:pt x="21632" y="12604"/>
                    <a:pt x="14520" y="19220"/>
                    <a:pt x="14520" y="32046"/>
                  </a:cubicBezTo>
                  <a:lnTo>
                    <a:pt x="14520" y="71226"/>
                  </a:lnTo>
                  <a:lnTo>
                    <a:pt x="0" y="71226"/>
                  </a:lnTo>
                  <a:lnTo>
                    <a:pt x="0" y="1146"/>
                  </a:lnTo>
                  <a:lnTo>
                    <a:pt x="14520" y="1146"/>
                  </a:lnTo>
                  <a:lnTo>
                    <a:pt x="14520" y="9167"/>
                  </a:lnTo>
                  <a:cubicBezTo>
                    <a:pt x="19224" y="3437"/>
                    <a:pt x="26892" y="0"/>
                    <a:pt x="35301" y="0"/>
                  </a:cubicBezTo>
                  <a:cubicBezTo>
                    <a:pt x="46376" y="0"/>
                    <a:pt x="55673" y="4694"/>
                    <a:pt x="60526" y="13861"/>
                  </a:cubicBezTo>
                  <a:cubicBezTo>
                    <a:pt x="64860" y="5359"/>
                    <a:pt x="74787" y="0"/>
                    <a:pt x="85010" y="0"/>
                  </a:cubicBezTo>
                  <a:cubicBezTo>
                    <a:pt x="101457" y="0"/>
                    <a:pt x="113940" y="10312"/>
                    <a:pt x="113940" y="29902"/>
                  </a:cubicBezTo>
                  <a:lnTo>
                    <a:pt x="113940" y="71226"/>
                  </a:lnTo>
                  <a:lnTo>
                    <a:pt x="99531" y="71226"/>
                  </a:lnTo>
                  <a:lnTo>
                    <a:pt x="99531" y="32046"/>
                  </a:lnTo>
                  <a:close/>
                </a:path>
              </a:pathLst>
            </a:custGeom>
            <a:grpFill/>
            <a:ln w="3692" cap="flat">
              <a:noFill/>
              <a:prstDash val="solid"/>
              <a:miter/>
            </a:ln>
          </p:spPr>
          <p:txBody>
            <a:bodyPr rtlCol="0" anchor="ctr"/>
            <a:lstStyle/>
            <a:p>
              <a:endParaRPr lang="en-US">
                <a:solidFill>
                  <a:schemeClr val="bg2"/>
                </a:solidFill>
              </a:endParaRPr>
            </a:p>
          </p:txBody>
        </p:sp>
      </p:grpSp>
    </p:spTree>
    <p:extLst>
      <p:ext uri="{BB962C8B-B14F-4D97-AF65-F5344CB8AC3E}">
        <p14:creationId xmlns:p14="http://schemas.microsoft.com/office/powerpoint/2010/main" val="18662115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olid (Espresso Circle Image)">
    <p:bg>
      <p:bgPr>
        <a:solidFill>
          <a:srgbClr val="301E0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87166-8C02-34CB-79A5-F46042E77BED}"/>
              </a:ext>
            </a:extLst>
          </p:cNvPr>
          <p:cNvSpPr>
            <a:spLocks noGrp="1"/>
          </p:cNvSpPr>
          <p:nvPr>
            <p:ph type="ctrTitle"/>
          </p:nvPr>
        </p:nvSpPr>
        <p:spPr>
          <a:xfrm>
            <a:off x="838200" y="2069025"/>
            <a:ext cx="5803605" cy="2383694"/>
          </a:xfrm>
        </p:spPr>
        <p:txBody>
          <a:bodyPr anchor="b">
            <a:noAutofit/>
          </a:bodyPr>
          <a:lstStyle>
            <a:lvl1pPr algn="l">
              <a:lnSpc>
                <a:spcPts val="4400"/>
              </a:lnSpc>
              <a:defRPr sz="4000" b="0" i="0">
                <a:solidFill>
                  <a:srgbClr val="FEF3D8"/>
                </a:solidFill>
              </a:defRPr>
            </a:lvl1pPr>
          </a:lstStyle>
          <a:p>
            <a:r>
              <a:rPr lang="en-US"/>
              <a:t>Click to edit Master title style</a:t>
            </a:r>
          </a:p>
        </p:txBody>
      </p:sp>
      <p:sp>
        <p:nvSpPr>
          <p:cNvPr id="3" name="Subtitle 2">
            <a:extLst>
              <a:ext uri="{FF2B5EF4-FFF2-40B4-BE49-F238E27FC236}">
                <a16:creationId xmlns:a16="http://schemas.microsoft.com/office/drawing/2014/main" id="{21D7DCB6-F293-6F6A-A043-F9DBCE059902}"/>
              </a:ext>
            </a:extLst>
          </p:cNvPr>
          <p:cNvSpPr>
            <a:spLocks noGrp="1"/>
          </p:cNvSpPr>
          <p:nvPr>
            <p:ph type="subTitle" idx="1"/>
          </p:nvPr>
        </p:nvSpPr>
        <p:spPr>
          <a:xfrm>
            <a:off x="838200" y="4681319"/>
            <a:ext cx="5803606" cy="720024"/>
          </a:xfrm>
        </p:spPr>
        <p:txBody>
          <a:bodyPr>
            <a:noAutofit/>
          </a:bodyPr>
          <a:lstStyle>
            <a:lvl1pPr marL="0" indent="0" algn="l">
              <a:lnSpc>
                <a:spcPts val="2400"/>
              </a:lnSpc>
              <a:buNone/>
              <a:defRPr sz="2000" b="0" i="0">
                <a:solidFill>
                  <a:srgbClr val="FEF8E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7" name="Text Placeholder 16">
            <a:extLst>
              <a:ext uri="{FF2B5EF4-FFF2-40B4-BE49-F238E27FC236}">
                <a16:creationId xmlns:a16="http://schemas.microsoft.com/office/drawing/2014/main" id="{E770CD35-04C2-6CC5-51BB-2793E84BE345}"/>
              </a:ext>
            </a:extLst>
          </p:cNvPr>
          <p:cNvSpPr>
            <a:spLocks noGrp="1"/>
          </p:cNvSpPr>
          <p:nvPr>
            <p:ph type="body" sz="quarter" idx="10"/>
          </p:nvPr>
        </p:nvSpPr>
        <p:spPr>
          <a:xfrm>
            <a:off x="838200" y="5614769"/>
            <a:ext cx="5803605" cy="196529"/>
          </a:xfrm>
        </p:spPr>
        <p:txBody>
          <a:bodyPr wrap="square">
            <a:spAutoFit/>
          </a:bodyPr>
          <a:lstStyle>
            <a:lvl1pPr marL="0" indent="0" algn="l">
              <a:buFontTx/>
              <a:buNone/>
              <a:defRPr b="0" i="0">
                <a:solidFill>
                  <a:srgbClr val="FEF8E8"/>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13" name="Picture Placeholder 12">
            <a:extLst>
              <a:ext uri="{FF2B5EF4-FFF2-40B4-BE49-F238E27FC236}">
                <a16:creationId xmlns:a16="http://schemas.microsoft.com/office/drawing/2014/main" id="{2B5BFA78-544C-140A-F31E-89621D7EC636}"/>
              </a:ext>
            </a:extLst>
          </p:cNvPr>
          <p:cNvSpPr>
            <a:spLocks noGrp="1"/>
          </p:cNvSpPr>
          <p:nvPr>
            <p:ph type="pic" sz="quarter" idx="11"/>
          </p:nvPr>
        </p:nvSpPr>
        <p:spPr>
          <a:xfrm>
            <a:off x="6963388" y="1"/>
            <a:ext cx="5228612" cy="5082363"/>
          </a:xfrm>
          <a:custGeom>
            <a:avLst/>
            <a:gdLst>
              <a:gd name="connsiteX0" fmla="*/ 811264 w 5228612"/>
              <a:gd name="connsiteY0" fmla="*/ 0 h 5082363"/>
              <a:gd name="connsiteX1" fmla="*/ 5228612 w 5228612"/>
              <a:gd name="connsiteY1" fmla="*/ 0 h 5082363"/>
              <a:gd name="connsiteX2" fmla="*/ 5228612 w 5228612"/>
              <a:gd name="connsiteY2" fmla="*/ 4125953 h 5082363"/>
              <a:gd name="connsiteX3" fmla="*/ 5164735 w 5228612"/>
              <a:gd name="connsiteY3" fmla="*/ 4196235 h 5082363"/>
              <a:gd name="connsiteX4" fmla="*/ 3025432 w 5228612"/>
              <a:gd name="connsiteY4" fmla="*/ 5082363 h 5082363"/>
              <a:gd name="connsiteX5" fmla="*/ 0 w 5228612"/>
              <a:gd name="connsiteY5" fmla="*/ 2056931 h 5082363"/>
              <a:gd name="connsiteX6" fmla="*/ 690862 w 5228612"/>
              <a:gd name="connsiteY6" fmla="*/ 132475 h 5082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28612" h="5082363">
                <a:moveTo>
                  <a:pt x="811264" y="0"/>
                </a:moveTo>
                <a:lnTo>
                  <a:pt x="5228612" y="0"/>
                </a:lnTo>
                <a:lnTo>
                  <a:pt x="5228612" y="4125953"/>
                </a:lnTo>
                <a:lnTo>
                  <a:pt x="5164735" y="4196235"/>
                </a:lnTo>
                <a:cubicBezTo>
                  <a:pt x="4617240" y="4743730"/>
                  <a:pt x="3860882" y="5082363"/>
                  <a:pt x="3025432" y="5082363"/>
                </a:cubicBezTo>
                <a:cubicBezTo>
                  <a:pt x="1354532" y="5082363"/>
                  <a:pt x="0" y="3727831"/>
                  <a:pt x="0" y="2056931"/>
                </a:cubicBezTo>
                <a:cubicBezTo>
                  <a:pt x="0" y="1325912"/>
                  <a:pt x="259266" y="655448"/>
                  <a:pt x="690862" y="132475"/>
                </a:cubicBezTo>
                <a:close/>
              </a:path>
            </a:pathLst>
          </a:custGeom>
          <a:noFill/>
        </p:spPr>
        <p:txBody>
          <a:bodyPr wrap="square" tIns="548640" anchor="t" anchorCtr="0">
            <a:noAutofit/>
          </a:bodyPr>
          <a:lstStyle>
            <a:lvl1pPr marL="0" indent="0" algn="ctr">
              <a:buFontTx/>
              <a:buNone/>
              <a:defRPr b="0" i="0">
                <a:solidFill>
                  <a:srgbClr val="FEF8E8"/>
                </a:solidFill>
              </a:defRPr>
            </a:lvl1pPr>
          </a:lstStyle>
          <a:p>
            <a:r>
              <a:rPr lang="en-US"/>
              <a:t>Click icon to add picture</a:t>
            </a:r>
          </a:p>
        </p:txBody>
      </p:sp>
      <p:grpSp>
        <p:nvGrpSpPr>
          <p:cNvPr id="5" name="Group 4">
            <a:extLst>
              <a:ext uri="{FF2B5EF4-FFF2-40B4-BE49-F238E27FC236}">
                <a16:creationId xmlns:a16="http://schemas.microsoft.com/office/drawing/2014/main" id="{C164DF55-9997-3DF4-155F-CBA7577F9717}"/>
              </a:ext>
            </a:extLst>
          </p:cNvPr>
          <p:cNvGrpSpPr/>
          <p:nvPr userDrawn="1"/>
        </p:nvGrpSpPr>
        <p:grpSpPr>
          <a:xfrm>
            <a:off x="838199" y="782937"/>
            <a:ext cx="2122674" cy="623780"/>
            <a:chOff x="2649665" y="5459914"/>
            <a:chExt cx="2297877" cy="675266"/>
          </a:xfrm>
          <a:solidFill>
            <a:schemeClr val="bg2"/>
          </a:solidFill>
        </p:grpSpPr>
        <p:sp>
          <p:nvSpPr>
            <p:cNvPr id="6" name="Freeform 5">
              <a:extLst>
                <a:ext uri="{FF2B5EF4-FFF2-40B4-BE49-F238E27FC236}">
                  <a16:creationId xmlns:a16="http://schemas.microsoft.com/office/drawing/2014/main" id="{CD84372A-35DD-12C5-1E0F-BA4295313EC2}"/>
                </a:ext>
              </a:extLst>
            </p:cNvPr>
            <p:cNvSpPr/>
            <p:nvPr/>
          </p:nvSpPr>
          <p:spPr>
            <a:xfrm>
              <a:off x="3209512" y="5624255"/>
              <a:ext cx="144721" cy="250528"/>
            </a:xfrm>
            <a:custGeom>
              <a:avLst/>
              <a:gdLst>
                <a:gd name="connsiteX0" fmla="*/ 141203 w 144721"/>
                <a:gd name="connsiteY0" fmla="*/ 204511 h 250528"/>
                <a:gd name="connsiteX1" fmla="*/ 144722 w 144721"/>
                <a:gd name="connsiteY1" fmla="*/ 208022 h 250528"/>
                <a:gd name="connsiteX2" fmla="*/ 144722 w 144721"/>
                <a:gd name="connsiteY2" fmla="*/ 247017 h 250528"/>
                <a:gd name="connsiteX3" fmla="*/ 141203 w 144721"/>
                <a:gd name="connsiteY3" fmla="*/ 250528 h 250528"/>
                <a:gd name="connsiteX4" fmla="*/ 3519 w 144721"/>
                <a:gd name="connsiteY4" fmla="*/ 250528 h 250528"/>
                <a:gd name="connsiteX5" fmla="*/ 0 w 144721"/>
                <a:gd name="connsiteY5" fmla="*/ 247017 h 250528"/>
                <a:gd name="connsiteX6" fmla="*/ 0 w 144721"/>
                <a:gd name="connsiteY6" fmla="*/ 3511 h 250528"/>
                <a:gd name="connsiteX7" fmla="*/ 3519 w 144721"/>
                <a:gd name="connsiteY7" fmla="*/ 0 h 250528"/>
                <a:gd name="connsiteX8" fmla="*/ 48599 w 144721"/>
                <a:gd name="connsiteY8" fmla="*/ 0 h 250528"/>
                <a:gd name="connsiteX9" fmla="*/ 52118 w 144721"/>
                <a:gd name="connsiteY9" fmla="*/ 3511 h 250528"/>
                <a:gd name="connsiteX10" fmla="*/ 52118 w 144721"/>
                <a:gd name="connsiteY10" fmla="*/ 200999 h 250528"/>
                <a:gd name="connsiteX11" fmla="*/ 55636 w 144721"/>
                <a:gd name="connsiteY11" fmla="*/ 204511 h 250528"/>
                <a:gd name="connsiteX12" fmla="*/ 141203 w 144721"/>
                <a:gd name="connsiteY12" fmla="*/ 204511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21" h="250528">
                  <a:moveTo>
                    <a:pt x="141203" y="204511"/>
                  </a:moveTo>
                  <a:cubicBezTo>
                    <a:pt x="143536" y="204511"/>
                    <a:pt x="144722" y="205693"/>
                    <a:pt x="144722" y="208022"/>
                  </a:cubicBezTo>
                  <a:lnTo>
                    <a:pt x="144722" y="247017"/>
                  </a:lnTo>
                  <a:cubicBezTo>
                    <a:pt x="144722" y="249345"/>
                    <a:pt x="143536" y="250528"/>
                    <a:pt x="141203" y="250528"/>
                  </a:cubicBezTo>
                  <a:lnTo>
                    <a:pt x="3519" y="250528"/>
                  </a:lnTo>
                  <a:cubicBezTo>
                    <a:pt x="1185" y="250528"/>
                    <a:pt x="0" y="249345"/>
                    <a:pt x="0" y="247017"/>
                  </a:cubicBezTo>
                  <a:lnTo>
                    <a:pt x="0" y="3511"/>
                  </a:lnTo>
                  <a:cubicBezTo>
                    <a:pt x="0" y="1183"/>
                    <a:pt x="1185" y="0"/>
                    <a:pt x="3519" y="0"/>
                  </a:cubicBezTo>
                  <a:lnTo>
                    <a:pt x="48599" y="0"/>
                  </a:lnTo>
                  <a:cubicBezTo>
                    <a:pt x="50932" y="0"/>
                    <a:pt x="52118" y="1183"/>
                    <a:pt x="52118" y="3511"/>
                  </a:cubicBezTo>
                  <a:lnTo>
                    <a:pt x="52118" y="200999"/>
                  </a:lnTo>
                  <a:cubicBezTo>
                    <a:pt x="52118" y="203328"/>
                    <a:pt x="53303" y="204511"/>
                    <a:pt x="55636" y="204511"/>
                  </a:cubicBezTo>
                  <a:lnTo>
                    <a:pt x="141203" y="204511"/>
                  </a:lnTo>
                  <a:close/>
                </a:path>
              </a:pathLst>
            </a:custGeom>
            <a:grpFill/>
            <a:ln w="3692" cap="flat">
              <a:noFill/>
              <a:prstDash val="solid"/>
              <a:miter/>
            </a:ln>
          </p:spPr>
          <p:txBody>
            <a:bodyPr rtlCol="0" anchor="ctr"/>
            <a:lstStyle/>
            <a:p>
              <a:endParaRPr lang="en-US">
                <a:solidFill>
                  <a:schemeClr val="bg2"/>
                </a:solidFill>
              </a:endParaRPr>
            </a:p>
          </p:txBody>
        </p:sp>
        <p:sp>
          <p:nvSpPr>
            <p:cNvPr id="7" name="Freeform 6">
              <a:extLst>
                <a:ext uri="{FF2B5EF4-FFF2-40B4-BE49-F238E27FC236}">
                  <a16:creationId xmlns:a16="http://schemas.microsoft.com/office/drawing/2014/main" id="{59FB9D7E-E3B4-F7F6-183B-E9A5D77FD595}"/>
                </a:ext>
              </a:extLst>
            </p:cNvPr>
            <p:cNvSpPr/>
            <p:nvPr/>
          </p:nvSpPr>
          <p:spPr>
            <a:xfrm>
              <a:off x="3418177" y="5624255"/>
              <a:ext cx="255689" cy="250602"/>
            </a:xfrm>
            <a:custGeom>
              <a:avLst/>
              <a:gdLst>
                <a:gd name="connsiteX0" fmla="*/ 113412 w 255689"/>
                <a:gd name="connsiteY0" fmla="*/ 2476 h 250602"/>
                <a:gd name="connsiteX1" fmla="*/ 117635 w 255689"/>
                <a:gd name="connsiteY1" fmla="*/ 0 h 250602"/>
                <a:gd name="connsiteX2" fmla="*/ 138415 w 255689"/>
                <a:gd name="connsiteY2" fmla="*/ 0 h 250602"/>
                <a:gd name="connsiteX3" fmla="*/ 142638 w 255689"/>
                <a:gd name="connsiteY3" fmla="*/ 2476 h 250602"/>
                <a:gd name="connsiteX4" fmla="*/ 255319 w 255689"/>
                <a:gd name="connsiteY4" fmla="*/ 246352 h 250602"/>
                <a:gd name="connsiteX5" fmla="*/ 255689 w 255689"/>
                <a:gd name="connsiteY5" fmla="*/ 248126 h 250602"/>
                <a:gd name="connsiteX6" fmla="*/ 252874 w 255689"/>
                <a:gd name="connsiteY6" fmla="*/ 250602 h 250602"/>
                <a:gd name="connsiteX7" fmla="*/ 202868 w 255689"/>
                <a:gd name="connsiteY7" fmla="*/ 250602 h 250602"/>
                <a:gd name="connsiteX8" fmla="*/ 198645 w 255689"/>
                <a:gd name="connsiteY8" fmla="*/ 248126 h 250602"/>
                <a:gd name="connsiteX9" fmla="*/ 181050 w 255689"/>
                <a:gd name="connsiteY9" fmla="*/ 210166 h 250602"/>
                <a:gd name="connsiteX10" fmla="*/ 177161 w 255689"/>
                <a:gd name="connsiteY10" fmla="*/ 207689 h 250602"/>
                <a:gd name="connsiteX11" fmla="*/ 78556 w 255689"/>
                <a:gd name="connsiteY11" fmla="*/ 207689 h 250602"/>
                <a:gd name="connsiteX12" fmla="*/ 74333 w 255689"/>
                <a:gd name="connsiteY12" fmla="*/ 210166 h 250602"/>
                <a:gd name="connsiteX13" fmla="*/ 56739 w 255689"/>
                <a:gd name="connsiteY13" fmla="*/ 248126 h 250602"/>
                <a:gd name="connsiteX14" fmla="*/ 52849 w 255689"/>
                <a:gd name="connsiteY14" fmla="*/ 250602 h 250602"/>
                <a:gd name="connsiteX15" fmla="*/ 2843 w 255689"/>
                <a:gd name="connsiteY15" fmla="*/ 250602 h 250602"/>
                <a:gd name="connsiteX16" fmla="*/ 361 w 255689"/>
                <a:gd name="connsiteY16" fmla="*/ 249382 h 250602"/>
                <a:gd name="connsiteX17" fmla="*/ 361 w 255689"/>
                <a:gd name="connsiteY17" fmla="*/ 246388 h 250602"/>
                <a:gd name="connsiteX18" fmla="*/ 113412 w 255689"/>
                <a:gd name="connsiteY18" fmla="*/ 2513 h 250602"/>
                <a:gd name="connsiteX19" fmla="*/ 96188 w 255689"/>
                <a:gd name="connsiteY19" fmla="*/ 157421 h 250602"/>
                <a:gd name="connsiteX20" fmla="*/ 95817 w 255689"/>
                <a:gd name="connsiteY20" fmla="*/ 159195 h 250602"/>
                <a:gd name="connsiteX21" fmla="*/ 98633 w 255689"/>
                <a:gd name="connsiteY21" fmla="*/ 161672 h 250602"/>
                <a:gd name="connsiteX22" fmla="*/ 157084 w 255689"/>
                <a:gd name="connsiteY22" fmla="*/ 161672 h 250602"/>
                <a:gd name="connsiteX23" fmla="*/ 159566 w 255689"/>
                <a:gd name="connsiteY23" fmla="*/ 160452 h 250602"/>
                <a:gd name="connsiteX24" fmla="*/ 159566 w 255689"/>
                <a:gd name="connsiteY24" fmla="*/ 157458 h 250602"/>
                <a:gd name="connsiteX25" fmla="*/ 130340 w 255689"/>
                <a:gd name="connsiteY25" fmla="*/ 89633 h 250602"/>
                <a:gd name="connsiteX26" fmla="*/ 127859 w 255689"/>
                <a:gd name="connsiteY26" fmla="*/ 87859 h 250602"/>
                <a:gd name="connsiteX27" fmla="*/ 125377 w 255689"/>
                <a:gd name="connsiteY27" fmla="*/ 89633 h 250602"/>
                <a:gd name="connsiteX28" fmla="*/ 96151 w 255689"/>
                <a:gd name="connsiteY28" fmla="*/ 157458 h 25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5689" h="250602">
                  <a:moveTo>
                    <a:pt x="113412" y="2476"/>
                  </a:moveTo>
                  <a:cubicBezTo>
                    <a:pt x="114116" y="850"/>
                    <a:pt x="115524" y="0"/>
                    <a:pt x="117635" y="0"/>
                  </a:cubicBezTo>
                  <a:lnTo>
                    <a:pt x="138415" y="0"/>
                  </a:lnTo>
                  <a:cubicBezTo>
                    <a:pt x="140527" y="0"/>
                    <a:pt x="141934" y="813"/>
                    <a:pt x="142638" y="2476"/>
                  </a:cubicBezTo>
                  <a:lnTo>
                    <a:pt x="255319" y="246352"/>
                  </a:lnTo>
                  <a:cubicBezTo>
                    <a:pt x="255541" y="246832"/>
                    <a:pt x="255689" y="247423"/>
                    <a:pt x="255689" y="248126"/>
                  </a:cubicBezTo>
                  <a:cubicBezTo>
                    <a:pt x="255689" y="249752"/>
                    <a:pt x="254763" y="250602"/>
                    <a:pt x="252874" y="250602"/>
                  </a:cubicBezTo>
                  <a:lnTo>
                    <a:pt x="202868" y="250602"/>
                  </a:lnTo>
                  <a:cubicBezTo>
                    <a:pt x="200756" y="250602"/>
                    <a:pt x="199349" y="249789"/>
                    <a:pt x="198645" y="248126"/>
                  </a:cubicBezTo>
                  <a:lnTo>
                    <a:pt x="181050" y="210166"/>
                  </a:lnTo>
                  <a:cubicBezTo>
                    <a:pt x="180346" y="208539"/>
                    <a:pt x="179050" y="207689"/>
                    <a:pt x="177161" y="207689"/>
                  </a:cubicBezTo>
                  <a:lnTo>
                    <a:pt x="78556" y="207689"/>
                  </a:lnTo>
                  <a:cubicBezTo>
                    <a:pt x="76445" y="207689"/>
                    <a:pt x="75037" y="208502"/>
                    <a:pt x="74333" y="210166"/>
                  </a:cubicBezTo>
                  <a:lnTo>
                    <a:pt x="56739" y="248126"/>
                  </a:lnTo>
                  <a:cubicBezTo>
                    <a:pt x="56035" y="249752"/>
                    <a:pt x="54738" y="250602"/>
                    <a:pt x="52849" y="250602"/>
                  </a:cubicBezTo>
                  <a:lnTo>
                    <a:pt x="2843" y="250602"/>
                  </a:lnTo>
                  <a:cubicBezTo>
                    <a:pt x="1658" y="250602"/>
                    <a:pt x="843" y="250196"/>
                    <a:pt x="361" y="249382"/>
                  </a:cubicBezTo>
                  <a:cubicBezTo>
                    <a:pt x="-120" y="248569"/>
                    <a:pt x="-120" y="247571"/>
                    <a:pt x="361" y="246388"/>
                  </a:cubicBezTo>
                  <a:lnTo>
                    <a:pt x="113412" y="2513"/>
                  </a:lnTo>
                  <a:close/>
                  <a:moveTo>
                    <a:pt x="96188" y="157421"/>
                  </a:moveTo>
                  <a:cubicBezTo>
                    <a:pt x="95966" y="157902"/>
                    <a:pt x="95817" y="158493"/>
                    <a:pt x="95817" y="159195"/>
                  </a:cubicBezTo>
                  <a:cubicBezTo>
                    <a:pt x="95817" y="160822"/>
                    <a:pt x="96743" y="161672"/>
                    <a:pt x="98633" y="161672"/>
                  </a:cubicBezTo>
                  <a:lnTo>
                    <a:pt x="157084" y="161672"/>
                  </a:lnTo>
                  <a:cubicBezTo>
                    <a:pt x="158270" y="161672"/>
                    <a:pt x="159085" y="161265"/>
                    <a:pt x="159566" y="160452"/>
                  </a:cubicBezTo>
                  <a:cubicBezTo>
                    <a:pt x="160048" y="159639"/>
                    <a:pt x="160048" y="158641"/>
                    <a:pt x="159566" y="157458"/>
                  </a:cubicBezTo>
                  <a:lnTo>
                    <a:pt x="130340" y="89633"/>
                  </a:lnTo>
                  <a:cubicBezTo>
                    <a:pt x="130118" y="88450"/>
                    <a:pt x="129266" y="87859"/>
                    <a:pt x="127859" y="87859"/>
                  </a:cubicBezTo>
                  <a:cubicBezTo>
                    <a:pt x="126932" y="87859"/>
                    <a:pt x="126080" y="88450"/>
                    <a:pt x="125377" y="89633"/>
                  </a:cubicBezTo>
                  <a:lnTo>
                    <a:pt x="96151" y="157458"/>
                  </a:lnTo>
                  <a:close/>
                </a:path>
              </a:pathLst>
            </a:custGeom>
            <a:grpFill/>
            <a:ln w="3692" cap="flat">
              <a:noFill/>
              <a:prstDash val="solid"/>
              <a:miter/>
            </a:ln>
          </p:spPr>
          <p:txBody>
            <a:bodyPr rtlCol="0" anchor="ctr"/>
            <a:lstStyle/>
            <a:p>
              <a:endParaRPr lang="en-US">
                <a:solidFill>
                  <a:schemeClr val="bg2"/>
                </a:solidFill>
              </a:endParaRPr>
            </a:p>
          </p:txBody>
        </p:sp>
        <p:sp>
          <p:nvSpPr>
            <p:cNvPr id="8" name="Freeform 7">
              <a:extLst>
                <a:ext uri="{FF2B5EF4-FFF2-40B4-BE49-F238E27FC236}">
                  <a16:creationId xmlns:a16="http://schemas.microsoft.com/office/drawing/2014/main" id="{B79B448F-5EA1-729B-91DC-7C8A9C321DD1}"/>
                </a:ext>
              </a:extLst>
            </p:cNvPr>
            <p:cNvSpPr/>
            <p:nvPr/>
          </p:nvSpPr>
          <p:spPr>
            <a:xfrm>
              <a:off x="3736096"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2 w 202839"/>
                <a:gd name="connsiteY3" fmla="*/ 248421 h 250528"/>
                <a:gd name="connsiteX4" fmla="*/ 56377 w 202839"/>
                <a:gd name="connsiteY4" fmla="*/ 105748 h 250528"/>
                <a:gd name="connsiteX5" fmla="*/ 53896 w 202839"/>
                <a:gd name="connsiteY5" fmla="*/ 104344 h 250528"/>
                <a:gd name="connsiteX6" fmla="*/ 52117 w 202839"/>
                <a:gd name="connsiteY6" fmla="*/ 107522 h 250528"/>
                <a:gd name="connsiteX7" fmla="*/ 52117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7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2" y="248421"/>
                  </a:cubicBezTo>
                  <a:lnTo>
                    <a:pt x="56377" y="105748"/>
                  </a:lnTo>
                  <a:cubicBezTo>
                    <a:pt x="55451" y="104824"/>
                    <a:pt x="54599" y="104344"/>
                    <a:pt x="53896" y="104344"/>
                  </a:cubicBezTo>
                  <a:cubicBezTo>
                    <a:pt x="52710" y="104344"/>
                    <a:pt x="52117" y="105416"/>
                    <a:pt x="52117" y="107522"/>
                  </a:cubicBezTo>
                  <a:lnTo>
                    <a:pt x="52117" y="247017"/>
                  </a:lnTo>
                  <a:cubicBezTo>
                    <a:pt x="52117"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7" y="2107"/>
                  </a:cubicBezTo>
                  <a:lnTo>
                    <a:pt x="146463" y="144410"/>
                  </a:lnTo>
                  <a:cubicBezTo>
                    <a:pt x="147166"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bg2"/>
                </a:solidFill>
              </a:endParaRPr>
            </a:p>
          </p:txBody>
        </p:sp>
        <p:sp>
          <p:nvSpPr>
            <p:cNvPr id="9" name="Freeform 8">
              <a:extLst>
                <a:ext uri="{FF2B5EF4-FFF2-40B4-BE49-F238E27FC236}">
                  <a16:creationId xmlns:a16="http://schemas.microsoft.com/office/drawing/2014/main" id="{11FF9001-FF2A-3F23-2EDC-8F3F0BEE0B9B}"/>
                </a:ext>
              </a:extLst>
            </p:cNvPr>
            <p:cNvSpPr/>
            <p:nvPr/>
          </p:nvSpPr>
          <p:spPr>
            <a:xfrm>
              <a:off x="4009389" y="5624255"/>
              <a:ext cx="176058" cy="250528"/>
            </a:xfrm>
            <a:custGeom>
              <a:avLst/>
              <a:gdLst>
                <a:gd name="connsiteX0" fmla="*/ 172540 w 176058"/>
                <a:gd name="connsiteY0" fmla="*/ 0 h 250528"/>
                <a:gd name="connsiteX1" fmla="*/ 176059 w 176058"/>
                <a:gd name="connsiteY1" fmla="*/ 3511 h 250528"/>
                <a:gd name="connsiteX2" fmla="*/ 176059 w 176058"/>
                <a:gd name="connsiteY2" fmla="*/ 42506 h 250528"/>
                <a:gd name="connsiteX3" fmla="*/ 172540 w 176058"/>
                <a:gd name="connsiteY3" fmla="*/ 46018 h 250528"/>
                <a:gd name="connsiteX4" fmla="*/ 117607 w 176058"/>
                <a:gd name="connsiteY4" fmla="*/ 46018 h 250528"/>
                <a:gd name="connsiteX5" fmla="*/ 114088 w 176058"/>
                <a:gd name="connsiteY5" fmla="*/ 49529 h 250528"/>
                <a:gd name="connsiteX6" fmla="*/ 114088 w 176058"/>
                <a:gd name="connsiteY6" fmla="*/ 247017 h 250528"/>
                <a:gd name="connsiteX7" fmla="*/ 110569 w 176058"/>
                <a:gd name="connsiteY7" fmla="*/ 250528 h 250528"/>
                <a:gd name="connsiteX8" fmla="*/ 65860 w 176058"/>
                <a:gd name="connsiteY8" fmla="*/ 250528 h 250528"/>
                <a:gd name="connsiteX9" fmla="*/ 62341 w 176058"/>
                <a:gd name="connsiteY9" fmla="*/ 247017 h 250528"/>
                <a:gd name="connsiteX10" fmla="*/ 62341 w 176058"/>
                <a:gd name="connsiteY10" fmla="*/ 49529 h 250528"/>
                <a:gd name="connsiteX11" fmla="*/ 58822 w 176058"/>
                <a:gd name="connsiteY11" fmla="*/ 46018 h 250528"/>
                <a:gd name="connsiteX12" fmla="*/ 3519 w 176058"/>
                <a:gd name="connsiteY12" fmla="*/ 46018 h 250528"/>
                <a:gd name="connsiteX13" fmla="*/ 0 w 176058"/>
                <a:gd name="connsiteY13" fmla="*/ 42506 h 250528"/>
                <a:gd name="connsiteX14" fmla="*/ 0 w 176058"/>
                <a:gd name="connsiteY14" fmla="*/ 3511 h 250528"/>
                <a:gd name="connsiteX15" fmla="*/ 3519 w 176058"/>
                <a:gd name="connsiteY15" fmla="*/ 0 h 250528"/>
                <a:gd name="connsiteX16" fmla="*/ 172540 w 176058"/>
                <a:gd name="connsiteY16" fmla="*/ 0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058" h="250528">
                  <a:moveTo>
                    <a:pt x="172540" y="0"/>
                  </a:moveTo>
                  <a:cubicBezTo>
                    <a:pt x="174873" y="0"/>
                    <a:pt x="176059" y="1183"/>
                    <a:pt x="176059" y="3511"/>
                  </a:cubicBezTo>
                  <a:lnTo>
                    <a:pt x="176059" y="42506"/>
                  </a:lnTo>
                  <a:cubicBezTo>
                    <a:pt x="176059" y="44835"/>
                    <a:pt x="174873" y="46018"/>
                    <a:pt x="172540" y="46018"/>
                  </a:cubicBezTo>
                  <a:lnTo>
                    <a:pt x="117607" y="46018"/>
                  </a:lnTo>
                  <a:cubicBezTo>
                    <a:pt x="115274" y="46018"/>
                    <a:pt x="114088" y="47200"/>
                    <a:pt x="114088" y="49529"/>
                  </a:cubicBezTo>
                  <a:lnTo>
                    <a:pt x="114088" y="247017"/>
                  </a:lnTo>
                  <a:cubicBezTo>
                    <a:pt x="114088" y="249345"/>
                    <a:pt x="112903" y="250528"/>
                    <a:pt x="110569" y="250528"/>
                  </a:cubicBezTo>
                  <a:lnTo>
                    <a:pt x="65860" y="250528"/>
                  </a:lnTo>
                  <a:cubicBezTo>
                    <a:pt x="63526" y="250528"/>
                    <a:pt x="62341" y="249345"/>
                    <a:pt x="62341" y="247017"/>
                  </a:cubicBezTo>
                  <a:lnTo>
                    <a:pt x="62341" y="49529"/>
                  </a:lnTo>
                  <a:cubicBezTo>
                    <a:pt x="62341" y="47200"/>
                    <a:pt x="61156" y="46018"/>
                    <a:pt x="58822" y="46018"/>
                  </a:cubicBezTo>
                  <a:lnTo>
                    <a:pt x="3519" y="46018"/>
                  </a:lnTo>
                  <a:cubicBezTo>
                    <a:pt x="1185" y="46018"/>
                    <a:pt x="0" y="44835"/>
                    <a:pt x="0" y="42506"/>
                  </a:cubicBezTo>
                  <a:lnTo>
                    <a:pt x="0" y="3511"/>
                  </a:lnTo>
                  <a:cubicBezTo>
                    <a:pt x="0" y="1183"/>
                    <a:pt x="1185" y="0"/>
                    <a:pt x="3519" y="0"/>
                  </a:cubicBezTo>
                  <a:lnTo>
                    <a:pt x="172540" y="0"/>
                  </a:lnTo>
                  <a:close/>
                </a:path>
              </a:pathLst>
            </a:custGeom>
            <a:grpFill/>
            <a:ln w="3692" cap="flat">
              <a:noFill/>
              <a:prstDash val="solid"/>
              <a:miter/>
            </a:ln>
          </p:spPr>
          <p:txBody>
            <a:bodyPr rtlCol="0" anchor="ctr"/>
            <a:lstStyle/>
            <a:p>
              <a:endParaRPr lang="en-US">
                <a:solidFill>
                  <a:schemeClr val="bg2"/>
                </a:solidFill>
              </a:endParaRPr>
            </a:p>
          </p:txBody>
        </p:sp>
        <p:sp>
          <p:nvSpPr>
            <p:cNvPr id="10" name="Freeform 9">
              <a:extLst>
                <a:ext uri="{FF2B5EF4-FFF2-40B4-BE49-F238E27FC236}">
                  <a16:creationId xmlns:a16="http://schemas.microsoft.com/office/drawing/2014/main" id="{C79975E1-0B94-9E07-D2F8-C3BD925B9840}"/>
                </a:ext>
              </a:extLst>
            </p:cNvPr>
            <p:cNvSpPr/>
            <p:nvPr/>
          </p:nvSpPr>
          <p:spPr>
            <a:xfrm>
              <a:off x="4251012" y="5624255"/>
              <a:ext cx="156352" cy="250528"/>
            </a:xfrm>
            <a:custGeom>
              <a:avLst/>
              <a:gdLst>
                <a:gd name="connsiteX0" fmla="*/ 152834 w 156352"/>
                <a:gd name="connsiteY0" fmla="*/ 204511 h 250528"/>
                <a:gd name="connsiteX1" fmla="*/ 156353 w 156352"/>
                <a:gd name="connsiteY1" fmla="*/ 208022 h 250528"/>
                <a:gd name="connsiteX2" fmla="*/ 156353 w 156352"/>
                <a:gd name="connsiteY2" fmla="*/ 247017 h 250528"/>
                <a:gd name="connsiteX3" fmla="*/ 152834 w 156352"/>
                <a:gd name="connsiteY3" fmla="*/ 250528 h 250528"/>
                <a:gd name="connsiteX4" fmla="*/ 3519 w 156352"/>
                <a:gd name="connsiteY4" fmla="*/ 250528 h 250528"/>
                <a:gd name="connsiteX5" fmla="*/ 0 w 156352"/>
                <a:gd name="connsiteY5" fmla="*/ 247017 h 250528"/>
                <a:gd name="connsiteX6" fmla="*/ 0 w 156352"/>
                <a:gd name="connsiteY6" fmla="*/ 3511 h 250528"/>
                <a:gd name="connsiteX7" fmla="*/ 3519 w 156352"/>
                <a:gd name="connsiteY7" fmla="*/ 0 h 250528"/>
                <a:gd name="connsiteX8" fmla="*/ 149315 w 156352"/>
                <a:gd name="connsiteY8" fmla="*/ 0 h 250528"/>
                <a:gd name="connsiteX9" fmla="*/ 152834 w 156352"/>
                <a:gd name="connsiteY9" fmla="*/ 3511 h 250528"/>
                <a:gd name="connsiteX10" fmla="*/ 152834 w 156352"/>
                <a:gd name="connsiteY10" fmla="*/ 42506 h 250528"/>
                <a:gd name="connsiteX11" fmla="*/ 149315 w 156352"/>
                <a:gd name="connsiteY11" fmla="*/ 46018 h 250528"/>
                <a:gd name="connsiteX12" fmla="*/ 55636 w 156352"/>
                <a:gd name="connsiteY12" fmla="*/ 46018 h 250528"/>
                <a:gd name="connsiteX13" fmla="*/ 52118 w 156352"/>
                <a:gd name="connsiteY13" fmla="*/ 49529 h 250528"/>
                <a:gd name="connsiteX14" fmla="*/ 52118 w 156352"/>
                <a:gd name="connsiteY14" fmla="*/ 100832 h 250528"/>
                <a:gd name="connsiteX15" fmla="*/ 55636 w 156352"/>
                <a:gd name="connsiteY15" fmla="*/ 104344 h 250528"/>
                <a:gd name="connsiteX16" fmla="*/ 122904 w 156352"/>
                <a:gd name="connsiteY16" fmla="*/ 104344 h 250528"/>
                <a:gd name="connsiteX17" fmla="*/ 126423 w 156352"/>
                <a:gd name="connsiteY17" fmla="*/ 107855 h 250528"/>
                <a:gd name="connsiteX18" fmla="*/ 126423 w 156352"/>
                <a:gd name="connsiteY18" fmla="*/ 146850 h 250528"/>
                <a:gd name="connsiteX19" fmla="*/ 122904 w 156352"/>
                <a:gd name="connsiteY19" fmla="*/ 150361 h 250528"/>
                <a:gd name="connsiteX20" fmla="*/ 55636 w 156352"/>
                <a:gd name="connsiteY20" fmla="*/ 150361 h 250528"/>
                <a:gd name="connsiteX21" fmla="*/ 52118 w 156352"/>
                <a:gd name="connsiteY21" fmla="*/ 153873 h 250528"/>
                <a:gd name="connsiteX22" fmla="*/ 52118 w 156352"/>
                <a:gd name="connsiteY22" fmla="*/ 200962 h 250528"/>
                <a:gd name="connsiteX23" fmla="*/ 55636 w 156352"/>
                <a:gd name="connsiteY23" fmla="*/ 204474 h 250528"/>
                <a:gd name="connsiteX24" fmla="*/ 152834 w 156352"/>
                <a:gd name="connsiteY24" fmla="*/ 204474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52" h="250528">
                  <a:moveTo>
                    <a:pt x="152834" y="204511"/>
                  </a:moveTo>
                  <a:cubicBezTo>
                    <a:pt x="155167" y="204511"/>
                    <a:pt x="156353" y="205693"/>
                    <a:pt x="156353" y="208022"/>
                  </a:cubicBezTo>
                  <a:lnTo>
                    <a:pt x="156353" y="247017"/>
                  </a:lnTo>
                  <a:cubicBezTo>
                    <a:pt x="156353" y="249345"/>
                    <a:pt x="155167" y="250528"/>
                    <a:pt x="152834" y="250528"/>
                  </a:cubicBezTo>
                  <a:lnTo>
                    <a:pt x="3519" y="250528"/>
                  </a:lnTo>
                  <a:cubicBezTo>
                    <a:pt x="1185" y="250528"/>
                    <a:pt x="0" y="249345"/>
                    <a:pt x="0" y="247017"/>
                  </a:cubicBezTo>
                  <a:lnTo>
                    <a:pt x="0" y="3511"/>
                  </a:lnTo>
                  <a:cubicBezTo>
                    <a:pt x="0" y="1183"/>
                    <a:pt x="1185" y="0"/>
                    <a:pt x="3519" y="0"/>
                  </a:cubicBezTo>
                  <a:lnTo>
                    <a:pt x="149315" y="0"/>
                  </a:lnTo>
                  <a:cubicBezTo>
                    <a:pt x="151649" y="0"/>
                    <a:pt x="152834" y="1183"/>
                    <a:pt x="152834" y="3511"/>
                  </a:cubicBezTo>
                  <a:lnTo>
                    <a:pt x="152834" y="42506"/>
                  </a:lnTo>
                  <a:cubicBezTo>
                    <a:pt x="152834" y="44835"/>
                    <a:pt x="151649" y="46018"/>
                    <a:pt x="149315" y="46018"/>
                  </a:cubicBezTo>
                  <a:lnTo>
                    <a:pt x="55636" y="46018"/>
                  </a:lnTo>
                  <a:cubicBezTo>
                    <a:pt x="53303" y="46018"/>
                    <a:pt x="52118" y="47200"/>
                    <a:pt x="52118" y="49529"/>
                  </a:cubicBezTo>
                  <a:lnTo>
                    <a:pt x="52118" y="100832"/>
                  </a:lnTo>
                  <a:cubicBezTo>
                    <a:pt x="52118" y="103161"/>
                    <a:pt x="53303" y="104344"/>
                    <a:pt x="55636" y="104344"/>
                  </a:cubicBezTo>
                  <a:lnTo>
                    <a:pt x="122904" y="104344"/>
                  </a:lnTo>
                  <a:cubicBezTo>
                    <a:pt x="125238" y="104344"/>
                    <a:pt x="126423" y="105526"/>
                    <a:pt x="126423" y="107855"/>
                  </a:cubicBezTo>
                  <a:lnTo>
                    <a:pt x="126423" y="146850"/>
                  </a:lnTo>
                  <a:cubicBezTo>
                    <a:pt x="126423" y="149178"/>
                    <a:pt x="125238" y="150361"/>
                    <a:pt x="122904" y="150361"/>
                  </a:cubicBezTo>
                  <a:lnTo>
                    <a:pt x="55636" y="150361"/>
                  </a:lnTo>
                  <a:cubicBezTo>
                    <a:pt x="53303" y="150361"/>
                    <a:pt x="52118" y="151544"/>
                    <a:pt x="52118" y="153873"/>
                  </a:cubicBezTo>
                  <a:lnTo>
                    <a:pt x="52118" y="200962"/>
                  </a:lnTo>
                  <a:cubicBezTo>
                    <a:pt x="52118" y="203291"/>
                    <a:pt x="53303" y="204474"/>
                    <a:pt x="55636" y="204474"/>
                  </a:cubicBezTo>
                  <a:lnTo>
                    <a:pt x="152834" y="204474"/>
                  </a:lnTo>
                  <a:close/>
                </a:path>
              </a:pathLst>
            </a:custGeom>
            <a:grpFill/>
            <a:ln w="3692" cap="flat">
              <a:noFill/>
              <a:prstDash val="solid"/>
              <a:miter/>
            </a:ln>
          </p:spPr>
          <p:txBody>
            <a:bodyPr rtlCol="0" anchor="ctr"/>
            <a:lstStyle/>
            <a:p>
              <a:endParaRPr lang="en-US">
                <a:solidFill>
                  <a:schemeClr val="bg2"/>
                </a:solidFill>
              </a:endParaRPr>
            </a:p>
          </p:txBody>
        </p:sp>
        <p:sp>
          <p:nvSpPr>
            <p:cNvPr id="11" name="Freeform 10">
              <a:extLst>
                <a:ext uri="{FF2B5EF4-FFF2-40B4-BE49-F238E27FC236}">
                  <a16:creationId xmlns:a16="http://schemas.microsoft.com/office/drawing/2014/main" id="{18DB564A-1D81-C162-3171-5CE49E11727B}"/>
                </a:ext>
              </a:extLst>
            </p:cNvPr>
            <p:cNvSpPr/>
            <p:nvPr/>
          </p:nvSpPr>
          <p:spPr>
            <a:xfrm>
              <a:off x="4479596" y="5624255"/>
              <a:ext cx="196839" cy="250565"/>
            </a:xfrm>
            <a:custGeom>
              <a:avLst/>
              <a:gdLst>
                <a:gd name="connsiteX0" fmla="*/ 3519 w 196839"/>
                <a:gd name="connsiteY0" fmla="*/ 250528 h 250565"/>
                <a:gd name="connsiteX1" fmla="*/ 0 w 196839"/>
                <a:gd name="connsiteY1" fmla="*/ 247017 h 250565"/>
                <a:gd name="connsiteX2" fmla="*/ 0 w 196839"/>
                <a:gd name="connsiteY2" fmla="*/ 3511 h 250565"/>
                <a:gd name="connsiteX3" fmla="*/ 3519 w 196839"/>
                <a:gd name="connsiteY3" fmla="*/ 0 h 250565"/>
                <a:gd name="connsiteX4" fmla="*/ 106717 w 196839"/>
                <a:gd name="connsiteY4" fmla="*/ 0 h 250565"/>
                <a:gd name="connsiteX5" fmla="*/ 152315 w 196839"/>
                <a:gd name="connsiteY5" fmla="*/ 11052 h 250565"/>
                <a:gd name="connsiteX6" fmla="*/ 184875 w 196839"/>
                <a:gd name="connsiteY6" fmla="*/ 41989 h 250565"/>
                <a:gd name="connsiteX7" fmla="*/ 196839 w 196839"/>
                <a:gd name="connsiteY7" fmla="*/ 86787 h 250565"/>
                <a:gd name="connsiteX8" fmla="*/ 185394 w 196839"/>
                <a:gd name="connsiteY8" fmla="*/ 130365 h 250565"/>
                <a:gd name="connsiteX9" fmla="*/ 153167 w 196839"/>
                <a:gd name="connsiteY9" fmla="*/ 161635 h 250565"/>
                <a:gd name="connsiteX10" fmla="*/ 151575 w 196839"/>
                <a:gd name="connsiteY10" fmla="*/ 163557 h 250565"/>
                <a:gd name="connsiteX11" fmla="*/ 152093 w 196839"/>
                <a:gd name="connsiteY11" fmla="*/ 166551 h 250565"/>
                <a:gd name="connsiteX12" fmla="*/ 194691 w 196839"/>
                <a:gd name="connsiteY12" fmla="*/ 246315 h 250565"/>
                <a:gd name="connsiteX13" fmla="*/ 195395 w 196839"/>
                <a:gd name="connsiteY13" fmla="*/ 248089 h 250565"/>
                <a:gd name="connsiteX14" fmla="*/ 194506 w 196839"/>
                <a:gd name="connsiteY14" fmla="*/ 249863 h 250565"/>
                <a:gd name="connsiteX15" fmla="*/ 192209 w 196839"/>
                <a:gd name="connsiteY15" fmla="*/ 250565 h 250565"/>
                <a:gd name="connsiteX16" fmla="*/ 143610 w 196839"/>
                <a:gd name="connsiteY16" fmla="*/ 250565 h 250565"/>
                <a:gd name="connsiteX17" fmla="*/ 139388 w 196839"/>
                <a:gd name="connsiteY17" fmla="*/ 248089 h 250565"/>
                <a:gd name="connsiteX18" fmla="*/ 102420 w 196839"/>
                <a:gd name="connsiteY18" fmla="*/ 176050 h 250565"/>
                <a:gd name="connsiteX19" fmla="*/ 98197 w 196839"/>
                <a:gd name="connsiteY19" fmla="*/ 173573 h 250565"/>
                <a:gd name="connsiteX20" fmla="*/ 55600 w 196839"/>
                <a:gd name="connsiteY20" fmla="*/ 173573 h 250565"/>
                <a:gd name="connsiteX21" fmla="*/ 52081 w 196839"/>
                <a:gd name="connsiteY21" fmla="*/ 177085 h 250565"/>
                <a:gd name="connsiteX22" fmla="*/ 52081 w 196839"/>
                <a:gd name="connsiteY22" fmla="*/ 247017 h 250565"/>
                <a:gd name="connsiteX23" fmla="*/ 48562 w 196839"/>
                <a:gd name="connsiteY23" fmla="*/ 250528 h 250565"/>
                <a:gd name="connsiteX24" fmla="*/ 3482 w 196839"/>
                <a:gd name="connsiteY24" fmla="*/ 250528 h 250565"/>
                <a:gd name="connsiteX25" fmla="*/ 102828 w 196839"/>
                <a:gd name="connsiteY25" fmla="*/ 127556 h 250565"/>
                <a:gd name="connsiteX26" fmla="*/ 123423 w 196839"/>
                <a:gd name="connsiteY26" fmla="*/ 122455 h 250565"/>
                <a:gd name="connsiteX27" fmla="*/ 139091 w 196839"/>
                <a:gd name="connsiteY27" fmla="*/ 108225 h 250565"/>
                <a:gd name="connsiteX28" fmla="*/ 145092 w 196839"/>
                <a:gd name="connsiteY28" fmla="*/ 86787 h 250565"/>
                <a:gd name="connsiteX29" fmla="*/ 132239 w 196839"/>
                <a:gd name="connsiteY29" fmla="*/ 56921 h 250565"/>
                <a:gd name="connsiteX30" fmla="*/ 101087 w 196839"/>
                <a:gd name="connsiteY30" fmla="*/ 46018 h 250565"/>
                <a:gd name="connsiteX31" fmla="*/ 55674 w 196839"/>
                <a:gd name="connsiteY31" fmla="*/ 46018 h 250565"/>
                <a:gd name="connsiteX32" fmla="*/ 52155 w 196839"/>
                <a:gd name="connsiteY32" fmla="*/ 49529 h 250565"/>
                <a:gd name="connsiteX33" fmla="*/ 52155 w 196839"/>
                <a:gd name="connsiteY33" fmla="*/ 124007 h 250565"/>
                <a:gd name="connsiteX34" fmla="*/ 55674 w 196839"/>
                <a:gd name="connsiteY34" fmla="*/ 127519 h 250565"/>
                <a:gd name="connsiteX35" fmla="*/ 102865 w 196839"/>
                <a:gd name="connsiteY35" fmla="*/ 127519 h 2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6839" h="250565">
                  <a:moveTo>
                    <a:pt x="3519" y="250528"/>
                  </a:moveTo>
                  <a:cubicBezTo>
                    <a:pt x="1185" y="250528"/>
                    <a:pt x="0" y="249345"/>
                    <a:pt x="0" y="247017"/>
                  </a:cubicBezTo>
                  <a:lnTo>
                    <a:pt x="0" y="3511"/>
                  </a:lnTo>
                  <a:cubicBezTo>
                    <a:pt x="0" y="1183"/>
                    <a:pt x="1185" y="0"/>
                    <a:pt x="3519" y="0"/>
                  </a:cubicBezTo>
                  <a:lnTo>
                    <a:pt x="106717" y="0"/>
                  </a:lnTo>
                  <a:cubicBezTo>
                    <a:pt x="123386" y="0"/>
                    <a:pt x="138573" y="3696"/>
                    <a:pt x="152315" y="11052"/>
                  </a:cubicBezTo>
                  <a:cubicBezTo>
                    <a:pt x="166058" y="18444"/>
                    <a:pt x="176911" y="28756"/>
                    <a:pt x="184875" y="41989"/>
                  </a:cubicBezTo>
                  <a:cubicBezTo>
                    <a:pt x="192839" y="55221"/>
                    <a:pt x="196839" y="70154"/>
                    <a:pt x="196839" y="86787"/>
                  </a:cubicBezTo>
                  <a:cubicBezTo>
                    <a:pt x="196839" y="103420"/>
                    <a:pt x="193024" y="117724"/>
                    <a:pt x="185394" y="130365"/>
                  </a:cubicBezTo>
                  <a:cubicBezTo>
                    <a:pt x="177763" y="143006"/>
                    <a:pt x="167021" y="153429"/>
                    <a:pt x="153167" y="161635"/>
                  </a:cubicBezTo>
                  <a:cubicBezTo>
                    <a:pt x="152241" y="161856"/>
                    <a:pt x="151686" y="162522"/>
                    <a:pt x="151575" y="163557"/>
                  </a:cubicBezTo>
                  <a:cubicBezTo>
                    <a:pt x="151463" y="164592"/>
                    <a:pt x="151648" y="165627"/>
                    <a:pt x="152093" y="166551"/>
                  </a:cubicBezTo>
                  <a:lnTo>
                    <a:pt x="194691" y="246315"/>
                  </a:lnTo>
                  <a:lnTo>
                    <a:pt x="195395" y="248089"/>
                  </a:lnTo>
                  <a:cubicBezTo>
                    <a:pt x="195395" y="248791"/>
                    <a:pt x="195098" y="249382"/>
                    <a:pt x="194506" y="249863"/>
                  </a:cubicBezTo>
                  <a:cubicBezTo>
                    <a:pt x="193913" y="250343"/>
                    <a:pt x="193172" y="250565"/>
                    <a:pt x="192209" y="250565"/>
                  </a:cubicBezTo>
                  <a:lnTo>
                    <a:pt x="143610" y="250565"/>
                  </a:lnTo>
                  <a:cubicBezTo>
                    <a:pt x="141499" y="250565"/>
                    <a:pt x="140091" y="249752"/>
                    <a:pt x="139388" y="248089"/>
                  </a:cubicBezTo>
                  <a:lnTo>
                    <a:pt x="102420" y="176050"/>
                  </a:lnTo>
                  <a:cubicBezTo>
                    <a:pt x="101716" y="174424"/>
                    <a:pt x="100309" y="173573"/>
                    <a:pt x="98197" y="173573"/>
                  </a:cubicBezTo>
                  <a:lnTo>
                    <a:pt x="55600" y="173573"/>
                  </a:lnTo>
                  <a:cubicBezTo>
                    <a:pt x="53266" y="173573"/>
                    <a:pt x="52081" y="174756"/>
                    <a:pt x="52081" y="177085"/>
                  </a:cubicBezTo>
                  <a:lnTo>
                    <a:pt x="52081" y="247017"/>
                  </a:lnTo>
                  <a:cubicBezTo>
                    <a:pt x="52081" y="249345"/>
                    <a:pt x="50895" y="250528"/>
                    <a:pt x="48562" y="250528"/>
                  </a:cubicBezTo>
                  <a:lnTo>
                    <a:pt x="3482" y="250528"/>
                  </a:lnTo>
                  <a:close/>
                  <a:moveTo>
                    <a:pt x="102828" y="127556"/>
                  </a:moveTo>
                  <a:cubicBezTo>
                    <a:pt x="110088" y="127556"/>
                    <a:pt x="116978" y="125855"/>
                    <a:pt x="123423" y="122455"/>
                  </a:cubicBezTo>
                  <a:cubicBezTo>
                    <a:pt x="129868" y="119054"/>
                    <a:pt x="135091" y="114323"/>
                    <a:pt x="139091" y="108225"/>
                  </a:cubicBezTo>
                  <a:cubicBezTo>
                    <a:pt x="143092" y="102126"/>
                    <a:pt x="145092" y="94992"/>
                    <a:pt x="145092" y="86787"/>
                  </a:cubicBezTo>
                  <a:cubicBezTo>
                    <a:pt x="145092" y="74146"/>
                    <a:pt x="140795" y="64166"/>
                    <a:pt x="132239" y="56921"/>
                  </a:cubicBezTo>
                  <a:cubicBezTo>
                    <a:pt x="123682" y="49677"/>
                    <a:pt x="113273" y="46018"/>
                    <a:pt x="101087" y="46018"/>
                  </a:cubicBezTo>
                  <a:lnTo>
                    <a:pt x="55674" y="46018"/>
                  </a:lnTo>
                  <a:cubicBezTo>
                    <a:pt x="53340" y="46018"/>
                    <a:pt x="52155" y="47200"/>
                    <a:pt x="52155" y="49529"/>
                  </a:cubicBezTo>
                  <a:lnTo>
                    <a:pt x="52155" y="124007"/>
                  </a:lnTo>
                  <a:cubicBezTo>
                    <a:pt x="52155" y="126336"/>
                    <a:pt x="53340" y="127519"/>
                    <a:pt x="55674" y="127519"/>
                  </a:cubicBezTo>
                  <a:lnTo>
                    <a:pt x="102865" y="127519"/>
                  </a:lnTo>
                  <a:close/>
                </a:path>
              </a:pathLst>
            </a:custGeom>
            <a:grpFill/>
            <a:ln w="3692" cap="flat">
              <a:noFill/>
              <a:prstDash val="solid"/>
              <a:miter/>
            </a:ln>
          </p:spPr>
          <p:txBody>
            <a:bodyPr rtlCol="0" anchor="ctr"/>
            <a:lstStyle/>
            <a:p>
              <a:endParaRPr lang="en-US">
                <a:solidFill>
                  <a:schemeClr val="bg2"/>
                </a:solidFill>
              </a:endParaRPr>
            </a:p>
          </p:txBody>
        </p:sp>
        <p:sp>
          <p:nvSpPr>
            <p:cNvPr id="12" name="Freeform 11">
              <a:extLst>
                <a:ext uri="{FF2B5EF4-FFF2-40B4-BE49-F238E27FC236}">
                  <a16:creationId xmlns:a16="http://schemas.microsoft.com/office/drawing/2014/main" id="{24D1B3B6-1EA1-AD88-6616-BCC9E1464B7F}"/>
                </a:ext>
              </a:extLst>
            </p:cNvPr>
            <p:cNvSpPr/>
            <p:nvPr/>
          </p:nvSpPr>
          <p:spPr>
            <a:xfrm>
              <a:off x="4744703"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3 w 202839"/>
                <a:gd name="connsiteY3" fmla="*/ 248421 h 250528"/>
                <a:gd name="connsiteX4" fmla="*/ 56377 w 202839"/>
                <a:gd name="connsiteY4" fmla="*/ 105748 h 250528"/>
                <a:gd name="connsiteX5" fmla="*/ 53896 w 202839"/>
                <a:gd name="connsiteY5" fmla="*/ 104344 h 250528"/>
                <a:gd name="connsiteX6" fmla="*/ 52118 w 202839"/>
                <a:gd name="connsiteY6" fmla="*/ 107522 h 250528"/>
                <a:gd name="connsiteX7" fmla="*/ 52118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8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3" y="248421"/>
                  </a:cubicBezTo>
                  <a:lnTo>
                    <a:pt x="56377" y="105748"/>
                  </a:lnTo>
                  <a:cubicBezTo>
                    <a:pt x="55451" y="104824"/>
                    <a:pt x="54599" y="104344"/>
                    <a:pt x="53896" y="104344"/>
                  </a:cubicBezTo>
                  <a:cubicBezTo>
                    <a:pt x="52710" y="104344"/>
                    <a:pt x="52118" y="105416"/>
                    <a:pt x="52118" y="107522"/>
                  </a:cubicBezTo>
                  <a:lnTo>
                    <a:pt x="52118" y="247017"/>
                  </a:lnTo>
                  <a:cubicBezTo>
                    <a:pt x="52118"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8" y="2107"/>
                  </a:cubicBezTo>
                  <a:lnTo>
                    <a:pt x="146463" y="144410"/>
                  </a:lnTo>
                  <a:cubicBezTo>
                    <a:pt x="147167"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bg2"/>
                </a:solidFill>
              </a:endParaRPr>
            </a:p>
          </p:txBody>
        </p:sp>
        <p:sp>
          <p:nvSpPr>
            <p:cNvPr id="14" name="Freeform 13">
              <a:extLst>
                <a:ext uri="{FF2B5EF4-FFF2-40B4-BE49-F238E27FC236}">
                  <a16:creationId xmlns:a16="http://schemas.microsoft.com/office/drawing/2014/main" id="{BC36D42E-25E4-05DE-0A0A-A9A4623D26EB}"/>
                </a:ext>
              </a:extLst>
            </p:cNvPr>
            <p:cNvSpPr/>
            <p:nvPr/>
          </p:nvSpPr>
          <p:spPr>
            <a:xfrm>
              <a:off x="2649665" y="5714387"/>
              <a:ext cx="129608" cy="253611"/>
            </a:xfrm>
            <a:custGeom>
              <a:avLst/>
              <a:gdLst>
                <a:gd name="connsiteX0" fmla="*/ 51488 w 129608"/>
                <a:gd name="connsiteY0" fmla="*/ 172003 h 253611"/>
                <a:gd name="connsiteX1" fmla="*/ 114866 w 129608"/>
                <a:gd name="connsiteY1" fmla="*/ 95454 h 253611"/>
                <a:gd name="connsiteX2" fmla="*/ 129609 w 129608"/>
                <a:gd name="connsiteY2" fmla="*/ 77491 h 253611"/>
                <a:gd name="connsiteX3" fmla="*/ 129609 w 129608"/>
                <a:gd name="connsiteY3" fmla="*/ 18463 h 253611"/>
                <a:gd name="connsiteX4" fmla="*/ 108310 w 129608"/>
                <a:gd name="connsiteY4" fmla="*/ 277 h 253611"/>
                <a:gd name="connsiteX5" fmla="*/ 0 w 129608"/>
                <a:gd name="connsiteY5" fmla="*/ 127870 h 253611"/>
                <a:gd name="connsiteX6" fmla="*/ 98716 w 129608"/>
                <a:gd name="connsiteY6" fmla="*/ 253467 h 253611"/>
                <a:gd name="connsiteX7" fmla="*/ 104531 w 129608"/>
                <a:gd name="connsiteY7" fmla="*/ 248994 h 253611"/>
                <a:gd name="connsiteX8" fmla="*/ 104531 w 129608"/>
                <a:gd name="connsiteY8" fmla="*/ 248994 h 253611"/>
                <a:gd name="connsiteX9" fmla="*/ 101494 w 129608"/>
                <a:gd name="connsiteY9" fmla="*/ 244670 h 253611"/>
                <a:gd name="connsiteX10" fmla="*/ 51525 w 129608"/>
                <a:gd name="connsiteY10" fmla="*/ 172040 h 25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08" h="253611">
                  <a:moveTo>
                    <a:pt x="51488" y="172003"/>
                  </a:moveTo>
                  <a:cubicBezTo>
                    <a:pt x="51488" y="133969"/>
                    <a:pt x="78751" y="102329"/>
                    <a:pt x="114866" y="95454"/>
                  </a:cubicBezTo>
                  <a:cubicBezTo>
                    <a:pt x="122978" y="93902"/>
                    <a:pt x="129609" y="85733"/>
                    <a:pt x="129609" y="77491"/>
                  </a:cubicBezTo>
                  <a:lnTo>
                    <a:pt x="129609" y="18463"/>
                  </a:lnTo>
                  <a:cubicBezTo>
                    <a:pt x="129609" y="6635"/>
                    <a:pt x="120015" y="-1645"/>
                    <a:pt x="108310" y="277"/>
                  </a:cubicBezTo>
                  <a:cubicBezTo>
                    <a:pt x="46858" y="10405"/>
                    <a:pt x="0" y="63704"/>
                    <a:pt x="0" y="127870"/>
                  </a:cubicBezTo>
                  <a:cubicBezTo>
                    <a:pt x="0" y="188673"/>
                    <a:pt x="42042" y="239643"/>
                    <a:pt x="98716" y="253467"/>
                  </a:cubicBezTo>
                  <a:cubicBezTo>
                    <a:pt x="101679" y="254206"/>
                    <a:pt x="104531" y="252025"/>
                    <a:pt x="104531" y="248994"/>
                  </a:cubicBezTo>
                  <a:lnTo>
                    <a:pt x="104531" y="248994"/>
                  </a:lnTo>
                  <a:cubicBezTo>
                    <a:pt x="104531" y="247073"/>
                    <a:pt x="103309" y="245372"/>
                    <a:pt x="101494" y="244670"/>
                  </a:cubicBezTo>
                  <a:cubicBezTo>
                    <a:pt x="72268" y="233397"/>
                    <a:pt x="51525" y="205158"/>
                    <a:pt x="51525" y="172040"/>
                  </a:cubicBezTo>
                  <a:close/>
                </a:path>
              </a:pathLst>
            </a:custGeom>
            <a:grpFill/>
            <a:ln w="3692" cap="flat">
              <a:noFill/>
              <a:prstDash val="solid"/>
              <a:miter/>
            </a:ln>
          </p:spPr>
          <p:txBody>
            <a:bodyPr rtlCol="0" anchor="ctr"/>
            <a:lstStyle/>
            <a:p>
              <a:endParaRPr lang="en-US">
                <a:solidFill>
                  <a:schemeClr val="bg2"/>
                </a:solidFill>
              </a:endParaRPr>
            </a:p>
          </p:txBody>
        </p:sp>
        <p:sp>
          <p:nvSpPr>
            <p:cNvPr id="15" name="Freeform 14">
              <a:extLst>
                <a:ext uri="{FF2B5EF4-FFF2-40B4-BE49-F238E27FC236}">
                  <a16:creationId xmlns:a16="http://schemas.microsoft.com/office/drawing/2014/main" id="{AC995E7E-9BE5-EE37-302D-79B75AD1BAFA}"/>
                </a:ext>
              </a:extLst>
            </p:cNvPr>
            <p:cNvSpPr/>
            <p:nvPr/>
          </p:nvSpPr>
          <p:spPr>
            <a:xfrm>
              <a:off x="2779274" y="5459914"/>
              <a:ext cx="234362" cy="508006"/>
            </a:xfrm>
            <a:custGeom>
              <a:avLst/>
              <a:gdLst>
                <a:gd name="connsiteX0" fmla="*/ 234362 w 234362"/>
                <a:gd name="connsiteY0" fmla="*/ 255009 h 508006"/>
                <a:gd name="connsiteX1" fmla="*/ 21632 w 234362"/>
                <a:gd name="connsiteY1" fmla="*/ 341 h 508006"/>
                <a:gd name="connsiteX2" fmla="*/ 0 w 234362"/>
                <a:gd name="connsiteY2" fmla="*/ 18452 h 508006"/>
                <a:gd name="connsiteX3" fmla="*/ 0 w 234362"/>
                <a:gd name="connsiteY3" fmla="*/ 163047 h 508006"/>
                <a:gd name="connsiteX4" fmla="*/ 14076 w 234362"/>
                <a:gd name="connsiteY4" fmla="*/ 180863 h 508006"/>
                <a:gd name="connsiteX5" fmla="*/ 144055 w 234362"/>
                <a:gd name="connsiteY5" fmla="*/ 345085 h 508006"/>
                <a:gd name="connsiteX6" fmla="*/ 123830 w 234362"/>
                <a:gd name="connsiteY6" fmla="*/ 425108 h 508006"/>
                <a:gd name="connsiteX7" fmla="*/ 50599 w 234362"/>
                <a:gd name="connsiteY7" fmla="*/ 491528 h 508006"/>
                <a:gd name="connsiteX8" fmla="*/ 27966 w 234362"/>
                <a:gd name="connsiteY8" fmla="*/ 498625 h 508006"/>
                <a:gd name="connsiteX9" fmla="*/ 24262 w 234362"/>
                <a:gd name="connsiteY9" fmla="*/ 503245 h 508006"/>
                <a:gd name="connsiteX10" fmla="*/ 24262 w 234362"/>
                <a:gd name="connsiteY10" fmla="*/ 503245 h 508006"/>
                <a:gd name="connsiteX11" fmla="*/ 30004 w 234362"/>
                <a:gd name="connsiteY11" fmla="*/ 507902 h 508006"/>
                <a:gd name="connsiteX12" fmla="*/ 234362 w 234362"/>
                <a:gd name="connsiteY12" fmla="*/ 254972 h 50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362" h="508006">
                  <a:moveTo>
                    <a:pt x="234362" y="255009"/>
                  </a:moveTo>
                  <a:cubicBezTo>
                    <a:pt x="234362" y="127970"/>
                    <a:pt x="142610" y="22296"/>
                    <a:pt x="21632" y="341"/>
                  </a:cubicBezTo>
                  <a:cubicBezTo>
                    <a:pt x="9742" y="-1803"/>
                    <a:pt x="0" y="6402"/>
                    <a:pt x="0" y="18452"/>
                  </a:cubicBezTo>
                  <a:lnTo>
                    <a:pt x="0" y="163047"/>
                  </a:lnTo>
                  <a:cubicBezTo>
                    <a:pt x="0" y="170994"/>
                    <a:pt x="6334" y="179052"/>
                    <a:pt x="14076" y="180863"/>
                  </a:cubicBezTo>
                  <a:cubicBezTo>
                    <a:pt x="88604" y="198494"/>
                    <a:pt x="144055" y="265321"/>
                    <a:pt x="144055" y="345085"/>
                  </a:cubicBezTo>
                  <a:cubicBezTo>
                    <a:pt x="144055" y="374063"/>
                    <a:pt x="136721" y="401304"/>
                    <a:pt x="123830" y="425108"/>
                  </a:cubicBezTo>
                  <a:cubicBezTo>
                    <a:pt x="102679" y="461441"/>
                    <a:pt x="74157" y="480994"/>
                    <a:pt x="50599" y="491528"/>
                  </a:cubicBezTo>
                  <a:cubicBezTo>
                    <a:pt x="43302" y="494411"/>
                    <a:pt x="35745" y="496777"/>
                    <a:pt x="27966" y="498625"/>
                  </a:cubicBezTo>
                  <a:cubicBezTo>
                    <a:pt x="25818" y="499142"/>
                    <a:pt x="24262" y="501028"/>
                    <a:pt x="24262" y="503245"/>
                  </a:cubicBezTo>
                  <a:lnTo>
                    <a:pt x="24262" y="503245"/>
                  </a:lnTo>
                  <a:cubicBezTo>
                    <a:pt x="24262" y="506239"/>
                    <a:pt x="27040" y="508531"/>
                    <a:pt x="30004" y="507902"/>
                  </a:cubicBezTo>
                  <a:cubicBezTo>
                    <a:pt x="146833" y="482694"/>
                    <a:pt x="234362" y="379090"/>
                    <a:pt x="234362" y="254972"/>
                  </a:cubicBezTo>
                  <a:close/>
                </a:path>
              </a:pathLst>
            </a:custGeom>
            <a:grpFill/>
            <a:ln w="3692" cap="flat">
              <a:noFill/>
              <a:prstDash val="solid"/>
              <a:miter/>
            </a:ln>
          </p:spPr>
          <p:txBody>
            <a:bodyPr rtlCol="0" anchor="ctr"/>
            <a:lstStyle/>
            <a:p>
              <a:endParaRPr lang="en-US">
                <a:solidFill>
                  <a:schemeClr val="bg2"/>
                </a:solidFill>
              </a:endParaRPr>
            </a:p>
          </p:txBody>
        </p:sp>
        <p:sp>
          <p:nvSpPr>
            <p:cNvPr id="16" name="Freeform 15">
              <a:extLst>
                <a:ext uri="{FF2B5EF4-FFF2-40B4-BE49-F238E27FC236}">
                  <a16:creationId xmlns:a16="http://schemas.microsoft.com/office/drawing/2014/main" id="{A131B916-586C-A693-4FC7-11EDE2A61775}"/>
                </a:ext>
              </a:extLst>
            </p:cNvPr>
            <p:cNvSpPr/>
            <p:nvPr/>
          </p:nvSpPr>
          <p:spPr>
            <a:xfrm>
              <a:off x="3210809" y="6013428"/>
              <a:ext cx="61822" cy="88376"/>
            </a:xfrm>
            <a:custGeom>
              <a:avLst/>
              <a:gdLst>
                <a:gd name="connsiteX0" fmla="*/ 0 w 61822"/>
                <a:gd name="connsiteY0" fmla="*/ 0 h 88376"/>
                <a:gd name="connsiteX1" fmla="*/ 61822 w 61822"/>
                <a:gd name="connsiteY1" fmla="*/ 0 h 88376"/>
                <a:gd name="connsiteX2" fmla="*/ 61822 w 61822"/>
                <a:gd name="connsiteY2" fmla="*/ 11828 h 88376"/>
                <a:gd name="connsiteX3" fmla="*/ 38227 w 61822"/>
                <a:gd name="connsiteY3" fmla="*/ 11828 h 88376"/>
                <a:gd name="connsiteX4" fmla="*/ 38227 w 61822"/>
                <a:gd name="connsiteY4" fmla="*/ 88376 h 88376"/>
                <a:gd name="connsiteX5" fmla="*/ 23707 w 61822"/>
                <a:gd name="connsiteY5" fmla="*/ 88376 h 88376"/>
                <a:gd name="connsiteX6" fmla="*/ 23707 w 61822"/>
                <a:gd name="connsiteY6" fmla="*/ 11828 h 88376"/>
                <a:gd name="connsiteX7" fmla="*/ 0 w 61822"/>
                <a:gd name="connsiteY7" fmla="*/ 11828 h 88376"/>
                <a:gd name="connsiteX8" fmla="*/ 0 w 61822"/>
                <a:gd name="connsiteY8" fmla="*/ 0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22" h="88376">
                  <a:moveTo>
                    <a:pt x="0" y="0"/>
                  </a:moveTo>
                  <a:lnTo>
                    <a:pt x="61822" y="0"/>
                  </a:lnTo>
                  <a:lnTo>
                    <a:pt x="61822" y="11828"/>
                  </a:lnTo>
                  <a:lnTo>
                    <a:pt x="38227" y="11828"/>
                  </a:lnTo>
                  <a:lnTo>
                    <a:pt x="38227" y="88376"/>
                  </a:lnTo>
                  <a:lnTo>
                    <a:pt x="23707" y="88376"/>
                  </a:lnTo>
                  <a:lnTo>
                    <a:pt x="23707" y="11828"/>
                  </a:lnTo>
                  <a:lnTo>
                    <a:pt x="0" y="11828"/>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19" name="Freeform 18">
              <a:extLst>
                <a:ext uri="{FF2B5EF4-FFF2-40B4-BE49-F238E27FC236}">
                  <a16:creationId xmlns:a16="http://schemas.microsoft.com/office/drawing/2014/main" id="{0B57CF8D-474B-46FA-0825-9E034B6DD5CE}"/>
                </a:ext>
              </a:extLst>
            </p:cNvPr>
            <p:cNvSpPr/>
            <p:nvPr/>
          </p:nvSpPr>
          <p:spPr>
            <a:xfrm>
              <a:off x="3283707" y="6007735"/>
              <a:ext cx="64230" cy="94142"/>
            </a:xfrm>
            <a:custGeom>
              <a:avLst/>
              <a:gdLst>
                <a:gd name="connsiteX0" fmla="*/ 0 w 64230"/>
                <a:gd name="connsiteY0" fmla="*/ 0 h 94142"/>
                <a:gd name="connsiteX1" fmla="*/ 14520 w 64230"/>
                <a:gd name="connsiteY1" fmla="*/ 0 h 94142"/>
                <a:gd name="connsiteX2" fmla="*/ 14520 w 64230"/>
                <a:gd name="connsiteY2" fmla="*/ 32194 h 94142"/>
                <a:gd name="connsiteX3" fmla="*/ 36301 w 64230"/>
                <a:gd name="connsiteY3" fmla="*/ 22916 h 94142"/>
                <a:gd name="connsiteX4" fmla="*/ 64230 w 64230"/>
                <a:gd name="connsiteY4" fmla="*/ 52819 h 94142"/>
                <a:gd name="connsiteX5" fmla="*/ 64230 w 64230"/>
                <a:gd name="connsiteY5" fmla="*/ 94142 h 94142"/>
                <a:gd name="connsiteX6" fmla="*/ 49821 w 64230"/>
                <a:gd name="connsiteY6" fmla="*/ 94142 h 94142"/>
                <a:gd name="connsiteX7" fmla="*/ 49821 w 64230"/>
                <a:gd name="connsiteY7" fmla="*/ 54962 h 94142"/>
                <a:gd name="connsiteX8" fmla="*/ 32226 w 64230"/>
                <a:gd name="connsiteY8" fmla="*/ 35520 h 94142"/>
                <a:gd name="connsiteX9" fmla="*/ 14520 w 64230"/>
                <a:gd name="connsiteY9" fmla="*/ 54962 h 94142"/>
                <a:gd name="connsiteX10" fmla="*/ 14520 w 64230"/>
                <a:gd name="connsiteY10" fmla="*/ 94142 h 94142"/>
                <a:gd name="connsiteX11" fmla="*/ 0 w 64230"/>
                <a:gd name="connsiteY11" fmla="*/ 94142 h 94142"/>
                <a:gd name="connsiteX12" fmla="*/ 0 w 64230"/>
                <a:gd name="connsiteY12" fmla="*/ 37 h 9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0" h="94142">
                  <a:moveTo>
                    <a:pt x="0" y="0"/>
                  </a:moveTo>
                  <a:lnTo>
                    <a:pt x="14520" y="0"/>
                  </a:lnTo>
                  <a:lnTo>
                    <a:pt x="14520" y="32194"/>
                  </a:lnTo>
                  <a:cubicBezTo>
                    <a:pt x="19373" y="26354"/>
                    <a:pt x="27263" y="22916"/>
                    <a:pt x="36301" y="22916"/>
                  </a:cubicBezTo>
                  <a:cubicBezTo>
                    <a:pt x="51969" y="22916"/>
                    <a:pt x="64230" y="33229"/>
                    <a:pt x="64230" y="52819"/>
                  </a:cubicBezTo>
                  <a:lnTo>
                    <a:pt x="64230" y="94142"/>
                  </a:lnTo>
                  <a:lnTo>
                    <a:pt x="49821" y="94142"/>
                  </a:lnTo>
                  <a:lnTo>
                    <a:pt x="49821" y="54962"/>
                  </a:lnTo>
                  <a:cubicBezTo>
                    <a:pt x="49821" y="42100"/>
                    <a:pt x="42820" y="35520"/>
                    <a:pt x="32226" y="35520"/>
                  </a:cubicBezTo>
                  <a:cubicBezTo>
                    <a:pt x="21632" y="35520"/>
                    <a:pt x="14520" y="42137"/>
                    <a:pt x="14520" y="54962"/>
                  </a:cubicBezTo>
                  <a:lnTo>
                    <a:pt x="14520" y="94142"/>
                  </a:lnTo>
                  <a:lnTo>
                    <a:pt x="0" y="94142"/>
                  </a:lnTo>
                  <a:lnTo>
                    <a:pt x="0" y="37"/>
                  </a:lnTo>
                  <a:close/>
                </a:path>
              </a:pathLst>
            </a:custGeom>
            <a:grpFill/>
            <a:ln w="3692" cap="flat">
              <a:noFill/>
              <a:prstDash val="solid"/>
              <a:miter/>
            </a:ln>
          </p:spPr>
          <p:txBody>
            <a:bodyPr rtlCol="0" anchor="ctr"/>
            <a:lstStyle/>
            <a:p>
              <a:endParaRPr lang="en-US">
                <a:solidFill>
                  <a:schemeClr val="bg2"/>
                </a:solidFill>
              </a:endParaRPr>
            </a:p>
          </p:txBody>
        </p:sp>
        <p:sp>
          <p:nvSpPr>
            <p:cNvPr id="20" name="Freeform 19">
              <a:extLst>
                <a:ext uri="{FF2B5EF4-FFF2-40B4-BE49-F238E27FC236}">
                  <a16:creationId xmlns:a16="http://schemas.microsoft.com/office/drawing/2014/main" id="{5AFCB17F-7CD5-70C4-93D0-81C86EEB89A9}"/>
                </a:ext>
              </a:extLst>
            </p:cNvPr>
            <p:cNvSpPr/>
            <p:nvPr/>
          </p:nvSpPr>
          <p:spPr>
            <a:xfrm>
              <a:off x="3360420"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bg2"/>
                </a:solidFill>
              </a:endParaRPr>
            </a:p>
          </p:txBody>
        </p:sp>
        <p:sp>
          <p:nvSpPr>
            <p:cNvPr id="21" name="Freeform 20">
              <a:extLst>
                <a:ext uri="{FF2B5EF4-FFF2-40B4-BE49-F238E27FC236}">
                  <a16:creationId xmlns:a16="http://schemas.microsoft.com/office/drawing/2014/main" id="{0BCA7B08-4013-A012-8633-218DA8CEDFD0}"/>
                </a:ext>
              </a:extLst>
            </p:cNvPr>
            <p:cNvSpPr/>
            <p:nvPr/>
          </p:nvSpPr>
          <p:spPr>
            <a:xfrm>
              <a:off x="3474916" y="6012282"/>
              <a:ext cx="61896" cy="90445"/>
            </a:xfrm>
            <a:custGeom>
              <a:avLst/>
              <a:gdLst>
                <a:gd name="connsiteX0" fmla="*/ 31337 w 61896"/>
                <a:gd name="connsiteY0" fmla="*/ 90446 h 90445"/>
                <a:gd name="connsiteX1" fmla="*/ 0 w 61896"/>
                <a:gd name="connsiteY1" fmla="*/ 65127 h 90445"/>
                <a:gd name="connsiteX2" fmla="*/ 15558 w 61896"/>
                <a:gd name="connsiteY2" fmla="*/ 65127 h 90445"/>
                <a:gd name="connsiteX3" fmla="*/ 31374 w 61896"/>
                <a:gd name="connsiteY3" fmla="*/ 78211 h 90445"/>
                <a:gd name="connsiteX4" fmla="*/ 47302 w 61896"/>
                <a:gd name="connsiteY4" fmla="*/ 65238 h 90445"/>
                <a:gd name="connsiteX5" fmla="*/ 259 w 61896"/>
                <a:gd name="connsiteY5" fmla="*/ 25171 h 90445"/>
                <a:gd name="connsiteX6" fmla="*/ 30708 w 61896"/>
                <a:gd name="connsiteY6" fmla="*/ 0 h 90445"/>
                <a:gd name="connsiteX7" fmla="*/ 60934 w 61896"/>
                <a:gd name="connsiteY7" fmla="*/ 24025 h 90445"/>
                <a:gd name="connsiteX8" fmla="*/ 44857 w 61896"/>
                <a:gd name="connsiteY8" fmla="*/ 24025 h 90445"/>
                <a:gd name="connsiteX9" fmla="*/ 29930 w 61896"/>
                <a:gd name="connsiteY9" fmla="*/ 12308 h 90445"/>
                <a:gd name="connsiteX10" fmla="*/ 15002 w 61896"/>
                <a:gd name="connsiteY10" fmla="*/ 24654 h 90445"/>
                <a:gd name="connsiteX11" fmla="*/ 61897 w 61896"/>
                <a:gd name="connsiteY11" fmla="*/ 64462 h 90445"/>
                <a:gd name="connsiteX12" fmla="*/ 31300 w 61896"/>
                <a:gd name="connsiteY12" fmla="*/ 90409 h 9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896" h="90445">
                  <a:moveTo>
                    <a:pt x="31337" y="90446"/>
                  </a:moveTo>
                  <a:cubicBezTo>
                    <a:pt x="13631" y="90446"/>
                    <a:pt x="0" y="80762"/>
                    <a:pt x="0" y="65127"/>
                  </a:cubicBezTo>
                  <a:lnTo>
                    <a:pt x="15558" y="65127"/>
                  </a:lnTo>
                  <a:cubicBezTo>
                    <a:pt x="16187" y="72372"/>
                    <a:pt x="21299" y="78211"/>
                    <a:pt x="31374" y="78211"/>
                  </a:cubicBezTo>
                  <a:cubicBezTo>
                    <a:pt x="41450" y="78211"/>
                    <a:pt x="47302" y="72741"/>
                    <a:pt x="47302" y="65238"/>
                  </a:cubicBezTo>
                  <a:cubicBezTo>
                    <a:pt x="47302" y="43874"/>
                    <a:pt x="259" y="57735"/>
                    <a:pt x="259" y="25171"/>
                  </a:cubicBezTo>
                  <a:cubicBezTo>
                    <a:pt x="259" y="9647"/>
                    <a:pt x="12631" y="0"/>
                    <a:pt x="30708" y="0"/>
                  </a:cubicBezTo>
                  <a:cubicBezTo>
                    <a:pt x="47673" y="0"/>
                    <a:pt x="59637" y="8908"/>
                    <a:pt x="60934" y="24025"/>
                  </a:cubicBezTo>
                  <a:lnTo>
                    <a:pt x="44857" y="24025"/>
                  </a:lnTo>
                  <a:cubicBezTo>
                    <a:pt x="44339" y="18037"/>
                    <a:pt x="39116" y="12567"/>
                    <a:pt x="29930" y="12308"/>
                  </a:cubicBezTo>
                  <a:cubicBezTo>
                    <a:pt x="21521" y="12050"/>
                    <a:pt x="15002" y="16115"/>
                    <a:pt x="15002" y="24654"/>
                  </a:cubicBezTo>
                  <a:cubicBezTo>
                    <a:pt x="15002" y="44613"/>
                    <a:pt x="61897" y="32157"/>
                    <a:pt x="61897" y="64462"/>
                  </a:cubicBezTo>
                  <a:cubicBezTo>
                    <a:pt x="61897" y="77694"/>
                    <a:pt x="51080" y="90409"/>
                    <a:pt x="31300" y="90409"/>
                  </a:cubicBezTo>
                  <a:close/>
                </a:path>
              </a:pathLst>
            </a:custGeom>
            <a:grpFill/>
            <a:ln w="3692" cap="flat">
              <a:noFill/>
              <a:prstDash val="solid"/>
              <a:miter/>
            </a:ln>
          </p:spPr>
          <p:txBody>
            <a:bodyPr rtlCol="0" anchor="ctr"/>
            <a:lstStyle/>
            <a:p>
              <a:endParaRPr lang="en-US">
                <a:solidFill>
                  <a:schemeClr val="bg2"/>
                </a:solidFill>
              </a:endParaRPr>
            </a:p>
          </p:txBody>
        </p:sp>
        <p:sp>
          <p:nvSpPr>
            <p:cNvPr id="22" name="Freeform 21">
              <a:extLst>
                <a:ext uri="{FF2B5EF4-FFF2-40B4-BE49-F238E27FC236}">
                  <a16:creationId xmlns:a16="http://schemas.microsoft.com/office/drawing/2014/main" id="{7E502AFB-6D2E-4316-9DB8-E63F0F9BCC78}"/>
                </a:ext>
              </a:extLst>
            </p:cNvPr>
            <p:cNvSpPr/>
            <p:nvPr/>
          </p:nvSpPr>
          <p:spPr>
            <a:xfrm>
              <a:off x="3552073" y="6030615"/>
              <a:ext cx="72008" cy="104565"/>
            </a:xfrm>
            <a:custGeom>
              <a:avLst/>
              <a:gdLst>
                <a:gd name="connsiteX0" fmla="*/ 39005 w 72008"/>
                <a:gd name="connsiteY0" fmla="*/ 0 h 104565"/>
                <a:gd name="connsiteX1" fmla="*/ 72009 w 72008"/>
                <a:gd name="connsiteY1" fmla="*/ 35853 h 104565"/>
                <a:gd name="connsiteX2" fmla="*/ 39005 w 72008"/>
                <a:gd name="connsiteY2" fmla="*/ 72372 h 104565"/>
                <a:gd name="connsiteX3" fmla="*/ 14520 w 72008"/>
                <a:gd name="connsiteY3" fmla="*/ 61061 h 104565"/>
                <a:gd name="connsiteX4" fmla="*/ 14520 w 72008"/>
                <a:gd name="connsiteY4" fmla="*/ 104565 h 104565"/>
                <a:gd name="connsiteX5" fmla="*/ 0 w 72008"/>
                <a:gd name="connsiteY5" fmla="*/ 104565 h 104565"/>
                <a:gd name="connsiteX6" fmla="*/ 0 w 72008"/>
                <a:gd name="connsiteY6" fmla="*/ 1183 h 104565"/>
                <a:gd name="connsiteX7" fmla="*/ 14520 w 72008"/>
                <a:gd name="connsiteY7" fmla="*/ 1183 h 104565"/>
                <a:gd name="connsiteX8" fmla="*/ 14520 w 72008"/>
                <a:gd name="connsiteY8" fmla="*/ 11495 h 104565"/>
                <a:gd name="connsiteX9" fmla="*/ 39005 w 72008"/>
                <a:gd name="connsiteY9" fmla="*/ 37 h 104565"/>
                <a:gd name="connsiteX10" fmla="*/ 35819 w 72008"/>
                <a:gd name="connsiteY10" fmla="*/ 12604 h 104565"/>
                <a:gd name="connsiteX11" fmla="*/ 14520 w 72008"/>
                <a:gd name="connsiteY11" fmla="*/ 36149 h 104565"/>
                <a:gd name="connsiteX12" fmla="*/ 35819 w 72008"/>
                <a:gd name="connsiteY12" fmla="*/ 59804 h 104565"/>
                <a:gd name="connsiteX13" fmla="*/ 57229 w 72008"/>
                <a:gd name="connsiteY13" fmla="*/ 35890 h 104565"/>
                <a:gd name="connsiteX14" fmla="*/ 35819 w 72008"/>
                <a:gd name="connsiteY14" fmla="*/ 12604 h 10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008" h="104565">
                  <a:moveTo>
                    <a:pt x="39005" y="0"/>
                  </a:moveTo>
                  <a:cubicBezTo>
                    <a:pt x="57489" y="0"/>
                    <a:pt x="72009" y="14230"/>
                    <a:pt x="72009" y="35853"/>
                  </a:cubicBezTo>
                  <a:cubicBezTo>
                    <a:pt x="72009" y="57476"/>
                    <a:pt x="57489" y="72372"/>
                    <a:pt x="39005" y="72372"/>
                  </a:cubicBezTo>
                  <a:cubicBezTo>
                    <a:pt x="27411" y="72372"/>
                    <a:pt x="19113" y="66532"/>
                    <a:pt x="14520" y="61061"/>
                  </a:cubicBezTo>
                  <a:lnTo>
                    <a:pt x="14520" y="104565"/>
                  </a:lnTo>
                  <a:lnTo>
                    <a:pt x="0" y="104565"/>
                  </a:lnTo>
                  <a:lnTo>
                    <a:pt x="0" y="1183"/>
                  </a:lnTo>
                  <a:lnTo>
                    <a:pt x="14520" y="1183"/>
                  </a:lnTo>
                  <a:lnTo>
                    <a:pt x="14520" y="11495"/>
                  </a:lnTo>
                  <a:cubicBezTo>
                    <a:pt x="18965" y="5655"/>
                    <a:pt x="27522" y="37"/>
                    <a:pt x="39005" y="37"/>
                  </a:cubicBezTo>
                  <a:close/>
                  <a:moveTo>
                    <a:pt x="35819" y="12604"/>
                  </a:moveTo>
                  <a:cubicBezTo>
                    <a:pt x="25003" y="12604"/>
                    <a:pt x="14520" y="21142"/>
                    <a:pt x="14520" y="36149"/>
                  </a:cubicBezTo>
                  <a:cubicBezTo>
                    <a:pt x="14520" y="51155"/>
                    <a:pt x="24966" y="59804"/>
                    <a:pt x="35819" y="59804"/>
                  </a:cubicBezTo>
                  <a:cubicBezTo>
                    <a:pt x="46672" y="59804"/>
                    <a:pt x="57229" y="51044"/>
                    <a:pt x="57229" y="35890"/>
                  </a:cubicBezTo>
                  <a:cubicBezTo>
                    <a:pt x="57229" y="20736"/>
                    <a:pt x="46784" y="12604"/>
                    <a:pt x="35819" y="12604"/>
                  </a:cubicBezTo>
                  <a:close/>
                </a:path>
              </a:pathLst>
            </a:custGeom>
            <a:grpFill/>
            <a:ln w="3692" cap="flat">
              <a:noFill/>
              <a:prstDash val="solid"/>
              <a:miter/>
            </a:ln>
          </p:spPr>
          <p:txBody>
            <a:bodyPr rtlCol="0" anchor="ctr"/>
            <a:lstStyle/>
            <a:p>
              <a:endParaRPr lang="en-US">
                <a:solidFill>
                  <a:schemeClr val="bg2"/>
                </a:solidFill>
              </a:endParaRPr>
            </a:p>
          </p:txBody>
        </p:sp>
        <p:sp>
          <p:nvSpPr>
            <p:cNvPr id="23" name="Freeform 22">
              <a:extLst>
                <a:ext uri="{FF2B5EF4-FFF2-40B4-BE49-F238E27FC236}">
                  <a16:creationId xmlns:a16="http://schemas.microsoft.com/office/drawing/2014/main" id="{B3A65825-BF5F-9A7E-8CA1-500957BAF807}"/>
                </a:ext>
              </a:extLst>
            </p:cNvPr>
            <p:cNvSpPr/>
            <p:nvPr/>
          </p:nvSpPr>
          <p:spPr>
            <a:xfrm>
              <a:off x="363319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bg2"/>
                </a:solidFill>
              </a:endParaRPr>
            </a:p>
          </p:txBody>
        </p:sp>
        <p:sp>
          <p:nvSpPr>
            <p:cNvPr id="24" name="Freeform 23">
              <a:extLst>
                <a:ext uri="{FF2B5EF4-FFF2-40B4-BE49-F238E27FC236}">
                  <a16:creationId xmlns:a16="http://schemas.microsoft.com/office/drawing/2014/main" id="{64F6EF34-4E49-92AF-2C84-F1FAF7B49802}"/>
                </a:ext>
              </a:extLst>
            </p:cNvPr>
            <p:cNvSpPr/>
            <p:nvPr/>
          </p:nvSpPr>
          <p:spPr>
            <a:xfrm>
              <a:off x="3711463" y="6030615"/>
              <a:ext cx="66786" cy="72408"/>
            </a:xfrm>
            <a:custGeom>
              <a:avLst/>
              <a:gdLst>
                <a:gd name="connsiteX0" fmla="*/ 34412 w 66786"/>
                <a:gd name="connsiteY0" fmla="*/ 0 h 72408"/>
                <a:gd name="connsiteX1" fmla="*/ 66786 w 66786"/>
                <a:gd name="connsiteY1" fmla="*/ 23286 h 72408"/>
                <a:gd name="connsiteX2" fmla="*/ 51118 w 66786"/>
                <a:gd name="connsiteY2" fmla="*/ 23286 h 72408"/>
                <a:gd name="connsiteX3" fmla="*/ 34412 w 66786"/>
                <a:gd name="connsiteY3" fmla="*/ 12234 h 72408"/>
                <a:gd name="connsiteX4" fmla="*/ 14928 w 66786"/>
                <a:gd name="connsiteY4" fmla="*/ 36149 h 72408"/>
                <a:gd name="connsiteX5" fmla="*/ 34412 w 66786"/>
                <a:gd name="connsiteY5" fmla="*/ 60174 h 72408"/>
                <a:gd name="connsiteX6" fmla="*/ 51118 w 66786"/>
                <a:gd name="connsiteY6" fmla="*/ 49122 h 72408"/>
                <a:gd name="connsiteX7" fmla="*/ 66786 w 66786"/>
                <a:gd name="connsiteY7" fmla="*/ 49122 h 72408"/>
                <a:gd name="connsiteX8" fmla="*/ 34412 w 66786"/>
                <a:gd name="connsiteY8" fmla="*/ 72408 h 72408"/>
                <a:gd name="connsiteX9" fmla="*/ 0 w 66786"/>
                <a:gd name="connsiteY9" fmla="*/ 36149 h 72408"/>
                <a:gd name="connsiteX10" fmla="*/ 34412 w 66786"/>
                <a:gd name="connsiteY10" fmla="*/ 37 h 7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86" h="72408">
                  <a:moveTo>
                    <a:pt x="34412" y="0"/>
                  </a:moveTo>
                  <a:cubicBezTo>
                    <a:pt x="51599" y="0"/>
                    <a:pt x="62823" y="8501"/>
                    <a:pt x="66786" y="23286"/>
                  </a:cubicBezTo>
                  <a:lnTo>
                    <a:pt x="51118" y="23286"/>
                  </a:lnTo>
                  <a:cubicBezTo>
                    <a:pt x="48710" y="16559"/>
                    <a:pt x="43079" y="12234"/>
                    <a:pt x="34412" y="12234"/>
                  </a:cubicBezTo>
                  <a:cubicBezTo>
                    <a:pt x="22670" y="12234"/>
                    <a:pt x="14928" y="20884"/>
                    <a:pt x="14928" y="36149"/>
                  </a:cubicBezTo>
                  <a:cubicBezTo>
                    <a:pt x="14928" y="51414"/>
                    <a:pt x="22707" y="60174"/>
                    <a:pt x="34412" y="60174"/>
                  </a:cubicBezTo>
                  <a:cubicBezTo>
                    <a:pt x="43079" y="60174"/>
                    <a:pt x="48413" y="56367"/>
                    <a:pt x="51118" y="49122"/>
                  </a:cubicBezTo>
                  <a:lnTo>
                    <a:pt x="66786" y="49122"/>
                  </a:lnTo>
                  <a:cubicBezTo>
                    <a:pt x="62823" y="62872"/>
                    <a:pt x="51636" y="72408"/>
                    <a:pt x="34412" y="72408"/>
                  </a:cubicBezTo>
                  <a:cubicBezTo>
                    <a:pt x="14261" y="72408"/>
                    <a:pt x="0" y="58178"/>
                    <a:pt x="0" y="36149"/>
                  </a:cubicBezTo>
                  <a:cubicBezTo>
                    <a:pt x="0" y="14119"/>
                    <a:pt x="14261" y="37"/>
                    <a:pt x="34412" y="37"/>
                  </a:cubicBezTo>
                  <a:close/>
                </a:path>
              </a:pathLst>
            </a:custGeom>
            <a:grpFill/>
            <a:ln w="3692" cap="flat">
              <a:noFill/>
              <a:prstDash val="solid"/>
              <a:miter/>
            </a:ln>
          </p:spPr>
          <p:txBody>
            <a:bodyPr rtlCol="0" anchor="ctr"/>
            <a:lstStyle/>
            <a:p>
              <a:endParaRPr lang="en-US">
                <a:solidFill>
                  <a:schemeClr val="bg2"/>
                </a:solidFill>
              </a:endParaRPr>
            </a:p>
          </p:txBody>
        </p:sp>
        <p:sp>
          <p:nvSpPr>
            <p:cNvPr id="25" name="Freeform 24">
              <a:extLst>
                <a:ext uri="{FF2B5EF4-FFF2-40B4-BE49-F238E27FC236}">
                  <a16:creationId xmlns:a16="http://schemas.microsoft.com/office/drawing/2014/main" id="{27F1C1A4-B1A7-4F15-F05D-86135CF71E0F}"/>
                </a:ext>
              </a:extLst>
            </p:cNvPr>
            <p:cNvSpPr/>
            <p:nvPr/>
          </p:nvSpPr>
          <p:spPr>
            <a:xfrm>
              <a:off x="3789066" y="6003891"/>
              <a:ext cx="18483" cy="97949"/>
            </a:xfrm>
            <a:custGeom>
              <a:avLst/>
              <a:gdLst>
                <a:gd name="connsiteX0" fmla="*/ 0 w 18483"/>
                <a:gd name="connsiteY0" fmla="*/ 9277 h 97949"/>
                <a:gd name="connsiteX1" fmla="*/ 9297 w 18483"/>
                <a:gd name="connsiteY1" fmla="*/ 0 h 97949"/>
                <a:gd name="connsiteX2" fmla="*/ 18484 w 18483"/>
                <a:gd name="connsiteY2" fmla="*/ 9277 h 97949"/>
                <a:gd name="connsiteX3" fmla="*/ 9297 w 18483"/>
                <a:gd name="connsiteY3" fmla="*/ 18555 h 97949"/>
                <a:gd name="connsiteX4" fmla="*/ 0 w 18483"/>
                <a:gd name="connsiteY4" fmla="*/ 9277 h 97949"/>
                <a:gd name="connsiteX5" fmla="*/ 1926 w 18483"/>
                <a:gd name="connsiteY5" fmla="*/ 27869 h 97949"/>
                <a:gd name="connsiteX6" fmla="*/ 16446 w 18483"/>
                <a:gd name="connsiteY6" fmla="*/ 27869 h 97949"/>
                <a:gd name="connsiteX7" fmla="*/ 16446 w 18483"/>
                <a:gd name="connsiteY7" fmla="*/ 97949 h 97949"/>
                <a:gd name="connsiteX8" fmla="*/ 1926 w 18483"/>
                <a:gd name="connsiteY8" fmla="*/ 97949 h 97949"/>
                <a:gd name="connsiteX9" fmla="*/ 1926 w 18483"/>
                <a:gd name="connsiteY9" fmla="*/ 27869 h 97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83" h="97949">
                  <a:moveTo>
                    <a:pt x="0" y="9277"/>
                  </a:moveTo>
                  <a:cubicBezTo>
                    <a:pt x="0" y="4066"/>
                    <a:pt x="4075" y="0"/>
                    <a:pt x="9297" y="0"/>
                  </a:cubicBezTo>
                  <a:cubicBezTo>
                    <a:pt x="14520" y="0"/>
                    <a:pt x="18484" y="4066"/>
                    <a:pt x="18484" y="9277"/>
                  </a:cubicBezTo>
                  <a:cubicBezTo>
                    <a:pt x="18484" y="14489"/>
                    <a:pt x="14409" y="18555"/>
                    <a:pt x="9297" y="18555"/>
                  </a:cubicBezTo>
                  <a:cubicBezTo>
                    <a:pt x="4186" y="18555"/>
                    <a:pt x="0" y="14489"/>
                    <a:pt x="0" y="9277"/>
                  </a:cubicBezTo>
                  <a:close/>
                  <a:moveTo>
                    <a:pt x="1926" y="27869"/>
                  </a:moveTo>
                  <a:lnTo>
                    <a:pt x="16446" y="27869"/>
                  </a:lnTo>
                  <a:lnTo>
                    <a:pt x="16446" y="97949"/>
                  </a:lnTo>
                  <a:lnTo>
                    <a:pt x="1926" y="97949"/>
                  </a:lnTo>
                  <a:lnTo>
                    <a:pt x="1926" y="27869"/>
                  </a:lnTo>
                  <a:close/>
                </a:path>
              </a:pathLst>
            </a:custGeom>
            <a:grpFill/>
            <a:ln w="3692" cap="flat">
              <a:noFill/>
              <a:prstDash val="solid"/>
              <a:miter/>
            </a:ln>
          </p:spPr>
          <p:txBody>
            <a:bodyPr rtlCol="0" anchor="ctr"/>
            <a:lstStyle/>
            <a:p>
              <a:endParaRPr lang="en-US">
                <a:solidFill>
                  <a:schemeClr val="bg2"/>
                </a:solidFill>
              </a:endParaRPr>
            </a:p>
          </p:txBody>
        </p:sp>
        <p:sp>
          <p:nvSpPr>
            <p:cNvPr id="26" name="Freeform 25">
              <a:extLst>
                <a:ext uri="{FF2B5EF4-FFF2-40B4-BE49-F238E27FC236}">
                  <a16:creationId xmlns:a16="http://schemas.microsoft.com/office/drawing/2014/main" id="{DDBD562C-F8AE-28D9-55D1-D2FE95A16FB1}"/>
                </a:ext>
              </a:extLst>
            </p:cNvPr>
            <p:cNvSpPr/>
            <p:nvPr/>
          </p:nvSpPr>
          <p:spPr>
            <a:xfrm>
              <a:off x="3818328"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bg2"/>
                </a:solidFill>
              </a:endParaRPr>
            </a:p>
          </p:txBody>
        </p:sp>
        <p:sp>
          <p:nvSpPr>
            <p:cNvPr id="27" name="Freeform 26">
              <a:extLst>
                <a:ext uri="{FF2B5EF4-FFF2-40B4-BE49-F238E27FC236}">
                  <a16:creationId xmlns:a16="http://schemas.microsoft.com/office/drawing/2014/main" id="{A1DC5A57-14E6-D8AB-6F8E-1BB48D17B48A}"/>
                </a:ext>
              </a:extLst>
            </p:cNvPr>
            <p:cNvSpPr/>
            <p:nvPr/>
          </p:nvSpPr>
          <p:spPr>
            <a:xfrm>
              <a:off x="3907969"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28" name="Freeform 27">
              <a:extLst>
                <a:ext uri="{FF2B5EF4-FFF2-40B4-BE49-F238E27FC236}">
                  <a16:creationId xmlns:a16="http://schemas.microsoft.com/office/drawing/2014/main" id="{076FF02F-1791-6822-6B61-D812521F8B40}"/>
                </a:ext>
              </a:extLst>
            </p:cNvPr>
            <p:cNvSpPr/>
            <p:nvPr/>
          </p:nvSpPr>
          <p:spPr>
            <a:xfrm>
              <a:off x="3933935"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bg2"/>
                </a:solidFill>
              </a:endParaRPr>
            </a:p>
          </p:txBody>
        </p:sp>
        <p:sp>
          <p:nvSpPr>
            <p:cNvPr id="29" name="Freeform 28">
              <a:extLst>
                <a:ext uri="{FF2B5EF4-FFF2-40B4-BE49-F238E27FC236}">
                  <a16:creationId xmlns:a16="http://schemas.microsoft.com/office/drawing/2014/main" id="{31D00BF8-3C0E-6A73-6464-A9ED002C8971}"/>
                </a:ext>
              </a:extLst>
            </p:cNvPr>
            <p:cNvSpPr/>
            <p:nvPr/>
          </p:nvSpPr>
          <p:spPr>
            <a:xfrm>
              <a:off x="3980460" y="6031761"/>
              <a:ext cx="71527" cy="103013"/>
            </a:xfrm>
            <a:custGeom>
              <a:avLst/>
              <a:gdLst>
                <a:gd name="connsiteX0" fmla="*/ 56488 w 71527"/>
                <a:gd name="connsiteY0" fmla="*/ 0 h 103013"/>
                <a:gd name="connsiteX1" fmla="*/ 71527 w 71527"/>
                <a:gd name="connsiteY1" fmla="*/ 0 h 103013"/>
                <a:gd name="connsiteX2" fmla="*/ 28448 w 71527"/>
                <a:gd name="connsiteY2" fmla="*/ 103013 h 103013"/>
                <a:gd name="connsiteX3" fmla="*/ 13409 w 71527"/>
                <a:gd name="connsiteY3" fmla="*/ 103013 h 103013"/>
                <a:gd name="connsiteX4" fmla="*/ 27670 w 71527"/>
                <a:gd name="connsiteY4" fmla="*/ 68934 h 103013"/>
                <a:gd name="connsiteX5" fmla="*/ 0 w 71527"/>
                <a:gd name="connsiteY5" fmla="*/ 0 h 103013"/>
                <a:gd name="connsiteX6" fmla="*/ 16187 w 71527"/>
                <a:gd name="connsiteY6" fmla="*/ 0 h 103013"/>
                <a:gd name="connsiteX7" fmla="*/ 35930 w 71527"/>
                <a:gd name="connsiteY7" fmla="*/ 53410 h 103013"/>
                <a:gd name="connsiteX8" fmla="*/ 56451 w 71527"/>
                <a:gd name="connsiteY8" fmla="*/ 0 h 10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 h="103013">
                  <a:moveTo>
                    <a:pt x="56488" y="0"/>
                  </a:moveTo>
                  <a:lnTo>
                    <a:pt x="71527" y="0"/>
                  </a:lnTo>
                  <a:lnTo>
                    <a:pt x="28448" y="103013"/>
                  </a:lnTo>
                  <a:lnTo>
                    <a:pt x="13409" y="103013"/>
                  </a:lnTo>
                  <a:lnTo>
                    <a:pt x="27670" y="68934"/>
                  </a:lnTo>
                  <a:lnTo>
                    <a:pt x="0" y="0"/>
                  </a:lnTo>
                  <a:lnTo>
                    <a:pt x="16187" y="0"/>
                  </a:lnTo>
                  <a:lnTo>
                    <a:pt x="35930" y="53410"/>
                  </a:lnTo>
                  <a:lnTo>
                    <a:pt x="56451" y="0"/>
                  </a:lnTo>
                  <a:close/>
                </a:path>
              </a:pathLst>
            </a:custGeom>
            <a:grpFill/>
            <a:ln w="3692" cap="flat">
              <a:noFill/>
              <a:prstDash val="solid"/>
              <a:miter/>
            </a:ln>
          </p:spPr>
          <p:txBody>
            <a:bodyPr rtlCol="0" anchor="ctr"/>
            <a:lstStyle/>
            <a:p>
              <a:endParaRPr lang="en-US">
                <a:solidFill>
                  <a:schemeClr val="bg2"/>
                </a:solidFill>
              </a:endParaRPr>
            </a:p>
          </p:txBody>
        </p:sp>
        <p:sp>
          <p:nvSpPr>
            <p:cNvPr id="30" name="Freeform 29">
              <a:extLst>
                <a:ext uri="{FF2B5EF4-FFF2-40B4-BE49-F238E27FC236}">
                  <a16:creationId xmlns:a16="http://schemas.microsoft.com/office/drawing/2014/main" id="{5C0888C9-783F-0113-FDA5-AF46D9EE18A8}"/>
                </a:ext>
              </a:extLst>
            </p:cNvPr>
            <p:cNvSpPr/>
            <p:nvPr/>
          </p:nvSpPr>
          <p:spPr>
            <a:xfrm>
              <a:off x="4091251" y="6012282"/>
              <a:ext cx="86380" cy="90298"/>
            </a:xfrm>
            <a:custGeom>
              <a:avLst/>
              <a:gdLst>
                <a:gd name="connsiteX0" fmla="*/ 45228 w 86380"/>
                <a:gd name="connsiteY0" fmla="*/ 0 h 90298"/>
                <a:gd name="connsiteX1" fmla="*/ 86381 w 86380"/>
                <a:gd name="connsiteY1" fmla="*/ 26576 h 90298"/>
                <a:gd name="connsiteX2" fmla="*/ 68934 w 86380"/>
                <a:gd name="connsiteY2" fmla="*/ 26576 h 90298"/>
                <a:gd name="connsiteX3" fmla="*/ 45228 w 86380"/>
                <a:gd name="connsiteY3" fmla="*/ 12715 h 90298"/>
                <a:gd name="connsiteX4" fmla="*/ 14891 w 86380"/>
                <a:gd name="connsiteY4" fmla="*/ 45131 h 90298"/>
                <a:gd name="connsiteX5" fmla="*/ 45228 w 86380"/>
                <a:gd name="connsiteY5" fmla="*/ 77694 h 90298"/>
                <a:gd name="connsiteX6" fmla="*/ 68934 w 86380"/>
                <a:gd name="connsiteY6" fmla="*/ 63833 h 90298"/>
                <a:gd name="connsiteX7" fmla="*/ 86381 w 86380"/>
                <a:gd name="connsiteY7" fmla="*/ 63833 h 90298"/>
                <a:gd name="connsiteX8" fmla="*/ 45228 w 86380"/>
                <a:gd name="connsiteY8" fmla="*/ 90298 h 90298"/>
                <a:gd name="connsiteX9" fmla="*/ 0 w 86380"/>
                <a:gd name="connsiteY9" fmla="*/ 45168 h 90298"/>
                <a:gd name="connsiteX10" fmla="*/ 45228 w 86380"/>
                <a:gd name="connsiteY10" fmla="*/ 37 h 9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 h="90298">
                  <a:moveTo>
                    <a:pt x="45228" y="0"/>
                  </a:moveTo>
                  <a:cubicBezTo>
                    <a:pt x="63712" y="0"/>
                    <a:pt x="79640" y="9277"/>
                    <a:pt x="86381" y="26576"/>
                  </a:cubicBezTo>
                  <a:lnTo>
                    <a:pt x="68934" y="26576"/>
                  </a:lnTo>
                  <a:cubicBezTo>
                    <a:pt x="64230" y="17150"/>
                    <a:pt x="55822" y="12715"/>
                    <a:pt x="45228" y="12715"/>
                  </a:cubicBezTo>
                  <a:cubicBezTo>
                    <a:pt x="27633" y="12715"/>
                    <a:pt x="14891" y="25171"/>
                    <a:pt x="14891" y="45131"/>
                  </a:cubicBezTo>
                  <a:cubicBezTo>
                    <a:pt x="14891" y="65090"/>
                    <a:pt x="27633" y="77694"/>
                    <a:pt x="45228" y="77694"/>
                  </a:cubicBezTo>
                  <a:cubicBezTo>
                    <a:pt x="55822" y="77694"/>
                    <a:pt x="64230" y="73259"/>
                    <a:pt x="68934" y="63833"/>
                  </a:cubicBezTo>
                  <a:lnTo>
                    <a:pt x="86381" y="63833"/>
                  </a:lnTo>
                  <a:cubicBezTo>
                    <a:pt x="79640" y="81132"/>
                    <a:pt x="63712" y="90298"/>
                    <a:pt x="45228" y="90298"/>
                  </a:cubicBezTo>
                  <a:cubicBezTo>
                    <a:pt x="20262" y="90298"/>
                    <a:pt x="0" y="71743"/>
                    <a:pt x="0" y="45168"/>
                  </a:cubicBezTo>
                  <a:cubicBezTo>
                    <a:pt x="0" y="18592"/>
                    <a:pt x="20262" y="37"/>
                    <a:pt x="45228" y="37"/>
                  </a:cubicBezTo>
                  <a:close/>
                </a:path>
              </a:pathLst>
            </a:custGeom>
            <a:grpFill/>
            <a:ln w="3692" cap="flat">
              <a:noFill/>
              <a:prstDash val="solid"/>
              <a:miter/>
            </a:ln>
          </p:spPr>
          <p:txBody>
            <a:bodyPr rtlCol="0" anchor="ctr"/>
            <a:lstStyle/>
            <a:p>
              <a:endParaRPr lang="en-US">
                <a:solidFill>
                  <a:schemeClr val="bg2"/>
                </a:solidFill>
              </a:endParaRPr>
            </a:p>
          </p:txBody>
        </p:sp>
        <p:sp>
          <p:nvSpPr>
            <p:cNvPr id="31" name="Freeform 30">
              <a:extLst>
                <a:ext uri="{FF2B5EF4-FFF2-40B4-BE49-F238E27FC236}">
                  <a16:creationId xmlns:a16="http://schemas.microsoft.com/office/drawing/2014/main" id="{318F7217-817C-7765-1E1E-D178943C208B}"/>
                </a:ext>
              </a:extLst>
            </p:cNvPr>
            <p:cNvSpPr/>
            <p:nvPr/>
          </p:nvSpPr>
          <p:spPr>
            <a:xfrm>
              <a:off x="4187300"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8" y="72372"/>
                    <a:pt x="0" y="57476"/>
                    <a:pt x="0" y="35853"/>
                  </a:cubicBezTo>
                  <a:cubicBezTo>
                    <a:pt x="0" y="14230"/>
                    <a:pt x="14668"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bg2"/>
                </a:solidFill>
              </a:endParaRPr>
            </a:p>
          </p:txBody>
        </p:sp>
        <p:sp>
          <p:nvSpPr>
            <p:cNvPr id="32" name="Freeform 31">
              <a:extLst>
                <a:ext uri="{FF2B5EF4-FFF2-40B4-BE49-F238E27FC236}">
                  <a16:creationId xmlns:a16="http://schemas.microsoft.com/office/drawing/2014/main" id="{E0CE9F7B-70FB-351B-A858-B693522FB081}"/>
                </a:ext>
              </a:extLst>
            </p:cNvPr>
            <p:cNvSpPr/>
            <p:nvPr/>
          </p:nvSpPr>
          <p:spPr>
            <a:xfrm>
              <a:off x="4274422" y="6030615"/>
              <a:ext cx="35559" cy="71225"/>
            </a:xfrm>
            <a:custGeom>
              <a:avLst/>
              <a:gdLst>
                <a:gd name="connsiteX0" fmla="*/ 14520 w 35559"/>
                <a:gd name="connsiteY0" fmla="*/ 71226 h 71225"/>
                <a:gd name="connsiteX1" fmla="*/ 0 w 35559"/>
                <a:gd name="connsiteY1" fmla="*/ 71226 h 71225"/>
                <a:gd name="connsiteX2" fmla="*/ 0 w 35559"/>
                <a:gd name="connsiteY2" fmla="*/ 1146 h 71225"/>
                <a:gd name="connsiteX3" fmla="*/ 14520 w 35559"/>
                <a:gd name="connsiteY3" fmla="*/ 1146 h 71225"/>
                <a:gd name="connsiteX4" fmla="*/ 14520 w 35559"/>
                <a:gd name="connsiteY4" fmla="*/ 11310 h 71225"/>
                <a:gd name="connsiteX5" fmla="*/ 35560 w 35559"/>
                <a:gd name="connsiteY5" fmla="*/ 0 h 71225"/>
                <a:gd name="connsiteX6" fmla="*/ 35560 w 35559"/>
                <a:gd name="connsiteY6" fmla="*/ 15007 h 71225"/>
                <a:gd name="connsiteX7" fmla="*/ 31856 w 35559"/>
                <a:gd name="connsiteY7" fmla="*/ 15007 h 71225"/>
                <a:gd name="connsiteX8" fmla="*/ 14520 w 35559"/>
                <a:gd name="connsiteY8" fmla="*/ 34338 h 71225"/>
                <a:gd name="connsiteX9" fmla="*/ 14520 w 35559"/>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59"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bg2"/>
                </a:solidFill>
              </a:endParaRPr>
            </a:p>
          </p:txBody>
        </p:sp>
        <p:sp>
          <p:nvSpPr>
            <p:cNvPr id="33" name="Freeform 32">
              <a:extLst>
                <a:ext uri="{FF2B5EF4-FFF2-40B4-BE49-F238E27FC236}">
                  <a16:creationId xmlns:a16="http://schemas.microsoft.com/office/drawing/2014/main" id="{DA40850D-F1FE-EAB9-9872-3B7D3D101F3B}"/>
                </a:ext>
              </a:extLst>
            </p:cNvPr>
            <p:cNvSpPr/>
            <p:nvPr/>
          </p:nvSpPr>
          <p:spPr>
            <a:xfrm>
              <a:off x="431583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0 w 69193"/>
                <a:gd name="connsiteY8" fmla="*/ 50342 h 72371"/>
                <a:gd name="connsiteX9" fmla="*/ 34967 w 69193"/>
                <a:gd name="connsiteY9" fmla="*/ 72335 h 72371"/>
                <a:gd name="connsiteX10" fmla="*/ 15150 w 69193"/>
                <a:gd name="connsiteY10" fmla="*/ 29865 h 72371"/>
                <a:gd name="connsiteX11" fmla="*/ 54007 w 69193"/>
                <a:gd name="connsiteY11" fmla="*/ 29865 h 72371"/>
                <a:gd name="connsiteX12" fmla="*/ 34375 w 69193"/>
                <a:gd name="connsiteY12" fmla="*/ 12197 h 72371"/>
                <a:gd name="connsiteX13" fmla="*/ 15113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83" y="39143"/>
                    <a:pt x="68675" y="41582"/>
                  </a:cubicBezTo>
                  <a:lnTo>
                    <a:pt x="15002" y="41582"/>
                  </a:lnTo>
                  <a:cubicBezTo>
                    <a:pt x="16039" y="53151"/>
                    <a:pt x="24299" y="60137"/>
                    <a:pt x="35004" y="60137"/>
                  </a:cubicBezTo>
                  <a:cubicBezTo>
                    <a:pt x="43931" y="60137"/>
                    <a:pt x="48895" y="55813"/>
                    <a:pt x="51562" y="50342"/>
                  </a:cubicBezTo>
                  <a:lnTo>
                    <a:pt x="67230" y="50342"/>
                  </a:lnTo>
                  <a:cubicBezTo>
                    <a:pt x="63267" y="62540"/>
                    <a:pt x="52192" y="72335"/>
                    <a:pt x="34967" y="72335"/>
                  </a:cubicBezTo>
                  <a:close/>
                  <a:moveTo>
                    <a:pt x="15150" y="29865"/>
                  </a:moveTo>
                  <a:lnTo>
                    <a:pt x="54007" y="29865"/>
                  </a:lnTo>
                  <a:cubicBezTo>
                    <a:pt x="53747" y="19072"/>
                    <a:pt x="45228" y="12197"/>
                    <a:pt x="34375" y="12197"/>
                  </a:cubicBezTo>
                  <a:cubicBezTo>
                    <a:pt x="24559" y="12197"/>
                    <a:pt x="16669" y="18814"/>
                    <a:pt x="15113" y="29865"/>
                  </a:cubicBezTo>
                  <a:close/>
                </a:path>
              </a:pathLst>
            </a:custGeom>
            <a:grpFill/>
            <a:ln w="3692" cap="flat">
              <a:noFill/>
              <a:prstDash val="solid"/>
              <a:miter/>
            </a:ln>
          </p:spPr>
          <p:txBody>
            <a:bodyPr rtlCol="0" anchor="ctr"/>
            <a:lstStyle/>
            <a:p>
              <a:endParaRPr lang="en-US">
                <a:solidFill>
                  <a:schemeClr val="bg2"/>
                </a:solidFill>
              </a:endParaRPr>
            </a:p>
          </p:txBody>
        </p:sp>
        <p:sp>
          <p:nvSpPr>
            <p:cNvPr id="34" name="Freeform 33">
              <a:extLst>
                <a:ext uri="{FF2B5EF4-FFF2-40B4-BE49-F238E27FC236}">
                  <a16:creationId xmlns:a16="http://schemas.microsoft.com/office/drawing/2014/main" id="{EB5F0439-5286-C500-6996-6C235F9E3FF1}"/>
                </a:ext>
              </a:extLst>
            </p:cNvPr>
            <p:cNvSpPr/>
            <p:nvPr/>
          </p:nvSpPr>
          <p:spPr>
            <a:xfrm>
              <a:off x="4432442" y="6013428"/>
              <a:ext cx="61933" cy="88376"/>
            </a:xfrm>
            <a:custGeom>
              <a:avLst/>
              <a:gdLst>
                <a:gd name="connsiteX0" fmla="*/ 30596 w 61933"/>
                <a:gd name="connsiteY0" fmla="*/ 52523 h 88376"/>
                <a:gd name="connsiteX1" fmla="*/ 14520 w 61933"/>
                <a:gd name="connsiteY1" fmla="*/ 52523 h 88376"/>
                <a:gd name="connsiteX2" fmla="*/ 14520 w 61933"/>
                <a:gd name="connsiteY2" fmla="*/ 88376 h 88376"/>
                <a:gd name="connsiteX3" fmla="*/ 0 w 61933"/>
                <a:gd name="connsiteY3" fmla="*/ 88376 h 88376"/>
                <a:gd name="connsiteX4" fmla="*/ 0 w 61933"/>
                <a:gd name="connsiteY4" fmla="*/ 0 h 88376"/>
                <a:gd name="connsiteX5" fmla="*/ 30596 w 61933"/>
                <a:gd name="connsiteY5" fmla="*/ 0 h 88376"/>
                <a:gd name="connsiteX6" fmla="*/ 61933 w 61933"/>
                <a:gd name="connsiteY6" fmla="*/ 26317 h 88376"/>
                <a:gd name="connsiteX7" fmla="*/ 30596 w 61933"/>
                <a:gd name="connsiteY7" fmla="*/ 52523 h 88376"/>
                <a:gd name="connsiteX8" fmla="*/ 30596 w 61933"/>
                <a:gd name="connsiteY8" fmla="*/ 40695 h 88376"/>
                <a:gd name="connsiteX9" fmla="*/ 47043 w 61933"/>
                <a:gd name="connsiteY9" fmla="*/ 26317 h 88376"/>
                <a:gd name="connsiteX10" fmla="*/ 30596 w 61933"/>
                <a:gd name="connsiteY10" fmla="*/ 11828 h 88376"/>
                <a:gd name="connsiteX11" fmla="*/ 14520 w 61933"/>
                <a:gd name="connsiteY11" fmla="*/ 11828 h 88376"/>
                <a:gd name="connsiteX12" fmla="*/ 14520 w 61933"/>
                <a:gd name="connsiteY12" fmla="*/ 40695 h 88376"/>
                <a:gd name="connsiteX13" fmla="*/ 30596 w 61933"/>
                <a:gd name="connsiteY13" fmla="*/ 40695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933" h="88376">
                  <a:moveTo>
                    <a:pt x="30596" y="52523"/>
                  </a:moveTo>
                  <a:lnTo>
                    <a:pt x="14520" y="52523"/>
                  </a:lnTo>
                  <a:lnTo>
                    <a:pt x="14520" y="88376"/>
                  </a:lnTo>
                  <a:lnTo>
                    <a:pt x="0" y="88376"/>
                  </a:lnTo>
                  <a:lnTo>
                    <a:pt x="0" y="0"/>
                  </a:lnTo>
                  <a:lnTo>
                    <a:pt x="30596" y="0"/>
                  </a:lnTo>
                  <a:cubicBezTo>
                    <a:pt x="51636" y="0"/>
                    <a:pt x="61933" y="11939"/>
                    <a:pt x="61933" y="26317"/>
                  </a:cubicBezTo>
                  <a:cubicBezTo>
                    <a:pt x="61933" y="38921"/>
                    <a:pt x="53636" y="52523"/>
                    <a:pt x="30596" y="52523"/>
                  </a:cubicBezTo>
                  <a:close/>
                  <a:moveTo>
                    <a:pt x="30596" y="40695"/>
                  </a:moveTo>
                  <a:cubicBezTo>
                    <a:pt x="41931" y="40695"/>
                    <a:pt x="47043" y="35225"/>
                    <a:pt x="47043" y="26317"/>
                  </a:cubicBezTo>
                  <a:cubicBezTo>
                    <a:pt x="47043" y="17409"/>
                    <a:pt x="41931" y="11828"/>
                    <a:pt x="30596" y="11828"/>
                  </a:cubicBezTo>
                  <a:lnTo>
                    <a:pt x="14520" y="11828"/>
                  </a:lnTo>
                  <a:lnTo>
                    <a:pt x="14520" y="40695"/>
                  </a:lnTo>
                  <a:lnTo>
                    <a:pt x="30596" y="40695"/>
                  </a:lnTo>
                  <a:close/>
                </a:path>
              </a:pathLst>
            </a:custGeom>
            <a:grpFill/>
            <a:ln w="3692" cap="flat">
              <a:noFill/>
              <a:prstDash val="solid"/>
              <a:miter/>
            </a:ln>
          </p:spPr>
          <p:txBody>
            <a:bodyPr rtlCol="0" anchor="ctr"/>
            <a:lstStyle/>
            <a:p>
              <a:endParaRPr lang="en-US">
                <a:solidFill>
                  <a:schemeClr val="bg2"/>
                </a:solidFill>
              </a:endParaRPr>
            </a:p>
          </p:txBody>
        </p:sp>
        <p:sp>
          <p:nvSpPr>
            <p:cNvPr id="35" name="Freeform 34">
              <a:extLst>
                <a:ext uri="{FF2B5EF4-FFF2-40B4-BE49-F238E27FC236}">
                  <a16:creationId xmlns:a16="http://schemas.microsoft.com/office/drawing/2014/main" id="{4767C350-23EE-0EE7-1849-180A0DF7B2B2}"/>
                </a:ext>
              </a:extLst>
            </p:cNvPr>
            <p:cNvSpPr/>
            <p:nvPr/>
          </p:nvSpPr>
          <p:spPr>
            <a:xfrm>
              <a:off x="4505117"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36" name="Freeform 35">
              <a:extLst>
                <a:ext uri="{FF2B5EF4-FFF2-40B4-BE49-F238E27FC236}">
                  <a16:creationId xmlns:a16="http://schemas.microsoft.com/office/drawing/2014/main" id="{CD70C06F-5E6E-2939-91C9-B7AD04575391}"/>
                </a:ext>
              </a:extLst>
            </p:cNvPr>
            <p:cNvSpPr/>
            <p:nvPr/>
          </p:nvSpPr>
          <p:spPr>
            <a:xfrm>
              <a:off x="4532861"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190 w 72157"/>
                <a:gd name="connsiteY10" fmla="*/ 12604 h 72371"/>
                <a:gd name="connsiteX11" fmla="*/ 14891 w 72157"/>
                <a:gd name="connsiteY11" fmla="*/ 35890 h 72371"/>
                <a:gd name="connsiteX12" fmla="*/ 36190 w 72157"/>
                <a:gd name="connsiteY12" fmla="*/ 59804 h 72371"/>
                <a:gd name="connsiteX13" fmla="*/ 57489 w 72157"/>
                <a:gd name="connsiteY13" fmla="*/ 36149 h 72371"/>
                <a:gd name="connsiteX14" fmla="*/ 36190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190" y="12604"/>
                  </a:moveTo>
                  <a:cubicBezTo>
                    <a:pt x="25374" y="12604"/>
                    <a:pt x="14891" y="20736"/>
                    <a:pt x="14891" y="35890"/>
                  </a:cubicBezTo>
                  <a:cubicBezTo>
                    <a:pt x="14891" y="51044"/>
                    <a:pt x="25337" y="59804"/>
                    <a:pt x="36190" y="59804"/>
                  </a:cubicBezTo>
                  <a:cubicBezTo>
                    <a:pt x="47043" y="59804"/>
                    <a:pt x="57489" y="51266"/>
                    <a:pt x="57489" y="36149"/>
                  </a:cubicBezTo>
                  <a:cubicBezTo>
                    <a:pt x="57489" y="21031"/>
                    <a:pt x="47154" y="12604"/>
                    <a:pt x="36190" y="12604"/>
                  </a:cubicBezTo>
                  <a:close/>
                </a:path>
              </a:pathLst>
            </a:custGeom>
            <a:grpFill/>
            <a:ln w="3692" cap="flat">
              <a:noFill/>
              <a:prstDash val="solid"/>
              <a:miter/>
            </a:ln>
          </p:spPr>
          <p:txBody>
            <a:bodyPr rtlCol="0" anchor="ctr"/>
            <a:lstStyle/>
            <a:p>
              <a:endParaRPr lang="en-US">
                <a:solidFill>
                  <a:schemeClr val="bg2"/>
                </a:solidFill>
              </a:endParaRPr>
            </a:p>
          </p:txBody>
        </p:sp>
        <p:sp>
          <p:nvSpPr>
            <p:cNvPr id="37" name="Freeform 36">
              <a:extLst>
                <a:ext uri="{FF2B5EF4-FFF2-40B4-BE49-F238E27FC236}">
                  <a16:creationId xmlns:a16="http://schemas.microsoft.com/office/drawing/2014/main" id="{98716269-E7D8-75F3-F7FA-05E931718829}"/>
                </a:ext>
              </a:extLst>
            </p:cNvPr>
            <p:cNvSpPr/>
            <p:nvPr/>
          </p:nvSpPr>
          <p:spPr>
            <a:xfrm>
              <a:off x="4616427"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bg2"/>
                </a:solidFill>
              </a:endParaRPr>
            </a:p>
          </p:txBody>
        </p:sp>
        <p:sp>
          <p:nvSpPr>
            <p:cNvPr id="38" name="Freeform 37">
              <a:extLst>
                <a:ext uri="{FF2B5EF4-FFF2-40B4-BE49-F238E27FC236}">
                  <a16:creationId xmlns:a16="http://schemas.microsoft.com/office/drawing/2014/main" id="{090CDD92-D99B-6C77-3027-E5033F907A5F}"/>
                </a:ext>
              </a:extLst>
            </p:cNvPr>
            <p:cNvSpPr/>
            <p:nvPr/>
          </p:nvSpPr>
          <p:spPr>
            <a:xfrm>
              <a:off x="4663804" y="6003670"/>
              <a:ext cx="35967" cy="98170"/>
            </a:xfrm>
            <a:custGeom>
              <a:avLst/>
              <a:gdLst>
                <a:gd name="connsiteX0" fmla="*/ 8297 w 35967"/>
                <a:gd name="connsiteY0" fmla="*/ 39919 h 98170"/>
                <a:gd name="connsiteX1" fmla="*/ 0 w 35967"/>
                <a:gd name="connsiteY1" fmla="*/ 39919 h 98170"/>
                <a:gd name="connsiteX2" fmla="*/ 0 w 35967"/>
                <a:gd name="connsiteY2" fmla="*/ 28091 h 98170"/>
                <a:gd name="connsiteX3" fmla="*/ 8297 w 35967"/>
                <a:gd name="connsiteY3" fmla="*/ 28091 h 98170"/>
                <a:gd name="connsiteX4" fmla="*/ 8297 w 35967"/>
                <a:gd name="connsiteY4" fmla="*/ 23138 h 98170"/>
                <a:gd name="connsiteX5" fmla="*/ 34930 w 35967"/>
                <a:gd name="connsiteY5" fmla="*/ 0 h 98170"/>
                <a:gd name="connsiteX6" fmla="*/ 34930 w 35967"/>
                <a:gd name="connsiteY6" fmla="*/ 12087 h 98170"/>
                <a:gd name="connsiteX7" fmla="*/ 22966 w 35967"/>
                <a:gd name="connsiteY7" fmla="*/ 23138 h 98170"/>
                <a:gd name="connsiteX8" fmla="*/ 22966 w 35967"/>
                <a:gd name="connsiteY8" fmla="*/ 28091 h 98170"/>
                <a:gd name="connsiteX9" fmla="*/ 35967 w 35967"/>
                <a:gd name="connsiteY9" fmla="*/ 28091 h 98170"/>
                <a:gd name="connsiteX10" fmla="*/ 35967 w 35967"/>
                <a:gd name="connsiteY10" fmla="*/ 39919 h 98170"/>
                <a:gd name="connsiteX11" fmla="*/ 22966 w 35967"/>
                <a:gd name="connsiteY11" fmla="*/ 39919 h 98170"/>
                <a:gd name="connsiteX12" fmla="*/ 22966 w 35967"/>
                <a:gd name="connsiteY12" fmla="*/ 98171 h 98170"/>
                <a:gd name="connsiteX13" fmla="*/ 8297 w 35967"/>
                <a:gd name="connsiteY13" fmla="*/ 98171 h 98170"/>
                <a:gd name="connsiteX14" fmla="*/ 8297 w 35967"/>
                <a:gd name="connsiteY14" fmla="*/ 39919 h 9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67" h="98170">
                  <a:moveTo>
                    <a:pt x="8297" y="39919"/>
                  </a:moveTo>
                  <a:lnTo>
                    <a:pt x="0" y="39919"/>
                  </a:lnTo>
                  <a:lnTo>
                    <a:pt x="0" y="28091"/>
                  </a:lnTo>
                  <a:lnTo>
                    <a:pt x="8297" y="28091"/>
                  </a:lnTo>
                  <a:lnTo>
                    <a:pt x="8297" y="23138"/>
                  </a:lnTo>
                  <a:cubicBezTo>
                    <a:pt x="8297" y="6986"/>
                    <a:pt x="16595" y="0"/>
                    <a:pt x="34930" y="0"/>
                  </a:cubicBezTo>
                  <a:lnTo>
                    <a:pt x="34930" y="12087"/>
                  </a:lnTo>
                  <a:cubicBezTo>
                    <a:pt x="26003" y="12087"/>
                    <a:pt x="22966" y="15154"/>
                    <a:pt x="22966" y="23138"/>
                  </a:cubicBezTo>
                  <a:lnTo>
                    <a:pt x="22966" y="28091"/>
                  </a:lnTo>
                  <a:lnTo>
                    <a:pt x="35967" y="28091"/>
                  </a:lnTo>
                  <a:lnTo>
                    <a:pt x="35967" y="39919"/>
                  </a:lnTo>
                  <a:lnTo>
                    <a:pt x="22966" y="39919"/>
                  </a:lnTo>
                  <a:lnTo>
                    <a:pt x="22966" y="98171"/>
                  </a:lnTo>
                  <a:lnTo>
                    <a:pt x="8297" y="98171"/>
                  </a:lnTo>
                  <a:lnTo>
                    <a:pt x="8297" y="39919"/>
                  </a:lnTo>
                  <a:close/>
                </a:path>
              </a:pathLst>
            </a:custGeom>
            <a:grpFill/>
            <a:ln w="3692" cap="flat">
              <a:noFill/>
              <a:prstDash val="solid"/>
              <a:miter/>
            </a:ln>
          </p:spPr>
          <p:txBody>
            <a:bodyPr rtlCol="0" anchor="ctr"/>
            <a:lstStyle/>
            <a:p>
              <a:endParaRPr lang="en-US">
                <a:solidFill>
                  <a:schemeClr val="bg2"/>
                </a:solidFill>
              </a:endParaRPr>
            </a:p>
          </p:txBody>
        </p:sp>
        <p:sp>
          <p:nvSpPr>
            <p:cNvPr id="39" name="Freeform 38">
              <a:extLst>
                <a:ext uri="{FF2B5EF4-FFF2-40B4-BE49-F238E27FC236}">
                  <a16:creationId xmlns:a16="http://schemas.microsoft.com/office/drawing/2014/main" id="{0D44304C-7640-4075-7673-7D8A61006A5B}"/>
                </a:ext>
              </a:extLst>
            </p:cNvPr>
            <p:cNvSpPr/>
            <p:nvPr/>
          </p:nvSpPr>
          <p:spPr>
            <a:xfrm>
              <a:off x="4704364" y="6030615"/>
              <a:ext cx="71638" cy="72371"/>
            </a:xfrm>
            <a:custGeom>
              <a:avLst/>
              <a:gdLst>
                <a:gd name="connsiteX0" fmla="*/ 35190 w 71638"/>
                <a:gd name="connsiteY0" fmla="*/ 72372 h 72371"/>
                <a:gd name="connsiteX1" fmla="*/ 0 w 71638"/>
                <a:gd name="connsiteY1" fmla="*/ 36112 h 72371"/>
                <a:gd name="connsiteX2" fmla="*/ 35819 w 71638"/>
                <a:gd name="connsiteY2" fmla="*/ 0 h 72371"/>
                <a:gd name="connsiteX3" fmla="*/ 71639 w 71638"/>
                <a:gd name="connsiteY3" fmla="*/ 36112 h 72371"/>
                <a:gd name="connsiteX4" fmla="*/ 35190 w 71638"/>
                <a:gd name="connsiteY4" fmla="*/ 72372 h 72371"/>
                <a:gd name="connsiteX5" fmla="*/ 35190 w 71638"/>
                <a:gd name="connsiteY5" fmla="*/ 59767 h 72371"/>
                <a:gd name="connsiteX6" fmla="*/ 56711 w 71638"/>
                <a:gd name="connsiteY6" fmla="*/ 36112 h 72371"/>
                <a:gd name="connsiteX7" fmla="*/ 35560 w 71638"/>
                <a:gd name="connsiteY7" fmla="*/ 12567 h 72371"/>
                <a:gd name="connsiteX8" fmla="*/ 14780 w 71638"/>
                <a:gd name="connsiteY8" fmla="*/ 36112 h 72371"/>
                <a:gd name="connsiteX9" fmla="*/ 35190 w 71638"/>
                <a:gd name="connsiteY9" fmla="*/ 59767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638" h="72371">
                  <a:moveTo>
                    <a:pt x="35190" y="72372"/>
                  </a:moveTo>
                  <a:cubicBezTo>
                    <a:pt x="15187" y="72372"/>
                    <a:pt x="0" y="58141"/>
                    <a:pt x="0" y="36112"/>
                  </a:cubicBezTo>
                  <a:cubicBezTo>
                    <a:pt x="0" y="14083"/>
                    <a:pt x="15817" y="0"/>
                    <a:pt x="35819" y="0"/>
                  </a:cubicBezTo>
                  <a:cubicBezTo>
                    <a:pt x="55822" y="0"/>
                    <a:pt x="71639" y="14119"/>
                    <a:pt x="71639" y="36112"/>
                  </a:cubicBezTo>
                  <a:cubicBezTo>
                    <a:pt x="71639" y="58104"/>
                    <a:pt x="55340" y="72372"/>
                    <a:pt x="35190" y="72372"/>
                  </a:cubicBezTo>
                  <a:close/>
                  <a:moveTo>
                    <a:pt x="35190" y="59767"/>
                  </a:moveTo>
                  <a:cubicBezTo>
                    <a:pt x="46006" y="59767"/>
                    <a:pt x="56711" y="52006"/>
                    <a:pt x="56711" y="36112"/>
                  </a:cubicBezTo>
                  <a:cubicBezTo>
                    <a:pt x="56711" y="20218"/>
                    <a:pt x="46376" y="12567"/>
                    <a:pt x="35560" y="12567"/>
                  </a:cubicBezTo>
                  <a:cubicBezTo>
                    <a:pt x="24744" y="12567"/>
                    <a:pt x="14780" y="20181"/>
                    <a:pt x="14780" y="36112"/>
                  </a:cubicBezTo>
                  <a:cubicBezTo>
                    <a:pt x="14780" y="52042"/>
                    <a:pt x="24225" y="59767"/>
                    <a:pt x="35190" y="59767"/>
                  </a:cubicBezTo>
                  <a:close/>
                </a:path>
              </a:pathLst>
            </a:custGeom>
            <a:grpFill/>
            <a:ln w="3692" cap="flat">
              <a:noFill/>
              <a:prstDash val="solid"/>
              <a:miter/>
            </a:ln>
          </p:spPr>
          <p:txBody>
            <a:bodyPr rtlCol="0" anchor="ctr"/>
            <a:lstStyle/>
            <a:p>
              <a:endParaRPr lang="en-US">
                <a:solidFill>
                  <a:schemeClr val="bg2"/>
                </a:solidFill>
              </a:endParaRPr>
            </a:p>
          </p:txBody>
        </p:sp>
        <p:sp>
          <p:nvSpPr>
            <p:cNvPr id="40" name="Freeform 39">
              <a:extLst>
                <a:ext uri="{FF2B5EF4-FFF2-40B4-BE49-F238E27FC236}">
                  <a16:creationId xmlns:a16="http://schemas.microsoft.com/office/drawing/2014/main" id="{0D6C49DA-6FC2-24D3-E026-4E379A608592}"/>
                </a:ext>
              </a:extLst>
            </p:cNvPr>
            <p:cNvSpPr/>
            <p:nvPr/>
          </p:nvSpPr>
          <p:spPr>
            <a:xfrm>
              <a:off x="4786560" y="6030615"/>
              <a:ext cx="35560" cy="71225"/>
            </a:xfrm>
            <a:custGeom>
              <a:avLst/>
              <a:gdLst>
                <a:gd name="connsiteX0" fmla="*/ 14520 w 35560"/>
                <a:gd name="connsiteY0" fmla="*/ 71226 h 71225"/>
                <a:gd name="connsiteX1" fmla="*/ 0 w 35560"/>
                <a:gd name="connsiteY1" fmla="*/ 71226 h 71225"/>
                <a:gd name="connsiteX2" fmla="*/ 0 w 35560"/>
                <a:gd name="connsiteY2" fmla="*/ 1146 h 71225"/>
                <a:gd name="connsiteX3" fmla="*/ 14520 w 35560"/>
                <a:gd name="connsiteY3" fmla="*/ 1146 h 71225"/>
                <a:gd name="connsiteX4" fmla="*/ 14520 w 35560"/>
                <a:gd name="connsiteY4" fmla="*/ 11310 h 71225"/>
                <a:gd name="connsiteX5" fmla="*/ 35560 w 35560"/>
                <a:gd name="connsiteY5" fmla="*/ 0 h 71225"/>
                <a:gd name="connsiteX6" fmla="*/ 35560 w 35560"/>
                <a:gd name="connsiteY6" fmla="*/ 15007 h 71225"/>
                <a:gd name="connsiteX7" fmla="*/ 31856 w 35560"/>
                <a:gd name="connsiteY7" fmla="*/ 15007 h 71225"/>
                <a:gd name="connsiteX8" fmla="*/ 14520 w 35560"/>
                <a:gd name="connsiteY8" fmla="*/ 34338 h 71225"/>
                <a:gd name="connsiteX9" fmla="*/ 14520 w 35560"/>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bg2"/>
                </a:solidFill>
              </a:endParaRPr>
            </a:p>
          </p:txBody>
        </p:sp>
        <p:sp>
          <p:nvSpPr>
            <p:cNvPr id="41" name="Freeform 40">
              <a:extLst>
                <a:ext uri="{FF2B5EF4-FFF2-40B4-BE49-F238E27FC236}">
                  <a16:creationId xmlns:a16="http://schemas.microsoft.com/office/drawing/2014/main" id="{05A5B113-35D1-53BE-554B-B41D7AD5F357}"/>
                </a:ext>
              </a:extLst>
            </p:cNvPr>
            <p:cNvSpPr/>
            <p:nvPr/>
          </p:nvSpPr>
          <p:spPr>
            <a:xfrm>
              <a:off x="4832602" y="6030615"/>
              <a:ext cx="113939" cy="71225"/>
            </a:xfrm>
            <a:custGeom>
              <a:avLst/>
              <a:gdLst>
                <a:gd name="connsiteX0" fmla="*/ 99531 w 113939"/>
                <a:gd name="connsiteY0" fmla="*/ 32046 h 71225"/>
                <a:gd name="connsiteX1" fmla="*/ 81936 w 113939"/>
                <a:gd name="connsiteY1" fmla="*/ 12604 h 71225"/>
                <a:gd name="connsiteX2" fmla="*/ 64230 w 113939"/>
                <a:gd name="connsiteY2" fmla="*/ 32046 h 71225"/>
                <a:gd name="connsiteX3" fmla="*/ 64230 w 113939"/>
                <a:gd name="connsiteY3" fmla="*/ 71226 h 71225"/>
                <a:gd name="connsiteX4" fmla="*/ 49821 w 113939"/>
                <a:gd name="connsiteY4" fmla="*/ 71226 h 71225"/>
                <a:gd name="connsiteX5" fmla="*/ 49821 w 113939"/>
                <a:gd name="connsiteY5" fmla="*/ 32046 h 71225"/>
                <a:gd name="connsiteX6" fmla="*/ 32226 w 113939"/>
                <a:gd name="connsiteY6" fmla="*/ 12604 h 71225"/>
                <a:gd name="connsiteX7" fmla="*/ 14520 w 113939"/>
                <a:gd name="connsiteY7" fmla="*/ 32046 h 71225"/>
                <a:gd name="connsiteX8" fmla="*/ 14520 w 113939"/>
                <a:gd name="connsiteY8" fmla="*/ 71226 h 71225"/>
                <a:gd name="connsiteX9" fmla="*/ 0 w 113939"/>
                <a:gd name="connsiteY9" fmla="*/ 71226 h 71225"/>
                <a:gd name="connsiteX10" fmla="*/ 0 w 113939"/>
                <a:gd name="connsiteY10" fmla="*/ 1146 h 71225"/>
                <a:gd name="connsiteX11" fmla="*/ 14520 w 113939"/>
                <a:gd name="connsiteY11" fmla="*/ 1146 h 71225"/>
                <a:gd name="connsiteX12" fmla="*/ 14520 w 113939"/>
                <a:gd name="connsiteY12" fmla="*/ 9167 h 71225"/>
                <a:gd name="connsiteX13" fmla="*/ 35301 w 113939"/>
                <a:gd name="connsiteY13" fmla="*/ 0 h 71225"/>
                <a:gd name="connsiteX14" fmla="*/ 60526 w 113939"/>
                <a:gd name="connsiteY14" fmla="*/ 13861 h 71225"/>
                <a:gd name="connsiteX15" fmla="*/ 85010 w 113939"/>
                <a:gd name="connsiteY15" fmla="*/ 0 h 71225"/>
                <a:gd name="connsiteX16" fmla="*/ 113940 w 113939"/>
                <a:gd name="connsiteY16" fmla="*/ 29902 h 71225"/>
                <a:gd name="connsiteX17" fmla="*/ 113940 w 113939"/>
                <a:gd name="connsiteY17" fmla="*/ 71226 h 71225"/>
                <a:gd name="connsiteX18" fmla="*/ 99531 w 113939"/>
                <a:gd name="connsiteY18" fmla="*/ 71226 h 71225"/>
                <a:gd name="connsiteX19" fmla="*/ 99531 w 113939"/>
                <a:gd name="connsiteY19" fmla="*/ 3204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939" h="71225">
                  <a:moveTo>
                    <a:pt x="99531" y="32046"/>
                  </a:moveTo>
                  <a:cubicBezTo>
                    <a:pt x="99531" y="19183"/>
                    <a:pt x="92530" y="12604"/>
                    <a:pt x="81936" y="12604"/>
                  </a:cubicBezTo>
                  <a:cubicBezTo>
                    <a:pt x="71342" y="12604"/>
                    <a:pt x="64230" y="19220"/>
                    <a:pt x="64230" y="32046"/>
                  </a:cubicBezTo>
                  <a:lnTo>
                    <a:pt x="64230" y="71226"/>
                  </a:lnTo>
                  <a:lnTo>
                    <a:pt x="49821" y="71226"/>
                  </a:lnTo>
                  <a:lnTo>
                    <a:pt x="49821" y="32046"/>
                  </a:lnTo>
                  <a:cubicBezTo>
                    <a:pt x="49821" y="19183"/>
                    <a:pt x="42820" y="12604"/>
                    <a:pt x="32226" y="12604"/>
                  </a:cubicBezTo>
                  <a:cubicBezTo>
                    <a:pt x="21632" y="12604"/>
                    <a:pt x="14520" y="19220"/>
                    <a:pt x="14520" y="32046"/>
                  </a:cubicBezTo>
                  <a:lnTo>
                    <a:pt x="14520" y="71226"/>
                  </a:lnTo>
                  <a:lnTo>
                    <a:pt x="0" y="71226"/>
                  </a:lnTo>
                  <a:lnTo>
                    <a:pt x="0" y="1146"/>
                  </a:lnTo>
                  <a:lnTo>
                    <a:pt x="14520" y="1146"/>
                  </a:lnTo>
                  <a:lnTo>
                    <a:pt x="14520" y="9167"/>
                  </a:lnTo>
                  <a:cubicBezTo>
                    <a:pt x="19224" y="3437"/>
                    <a:pt x="26892" y="0"/>
                    <a:pt x="35301" y="0"/>
                  </a:cubicBezTo>
                  <a:cubicBezTo>
                    <a:pt x="46376" y="0"/>
                    <a:pt x="55673" y="4694"/>
                    <a:pt x="60526" y="13861"/>
                  </a:cubicBezTo>
                  <a:cubicBezTo>
                    <a:pt x="64860" y="5359"/>
                    <a:pt x="74787" y="0"/>
                    <a:pt x="85010" y="0"/>
                  </a:cubicBezTo>
                  <a:cubicBezTo>
                    <a:pt x="101457" y="0"/>
                    <a:pt x="113940" y="10312"/>
                    <a:pt x="113940" y="29902"/>
                  </a:cubicBezTo>
                  <a:lnTo>
                    <a:pt x="113940" y="71226"/>
                  </a:lnTo>
                  <a:lnTo>
                    <a:pt x="99531" y="71226"/>
                  </a:lnTo>
                  <a:lnTo>
                    <a:pt x="99531" y="32046"/>
                  </a:lnTo>
                  <a:close/>
                </a:path>
              </a:pathLst>
            </a:custGeom>
            <a:grpFill/>
            <a:ln w="3692" cap="flat">
              <a:noFill/>
              <a:prstDash val="solid"/>
              <a:miter/>
            </a:ln>
          </p:spPr>
          <p:txBody>
            <a:bodyPr rtlCol="0" anchor="ctr"/>
            <a:lstStyle/>
            <a:p>
              <a:endParaRPr lang="en-US">
                <a:solidFill>
                  <a:schemeClr val="bg2"/>
                </a:solidFill>
              </a:endParaRPr>
            </a:p>
          </p:txBody>
        </p:sp>
      </p:grpSp>
    </p:spTree>
    <p:extLst>
      <p:ext uri="{BB962C8B-B14F-4D97-AF65-F5344CB8AC3E}">
        <p14:creationId xmlns:p14="http://schemas.microsoft.com/office/powerpoint/2010/main" val="25741995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branded (Green)">
    <p:bg>
      <p:bgPr>
        <a:solidFill>
          <a:schemeClr val="bg1"/>
        </a:solidFill>
        <a:effectLst/>
      </p:bgPr>
    </p:bg>
    <p:spTree>
      <p:nvGrpSpPr>
        <p:cNvPr id="1" name=""/>
        <p:cNvGrpSpPr/>
        <p:nvPr/>
      </p:nvGrpSpPr>
      <p:grpSpPr>
        <a:xfrm>
          <a:off x="0" y="0"/>
          <a:ext cx="0" cy="0"/>
          <a:chOff x="0" y="0"/>
          <a:chExt cx="0" cy="0"/>
        </a:xfrm>
      </p:grpSpPr>
      <p:pic>
        <p:nvPicPr>
          <p:cNvPr id="5" name="Picture 4" descr="A blurry image of a tree&#10;&#10;Description automatically generated">
            <a:extLst>
              <a:ext uri="{FF2B5EF4-FFF2-40B4-BE49-F238E27FC236}">
                <a16:creationId xmlns:a16="http://schemas.microsoft.com/office/drawing/2014/main" id="{9CF6C853-97CA-0FCA-59C0-D75F3D71F87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218342" y="0"/>
            <a:ext cx="6973658" cy="6858000"/>
          </a:xfrm>
          <a:prstGeom prst="rect">
            <a:avLst/>
          </a:prstGeom>
        </p:spPr>
      </p:pic>
      <p:sp>
        <p:nvSpPr>
          <p:cNvPr id="46" name="Freeform 45">
            <a:extLst>
              <a:ext uri="{FF2B5EF4-FFF2-40B4-BE49-F238E27FC236}">
                <a16:creationId xmlns:a16="http://schemas.microsoft.com/office/drawing/2014/main" id="{92414BA5-6D0E-E05A-9681-7D0DD27BABF3}"/>
              </a:ext>
            </a:extLst>
          </p:cNvPr>
          <p:cNvSpPr/>
          <p:nvPr userDrawn="1"/>
        </p:nvSpPr>
        <p:spPr>
          <a:xfrm>
            <a:off x="0" y="0"/>
            <a:ext cx="6400800" cy="6858000"/>
          </a:xfrm>
          <a:custGeom>
            <a:avLst/>
            <a:gdLst>
              <a:gd name="connsiteX0" fmla="*/ 0 w 6400800"/>
              <a:gd name="connsiteY0" fmla="*/ 0 h 6858000"/>
              <a:gd name="connsiteX1" fmla="*/ 5403646 w 6400800"/>
              <a:gd name="connsiteY1" fmla="*/ 0 h 6858000"/>
              <a:gd name="connsiteX2" fmla="*/ 5474135 w 6400800"/>
              <a:gd name="connsiteY2" fmla="*/ 109953 h 6858000"/>
              <a:gd name="connsiteX3" fmla="*/ 6400800 w 6400800"/>
              <a:gd name="connsiteY3" fmla="*/ 3429000 h 6858000"/>
              <a:gd name="connsiteX4" fmla="*/ 5474135 w 6400800"/>
              <a:gd name="connsiteY4" fmla="*/ 6748048 h 6858000"/>
              <a:gd name="connsiteX5" fmla="*/ 5403646 w 6400800"/>
              <a:gd name="connsiteY5" fmla="*/ 6858000 h 6858000"/>
              <a:gd name="connsiteX6" fmla="*/ 0 w 64008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00800" h="6858000">
                <a:moveTo>
                  <a:pt x="0" y="0"/>
                </a:moveTo>
                <a:lnTo>
                  <a:pt x="5403646" y="0"/>
                </a:lnTo>
                <a:lnTo>
                  <a:pt x="5474135" y="109953"/>
                </a:lnTo>
                <a:cubicBezTo>
                  <a:pt x="6062173" y="1077734"/>
                  <a:pt x="6400800" y="2213822"/>
                  <a:pt x="6400800" y="3429000"/>
                </a:cubicBezTo>
                <a:cubicBezTo>
                  <a:pt x="6400800" y="4644179"/>
                  <a:pt x="6062173" y="5780266"/>
                  <a:pt x="5474135" y="6748048"/>
                </a:cubicBezTo>
                <a:lnTo>
                  <a:pt x="5403646" y="6858000"/>
                </a:lnTo>
                <a:lnTo>
                  <a:pt x="0" y="685800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nchorCtr="0">
            <a:noAutofit/>
          </a:bodyPr>
          <a:lstStyle/>
          <a:p>
            <a:pPr algn="ctr"/>
            <a:endParaRPr lang="en-US"/>
          </a:p>
        </p:txBody>
      </p:sp>
      <p:sp>
        <p:nvSpPr>
          <p:cNvPr id="6" name="Picture Placeholder 9">
            <a:extLst>
              <a:ext uri="{FF2B5EF4-FFF2-40B4-BE49-F238E27FC236}">
                <a16:creationId xmlns:a16="http://schemas.microsoft.com/office/drawing/2014/main" id="{0B22C4AA-EF0B-AD50-CCA1-8B13B2DDB27C}"/>
              </a:ext>
            </a:extLst>
          </p:cNvPr>
          <p:cNvSpPr>
            <a:spLocks noGrp="1"/>
          </p:cNvSpPr>
          <p:nvPr>
            <p:ph type="pic" sz="quarter" idx="13"/>
          </p:nvPr>
        </p:nvSpPr>
        <p:spPr>
          <a:xfrm>
            <a:off x="3312012" y="3086561"/>
            <a:ext cx="1902737" cy="557588"/>
          </a:xfrm>
        </p:spPr>
        <p:txBody>
          <a:bodyPr/>
          <a:lstStyle>
            <a:lvl1pPr marL="0" indent="0" algn="ctr">
              <a:buNone/>
              <a:defRPr b="0" i="0">
                <a:solidFill>
                  <a:srgbClr val="301E03"/>
                </a:solidFill>
              </a:defRPr>
            </a:lvl1pPr>
          </a:lstStyle>
          <a:p>
            <a:r>
              <a:rPr lang="en-US"/>
              <a:t>Click icon to add picture</a:t>
            </a:r>
            <a:endParaRPr lang="en-IL"/>
          </a:p>
        </p:txBody>
      </p:sp>
      <p:sp>
        <p:nvSpPr>
          <p:cNvPr id="8" name="Text Placeholder 2">
            <a:extLst>
              <a:ext uri="{FF2B5EF4-FFF2-40B4-BE49-F238E27FC236}">
                <a16:creationId xmlns:a16="http://schemas.microsoft.com/office/drawing/2014/main" id="{C7D9480F-FC23-DDA0-38FC-0CDE99917138}"/>
              </a:ext>
            </a:extLst>
          </p:cNvPr>
          <p:cNvSpPr>
            <a:spLocks noGrp="1"/>
          </p:cNvSpPr>
          <p:nvPr>
            <p:ph type="body" idx="1"/>
          </p:nvPr>
        </p:nvSpPr>
        <p:spPr>
          <a:xfrm>
            <a:off x="711842" y="5003757"/>
            <a:ext cx="4502895" cy="658835"/>
          </a:xfrm>
        </p:spPr>
        <p:txBody>
          <a:bodyPr wrap="square" anchor="t" anchorCtr="0">
            <a:spAutoFit/>
          </a:bodyPr>
          <a:lstStyle>
            <a:lvl1pPr marL="0" indent="0" algn="l">
              <a:lnSpc>
                <a:spcPts val="1800"/>
              </a:lnSpc>
              <a:spcBef>
                <a:spcPts val="1600"/>
              </a:spcBef>
              <a:buNone/>
              <a:defRPr sz="1400" b="0" i="0">
                <a:solidFill>
                  <a:srgbClr val="301E03"/>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cxnSp>
        <p:nvCxnSpPr>
          <p:cNvPr id="9" name="Straight Connector 8">
            <a:extLst>
              <a:ext uri="{FF2B5EF4-FFF2-40B4-BE49-F238E27FC236}">
                <a16:creationId xmlns:a16="http://schemas.microsoft.com/office/drawing/2014/main" id="{3505A867-22F7-CD8D-C315-2EBB58D80F38}"/>
              </a:ext>
            </a:extLst>
          </p:cNvPr>
          <p:cNvCxnSpPr>
            <a:cxnSpLocks/>
          </p:cNvCxnSpPr>
          <p:nvPr userDrawn="1"/>
        </p:nvCxnSpPr>
        <p:spPr>
          <a:xfrm>
            <a:off x="2890861" y="3086561"/>
            <a:ext cx="0" cy="557588"/>
          </a:xfrm>
          <a:prstGeom prst="line">
            <a:avLst/>
          </a:prstGeom>
          <a:ln w="9525">
            <a:solidFill>
              <a:srgbClr val="301E03">
                <a:alpha val="25000"/>
              </a:srgbClr>
            </a:solidFill>
          </a:ln>
        </p:spPr>
        <p:style>
          <a:lnRef idx="2">
            <a:schemeClr val="accent1"/>
          </a:lnRef>
          <a:fillRef idx="0">
            <a:schemeClr val="accent1"/>
          </a:fillRef>
          <a:effectRef idx="1">
            <a:schemeClr val="accent1"/>
          </a:effectRef>
          <a:fontRef idx="minor">
            <a:schemeClr val="tx1"/>
          </a:fontRef>
        </p:style>
      </p:cxnSp>
      <p:grpSp>
        <p:nvGrpSpPr>
          <p:cNvPr id="47" name="Group 46">
            <a:extLst>
              <a:ext uri="{FF2B5EF4-FFF2-40B4-BE49-F238E27FC236}">
                <a16:creationId xmlns:a16="http://schemas.microsoft.com/office/drawing/2014/main" id="{E81976A4-57A6-9F6D-0124-A1D5D0125067}"/>
              </a:ext>
            </a:extLst>
          </p:cNvPr>
          <p:cNvGrpSpPr/>
          <p:nvPr userDrawn="1"/>
        </p:nvGrpSpPr>
        <p:grpSpPr>
          <a:xfrm>
            <a:off x="744890" y="3086561"/>
            <a:ext cx="1803739" cy="530056"/>
            <a:chOff x="2649665" y="5459914"/>
            <a:chExt cx="2297877" cy="675266"/>
          </a:xfrm>
          <a:solidFill>
            <a:schemeClr val="tx1"/>
          </a:solidFill>
        </p:grpSpPr>
        <p:sp>
          <p:nvSpPr>
            <p:cNvPr id="48" name="Freeform 47">
              <a:extLst>
                <a:ext uri="{FF2B5EF4-FFF2-40B4-BE49-F238E27FC236}">
                  <a16:creationId xmlns:a16="http://schemas.microsoft.com/office/drawing/2014/main" id="{17A2F305-1180-475D-8805-FDA380F044E6}"/>
                </a:ext>
              </a:extLst>
            </p:cNvPr>
            <p:cNvSpPr/>
            <p:nvPr/>
          </p:nvSpPr>
          <p:spPr>
            <a:xfrm>
              <a:off x="3209512" y="5624255"/>
              <a:ext cx="144721" cy="250528"/>
            </a:xfrm>
            <a:custGeom>
              <a:avLst/>
              <a:gdLst>
                <a:gd name="connsiteX0" fmla="*/ 141203 w 144721"/>
                <a:gd name="connsiteY0" fmla="*/ 204511 h 250528"/>
                <a:gd name="connsiteX1" fmla="*/ 144722 w 144721"/>
                <a:gd name="connsiteY1" fmla="*/ 208022 h 250528"/>
                <a:gd name="connsiteX2" fmla="*/ 144722 w 144721"/>
                <a:gd name="connsiteY2" fmla="*/ 247017 h 250528"/>
                <a:gd name="connsiteX3" fmla="*/ 141203 w 144721"/>
                <a:gd name="connsiteY3" fmla="*/ 250528 h 250528"/>
                <a:gd name="connsiteX4" fmla="*/ 3519 w 144721"/>
                <a:gd name="connsiteY4" fmla="*/ 250528 h 250528"/>
                <a:gd name="connsiteX5" fmla="*/ 0 w 144721"/>
                <a:gd name="connsiteY5" fmla="*/ 247017 h 250528"/>
                <a:gd name="connsiteX6" fmla="*/ 0 w 144721"/>
                <a:gd name="connsiteY6" fmla="*/ 3511 h 250528"/>
                <a:gd name="connsiteX7" fmla="*/ 3519 w 144721"/>
                <a:gd name="connsiteY7" fmla="*/ 0 h 250528"/>
                <a:gd name="connsiteX8" fmla="*/ 48599 w 144721"/>
                <a:gd name="connsiteY8" fmla="*/ 0 h 250528"/>
                <a:gd name="connsiteX9" fmla="*/ 52118 w 144721"/>
                <a:gd name="connsiteY9" fmla="*/ 3511 h 250528"/>
                <a:gd name="connsiteX10" fmla="*/ 52118 w 144721"/>
                <a:gd name="connsiteY10" fmla="*/ 200999 h 250528"/>
                <a:gd name="connsiteX11" fmla="*/ 55636 w 144721"/>
                <a:gd name="connsiteY11" fmla="*/ 204511 h 250528"/>
                <a:gd name="connsiteX12" fmla="*/ 141203 w 144721"/>
                <a:gd name="connsiteY12" fmla="*/ 204511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21" h="250528">
                  <a:moveTo>
                    <a:pt x="141203" y="204511"/>
                  </a:moveTo>
                  <a:cubicBezTo>
                    <a:pt x="143536" y="204511"/>
                    <a:pt x="144722" y="205693"/>
                    <a:pt x="144722" y="208022"/>
                  </a:cubicBezTo>
                  <a:lnTo>
                    <a:pt x="144722" y="247017"/>
                  </a:lnTo>
                  <a:cubicBezTo>
                    <a:pt x="144722" y="249345"/>
                    <a:pt x="143536" y="250528"/>
                    <a:pt x="141203" y="250528"/>
                  </a:cubicBezTo>
                  <a:lnTo>
                    <a:pt x="3519" y="250528"/>
                  </a:lnTo>
                  <a:cubicBezTo>
                    <a:pt x="1185" y="250528"/>
                    <a:pt x="0" y="249345"/>
                    <a:pt x="0" y="247017"/>
                  </a:cubicBezTo>
                  <a:lnTo>
                    <a:pt x="0" y="3511"/>
                  </a:lnTo>
                  <a:cubicBezTo>
                    <a:pt x="0" y="1183"/>
                    <a:pt x="1185" y="0"/>
                    <a:pt x="3519" y="0"/>
                  </a:cubicBezTo>
                  <a:lnTo>
                    <a:pt x="48599" y="0"/>
                  </a:lnTo>
                  <a:cubicBezTo>
                    <a:pt x="50932" y="0"/>
                    <a:pt x="52118" y="1183"/>
                    <a:pt x="52118" y="3511"/>
                  </a:cubicBezTo>
                  <a:lnTo>
                    <a:pt x="52118" y="200999"/>
                  </a:lnTo>
                  <a:cubicBezTo>
                    <a:pt x="52118" y="203328"/>
                    <a:pt x="53303" y="204511"/>
                    <a:pt x="55636" y="204511"/>
                  </a:cubicBezTo>
                  <a:lnTo>
                    <a:pt x="141203" y="204511"/>
                  </a:lnTo>
                  <a:close/>
                </a:path>
              </a:pathLst>
            </a:custGeom>
            <a:grpFill/>
            <a:ln w="3692" cap="flat">
              <a:noFill/>
              <a:prstDash val="solid"/>
              <a:miter/>
            </a:ln>
          </p:spPr>
          <p:txBody>
            <a:bodyPr rtlCol="0" anchor="ctr"/>
            <a:lstStyle/>
            <a:p>
              <a:endParaRPr lang="en-US"/>
            </a:p>
          </p:txBody>
        </p:sp>
        <p:sp>
          <p:nvSpPr>
            <p:cNvPr id="49" name="Freeform 48">
              <a:extLst>
                <a:ext uri="{FF2B5EF4-FFF2-40B4-BE49-F238E27FC236}">
                  <a16:creationId xmlns:a16="http://schemas.microsoft.com/office/drawing/2014/main" id="{F11CB9E3-6D0B-A76A-DBE4-4229ACD3ACE3}"/>
                </a:ext>
              </a:extLst>
            </p:cNvPr>
            <p:cNvSpPr/>
            <p:nvPr/>
          </p:nvSpPr>
          <p:spPr>
            <a:xfrm>
              <a:off x="3418177" y="5624255"/>
              <a:ext cx="255689" cy="250602"/>
            </a:xfrm>
            <a:custGeom>
              <a:avLst/>
              <a:gdLst>
                <a:gd name="connsiteX0" fmla="*/ 113412 w 255689"/>
                <a:gd name="connsiteY0" fmla="*/ 2476 h 250602"/>
                <a:gd name="connsiteX1" fmla="*/ 117635 w 255689"/>
                <a:gd name="connsiteY1" fmla="*/ 0 h 250602"/>
                <a:gd name="connsiteX2" fmla="*/ 138415 w 255689"/>
                <a:gd name="connsiteY2" fmla="*/ 0 h 250602"/>
                <a:gd name="connsiteX3" fmla="*/ 142638 w 255689"/>
                <a:gd name="connsiteY3" fmla="*/ 2476 h 250602"/>
                <a:gd name="connsiteX4" fmla="*/ 255319 w 255689"/>
                <a:gd name="connsiteY4" fmla="*/ 246352 h 250602"/>
                <a:gd name="connsiteX5" fmla="*/ 255689 w 255689"/>
                <a:gd name="connsiteY5" fmla="*/ 248126 h 250602"/>
                <a:gd name="connsiteX6" fmla="*/ 252874 w 255689"/>
                <a:gd name="connsiteY6" fmla="*/ 250602 h 250602"/>
                <a:gd name="connsiteX7" fmla="*/ 202868 w 255689"/>
                <a:gd name="connsiteY7" fmla="*/ 250602 h 250602"/>
                <a:gd name="connsiteX8" fmla="*/ 198645 w 255689"/>
                <a:gd name="connsiteY8" fmla="*/ 248126 h 250602"/>
                <a:gd name="connsiteX9" fmla="*/ 181050 w 255689"/>
                <a:gd name="connsiteY9" fmla="*/ 210166 h 250602"/>
                <a:gd name="connsiteX10" fmla="*/ 177161 w 255689"/>
                <a:gd name="connsiteY10" fmla="*/ 207689 h 250602"/>
                <a:gd name="connsiteX11" fmla="*/ 78556 w 255689"/>
                <a:gd name="connsiteY11" fmla="*/ 207689 h 250602"/>
                <a:gd name="connsiteX12" fmla="*/ 74333 w 255689"/>
                <a:gd name="connsiteY12" fmla="*/ 210166 h 250602"/>
                <a:gd name="connsiteX13" fmla="*/ 56739 w 255689"/>
                <a:gd name="connsiteY13" fmla="*/ 248126 h 250602"/>
                <a:gd name="connsiteX14" fmla="*/ 52849 w 255689"/>
                <a:gd name="connsiteY14" fmla="*/ 250602 h 250602"/>
                <a:gd name="connsiteX15" fmla="*/ 2843 w 255689"/>
                <a:gd name="connsiteY15" fmla="*/ 250602 h 250602"/>
                <a:gd name="connsiteX16" fmla="*/ 361 w 255689"/>
                <a:gd name="connsiteY16" fmla="*/ 249382 h 250602"/>
                <a:gd name="connsiteX17" fmla="*/ 361 w 255689"/>
                <a:gd name="connsiteY17" fmla="*/ 246388 h 250602"/>
                <a:gd name="connsiteX18" fmla="*/ 113412 w 255689"/>
                <a:gd name="connsiteY18" fmla="*/ 2513 h 250602"/>
                <a:gd name="connsiteX19" fmla="*/ 96188 w 255689"/>
                <a:gd name="connsiteY19" fmla="*/ 157421 h 250602"/>
                <a:gd name="connsiteX20" fmla="*/ 95817 w 255689"/>
                <a:gd name="connsiteY20" fmla="*/ 159195 h 250602"/>
                <a:gd name="connsiteX21" fmla="*/ 98633 w 255689"/>
                <a:gd name="connsiteY21" fmla="*/ 161672 h 250602"/>
                <a:gd name="connsiteX22" fmla="*/ 157084 w 255689"/>
                <a:gd name="connsiteY22" fmla="*/ 161672 h 250602"/>
                <a:gd name="connsiteX23" fmla="*/ 159566 w 255689"/>
                <a:gd name="connsiteY23" fmla="*/ 160452 h 250602"/>
                <a:gd name="connsiteX24" fmla="*/ 159566 w 255689"/>
                <a:gd name="connsiteY24" fmla="*/ 157458 h 250602"/>
                <a:gd name="connsiteX25" fmla="*/ 130340 w 255689"/>
                <a:gd name="connsiteY25" fmla="*/ 89633 h 250602"/>
                <a:gd name="connsiteX26" fmla="*/ 127859 w 255689"/>
                <a:gd name="connsiteY26" fmla="*/ 87859 h 250602"/>
                <a:gd name="connsiteX27" fmla="*/ 125377 w 255689"/>
                <a:gd name="connsiteY27" fmla="*/ 89633 h 250602"/>
                <a:gd name="connsiteX28" fmla="*/ 96151 w 255689"/>
                <a:gd name="connsiteY28" fmla="*/ 157458 h 25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5689" h="250602">
                  <a:moveTo>
                    <a:pt x="113412" y="2476"/>
                  </a:moveTo>
                  <a:cubicBezTo>
                    <a:pt x="114116" y="850"/>
                    <a:pt x="115524" y="0"/>
                    <a:pt x="117635" y="0"/>
                  </a:cubicBezTo>
                  <a:lnTo>
                    <a:pt x="138415" y="0"/>
                  </a:lnTo>
                  <a:cubicBezTo>
                    <a:pt x="140527" y="0"/>
                    <a:pt x="141934" y="813"/>
                    <a:pt x="142638" y="2476"/>
                  </a:cubicBezTo>
                  <a:lnTo>
                    <a:pt x="255319" y="246352"/>
                  </a:lnTo>
                  <a:cubicBezTo>
                    <a:pt x="255541" y="246832"/>
                    <a:pt x="255689" y="247423"/>
                    <a:pt x="255689" y="248126"/>
                  </a:cubicBezTo>
                  <a:cubicBezTo>
                    <a:pt x="255689" y="249752"/>
                    <a:pt x="254763" y="250602"/>
                    <a:pt x="252874" y="250602"/>
                  </a:cubicBezTo>
                  <a:lnTo>
                    <a:pt x="202868" y="250602"/>
                  </a:lnTo>
                  <a:cubicBezTo>
                    <a:pt x="200756" y="250602"/>
                    <a:pt x="199349" y="249789"/>
                    <a:pt x="198645" y="248126"/>
                  </a:cubicBezTo>
                  <a:lnTo>
                    <a:pt x="181050" y="210166"/>
                  </a:lnTo>
                  <a:cubicBezTo>
                    <a:pt x="180346" y="208539"/>
                    <a:pt x="179050" y="207689"/>
                    <a:pt x="177161" y="207689"/>
                  </a:cubicBezTo>
                  <a:lnTo>
                    <a:pt x="78556" y="207689"/>
                  </a:lnTo>
                  <a:cubicBezTo>
                    <a:pt x="76445" y="207689"/>
                    <a:pt x="75037" y="208502"/>
                    <a:pt x="74333" y="210166"/>
                  </a:cubicBezTo>
                  <a:lnTo>
                    <a:pt x="56739" y="248126"/>
                  </a:lnTo>
                  <a:cubicBezTo>
                    <a:pt x="56035" y="249752"/>
                    <a:pt x="54738" y="250602"/>
                    <a:pt x="52849" y="250602"/>
                  </a:cubicBezTo>
                  <a:lnTo>
                    <a:pt x="2843" y="250602"/>
                  </a:lnTo>
                  <a:cubicBezTo>
                    <a:pt x="1658" y="250602"/>
                    <a:pt x="843" y="250196"/>
                    <a:pt x="361" y="249382"/>
                  </a:cubicBezTo>
                  <a:cubicBezTo>
                    <a:pt x="-120" y="248569"/>
                    <a:pt x="-120" y="247571"/>
                    <a:pt x="361" y="246388"/>
                  </a:cubicBezTo>
                  <a:lnTo>
                    <a:pt x="113412" y="2513"/>
                  </a:lnTo>
                  <a:close/>
                  <a:moveTo>
                    <a:pt x="96188" y="157421"/>
                  </a:moveTo>
                  <a:cubicBezTo>
                    <a:pt x="95966" y="157902"/>
                    <a:pt x="95817" y="158493"/>
                    <a:pt x="95817" y="159195"/>
                  </a:cubicBezTo>
                  <a:cubicBezTo>
                    <a:pt x="95817" y="160822"/>
                    <a:pt x="96743" y="161672"/>
                    <a:pt x="98633" y="161672"/>
                  </a:cubicBezTo>
                  <a:lnTo>
                    <a:pt x="157084" y="161672"/>
                  </a:lnTo>
                  <a:cubicBezTo>
                    <a:pt x="158270" y="161672"/>
                    <a:pt x="159085" y="161265"/>
                    <a:pt x="159566" y="160452"/>
                  </a:cubicBezTo>
                  <a:cubicBezTo>
                    <a:pt x="160048" y="159639"/>
                    <a:pt x="160048" y="158641"/>
                    <a:pt x="159566" y="157458"/>
                  </a:cubicBezTo>
                  <a:lnTo>
                    <a:pt x="130340" y="89633"/>
                  </a:lnTo>
                  <a:cubicBezTo>
                    <a:pt x="130118" y="88450"/>
                    <a:pt x="129266" y="87859"/>
                    <a:pt x="127859" y="87859"/>
                  </a:cubicBezTo>
                  <a:cubicBezTo>
                    <a:pt x="126932" y="87859"/>
                    <a:pt x="126080" y="88450"/>
                    <a:pt x="125377" y="89633"/>
                  </a:cubicBezTo>
                  <a:lnTo>
                    <a:pt x="96151" y="157458"/>
                  </a:lnTo>
                  <a:close/>
                </a:path>
              </a:pathLst>
            </a:custGeom>
            <a:grpFill/>
            <a:ln w="3692"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67379B68-30C9-B55A-B06C-CD707D31EB18}"/>
                </a:ext>
              </a:extLst>
            </p:cNvPr>
            <p:cNvSpPr/>
            <p:nvPr/>
          </p:nvSpPr>
          <p:spPr>
            <a:xfrm>
              <a:off x="3736096"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2 w 202839"/>
                <a:gd name="connsiteY3" fmla="*/ 248421 h 250528"/>
                <a:gd name="connsiteX4" fmla="*/ 56377 w 202839"/>
                <a:gd name="connsiteY4" fmla="*/ 105748 h 250528"/>
                <a:gd name="connsiteX5" fmla="*/ 53896 w 202839"/>
                <a:gd name="connsiteY5" fmla="*/ 104344 h 250528"/>
                <a:gd name="connsiteX6" fmla="*/ 52117 w 202839"/>
                <a:gd name="connsiteY6" fmla="*/ 107522 h 250528"/>
                <a:gd name="connsiteX7" fmla="*/ 52117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7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2" y="248421"/>
                  </a:cubicBezTo>
                  <a:lnTo>
                    <a:pt x="56377" y="105748"/>
                  </a:lnTo>
                  <a:cubicBezTo>
                    <a:pt x="55451" y="104824"/>
                    <a:pt x="54599" y="104344"/>
                    <a:pt x="53896" y="104344"/>
                  </a:cubicBezTo>
                  <a:cubicBezTo>
                    <a:pt x="52710" y="104344"/>
                    <a:pt x="52117" y="105416"/>
                    <a:pt x="52117" y="107522"/>
                  </a:cubicBezTo>
                  <a:lnTo>
                    <a:pt x="52117" y="247017"/>
                  </a:lnTo>
                  <a:cubicBezTo>
                    <a:pt x="52117"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7" y="2107"/>
                  </a:cubicBezTo>
                  <a:lnTo>
                    <a:pt x="146463" y="144410"/>
                  </a:lnTo>
                  <a:cubicBezTo>
                    <a:pt x="147166"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7253B047-7486-FFC4-04BE-6167D2BF6C88}"/>
                </a:ext>
              </a:extLst>
            </p:cNvPr>
            <p:cNvSpPr/>
            <p:nvPr/>
          </p:nvSpPr>
          <p:spPr>
            <a:xfrm>
              <a:off x="4009389" y="5624255"/>
              <a:ext cx="176058" cy="250528"/>
            </a:xfrm>
            <a:custGeom>
              <a:avLst/>
              <a:gdLst>
                <a:gd name="connsiteX0" fmla="*/ 172540 w 176058"/>
                <a:gd name="connsiteY0" fmla="*/ 0 h 250528"/>
                <a:gd name="connsiteX1" fmla="*/ 176059 w 176058"/>
                <a:gd name="connsiteY1" fmla="*/ 3511 h 250528"/>
                <a:gd name="connsiteX2" fmla="*/ 176059 w 176058"/>
                <a:gd name="connsiteY2" fmla="*/ 42506 h 250528"/>
                <a:gd name="connsiteX3" fmla="*/ 172540 w 176058"/>
                <a:gd name="connsiteY3" fmla="*/ 46018 h 250528"/>
                <a:gd name="connsiteX4" fmla="*/ 117607 w 176058"/>
                <a:gd name="connsiteY4" fmla="*/ 46018 h 250528"/>
                <a:gd name="connsiteX5" fmla="*/ 114088 w 176058"/>
                <a:gd name="connsiteY5" fmla="*/ 49529 h 250528"/>
                <a:gd name="connsiteX6" fmla="*/ 114088 w 176058"/>
                <a:gd name="connsiteY6" fmla="*/ 247017 h 250528"/>
                <a:gd name="connsiteX7" fmla="*/ 110569 w 176058"/>
                <a:gd name="connsiteY7" fmla="*/ 250528 h 250528"/>
                <a:gd name="connsiteX8" fmla="*/ 65860 w 176058"/>
                <a:gd name="connsiteY8" fmla="*/ 250528 h 250528"/>
                <a:gd name="connsiteX9" fmla="*/ 62341 w 176058"/>
                <a:gd name="connsiteY9" fmla="*/ 247017 h 250528"/>
                <a:gd name="connsiteX10" fmla="*/ 62341 w 176058"/>
                <a:gd name="connsiteY10" fmla="*/ 49529 h 250528"/>
                <a:gd name="connsiteX11" fmla="*/ 58822 w 176058"/>
                <a:gd name="connsiteY11" fmla="*/ 46018 h 250528"/>
                <a:gd name="connsiteX12" fmla="*/ 3519 w 176058"/>
                <a:gd name="connsiteY12" fmla="*/ 46018 h 250528"/>
                <a:gd name="connsiteX13" fmla="*/ 0 w 176058"/>
                <a:gd name="connsiteY13" fmla="*/ 42506 h 250528"/>
                <a:gd name="connsiteX14" fmla="*/ 0 w 176058"/>
                <a:gd name="connsiteY14" fmla="*/ 3511 h 250528"/>
                <a:gd name="connsiteX15" fmla="*/ 3519 w 176058"/>
                <a:gd name="connsiteY15" fmla="*/ 0 h 250528"/>
                <a:gd name="connsiteX16" fmla="*/ 172540 w 176058"/>
                <a:gd name="connsiteY16" fmla="*/ 0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058" h="250528">
                  <a:moveTo>
                    <a:pt x="172540" y="0"/>
                  </a:moveTo>
                  <a:cubicBezTo>
                    <a:pt x="174873" y="0"/>
                    <a:pt x="176059" y="1183"/>
                    <a:pt x="176059" y="3511"/>
                  </a:cubicBezTo>
                  <a:lnTo>
                    <a:pt x="176059" y="42506"/>
                  </a:lnTo>
                  <a:cubicBezTo>
                    <a:pt x="176059" y="44835"/>
                    <a:pt x="174873" y="46018"/>
                    <a:pt x="172540" y="46018"/>
                  </a:cubicBezTo>
                  <a:lnTo>
                    <a:pt x="117607" y="46018"/>
                  </a:lnTo>
                  <a:cubicBezTo>
                    <a:pt x="115274" y="46018"/>
                    <a:pt x="114088" y="47200"/>
                    <a:pt x="114088" y="49529"/>
                  </a:cubicBezTo>
                  <a:lnTo>
                    <a:pt x="114088" y="247017"/>
                  </a:lnTo>
                  <a:cubicBezTo>
                    <a:pt x="114088" y="249345"/>
                    <a:pt x="112903" y="250528"/>
                    <a:pt x="110569" y="250528"/>
                  </a:cubicBezTo>
                  <a:lnTo>
                    <a:pt x="65860" y="250528"/>
                  </a:lnTo>
                  <a:cubicBezTo>
                    <a:pt x="63526" y="250528"/>
                    <a:pt x="62341" y="249345"/>
                    <a:pt x="62341" y="247017"/>
                  </a:cubicBezTo>
                  <a:lnTo>
                    <a:pt x="62341" y="49529"/>
                  </a:lnTo>
                  <a:cubicBezTo>
                    <a:pt x="62341" y="47200"/>
                    <a:pt x="61156" y="46018"/>
                    <a:pt x="58822" y="46018"/>
                  </a:cubicBezTo>
                  <a:lnTo>
                    <a:pt x="3519" y="46018"/>
                  </a:lnTo>
                  <a:cubicBezTo>
                    <a:pt x="1185" y="46018"/>
                    <a:pt x="0" y="44835"/>
                    <a:pt x="0" y="42506"/>
                  </a:cubicBezTo>
                  <a:lnTo>
                    <a:pt x="0" y="3511"/>
                  </a:lnTo>
                  <a:cubicBezTo>
                    <a:pt x="0" y="1183"/>
                    <a:pt x="1185" y="0"/>
                    <a:pt x="3519" y="0"/>
                  </a:cubicBezTo>
                  <a:lnTo>
                    <a:pt x="172540" y="0"/>
                  </a:lnTo>
                  <a:close/>
                </a:path>
              </a:pathLst>
            </a:custGeom>
            <a:grpFill/>
            <a:ln w="3692"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49EB456A-1FD6-8969-9EE2-0C00E7E1EE6F}"/>
                </a:ext>
              </a:extLst>
            </p:cNvPr>
            <p:cNvSpPr/>
            <p:nvPr/>
          </p:nvSpPr>
          <p:spPr>
            <a:xfrm>
              <a:off x="4251012" y="5624255"/>
              <a:ext cx="156352" cy="250528"/>
            </a:xfrm>
            <a:custGeom>
              <a:avLst/>
              <a:gdLst>
                <a:gd name="connsiteX0" fmla="*/ 152834 w 156352"/>
                <a:gd name="connsiteY0" fmla="*/ 204511 h 250528"/>
                <a:gd name="connsiteX1" fmla="*/ 156353 w 156352"/>
                <a:gd name="connsiteY1" fmla="*/ 208022 h 250528"/>
                <a:gd name="connsiteX2" fmla="*/ 156353 w 156352"/>
                <a:gd name="connsiteY2" fmla="*/ 247017 h 250528"/>
                <a:gd name="connsiteX3" fmla="*/ 152834 w 156352"/>
                <a:gd name="connsiteY3" fmla="*/ 250528 h 250528"/>
                <a:gd name="connsiteX4" fmla="*/ 3519 w 156352"/>
                <a:gd name="connsiteY4" fmla="*/ 250528 h 250528"/>
                <a:gd name="connsiteX5" fmla="*/ 0 w 156352"/>
                <a:gd name="connsiteY5" fmla="*/ 247017 h 250528"/>
                <a:gd name="connsiteX6" fmla="*/ 0 w 156352"/>
                <a:gd name="connsiteY6" fmla="*/ 3511 h 250528"/>
                <a:gd name="connsiteX7" fmla="*/ 3519 w 156352"/>
                <a:gd name="connsiteY7" fmla="*/ 0 h 250528"/>
                <a:gd name="connsiteX8" fmla="*/ 149315 w 156352"/>
                <a:gd name="connsiteY8" fmla="*/ 0 h 250528"/>
                <a:gd name="connsiteX9" fmla="*/ 152834 w 156352"/>
                <a:gd name="connsiteY9" fmla="*/ 3511 h 250528"/>
                <a:gd name="connsiteX10" fmla="*/ 152834 w 156352"/>
                <a:gd name="connsiteY10" fmla="*/ 42506 h 250528"/>
                <a:gd name="connsiteX11" fmla="*/ 149315 w 156352"/>
                <a:gd name="connsiteY11" fmla="*/ 46018 h 250528"/>
                <a:gd name="connsiteX12" fmla="*/ 55636 w 156352"/>
                <a:gd name="connsiteY12" fmla="*/ 46018 h 250528"/>
                <a:gd name="connsiteX13" fmla="*/ 52118 w 156352"/>
                <a:gd name="connsiteY13" fmla="*/ 49529 h 250528"/>
                <a:gd name="connsiteX14" fmla="*/ 52118 w 156352"/>
                <a:gd name="connsiteY14" fmla="*/ 100832 h 250528"/>
                <a:gd name="connsiteX15" fmla="*/ 55636 w 156352"/>
                <a:gd name="connsiteY15" fmla="*/ 104344 h 250528"/>
                <a:gd name="connsiteX16" fmla="*/ 122904 w 156352"/>
                <a:gd name="connsiteY16" fmla="*/ 104344 h 250528"/>
                <a:gd name="connsiteX17" fmla="*/ 126423 w 156352"/>
                <a:gd name="connsiteY17" fmla="*/ 107855 h 250528"/>
                <a:gd name="connsiteX18" fmla="*/ 126423 w 156352"/>
                <a:gd name="connsiteY18" fmla="*/ 146850 h 250528"/>
                <a:gd name="connsiteX19" fmla="*/ 122904 w 156352"/>
                <a:gd name="connsiteY19" fmla="*/ 150361 h 250528"/>
                <a:gd name="connsiteX20" fmla="*/ 55636 w 156352"/>
                <a:gd name="connsiteY20" fmla="*/ 150361 h 250528"/>
                <a:gd name="connsiteX21" fmla="*/ 52118 w 156352"/>
                <a:gd name="connsiteY21" fmla="*/ 153873 h 250528"/>
                <a:gd name="connsiteX22" fmla="*/ 52118 w 156352"/>
                <a:gd name="connsiteY22" fmla="*/ 200962 h 250528"/>
                <a:gd name="connsiteX23" fmla="*/ 55636 w 156352"/>
                <a:gd name="connsiteY23" fmla="*/ 204474 h 250528"/>
                <a:gd name="connsiteX24" fmla="*/ 152834 w 156352"/>
                <a:gd name="connsiteY24" fmla="*/ 204474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52" h="250528">
                  <a:moveTo>
                    <a:pt x="152834" y="204511"/>
                  </a:moveTo>
                  <a:cubicBezTo>
                    <a:pt x="155167" y="204511"/>
                    <a:pt x="156353" y="205693"/>
                    <a:pt x="156353" y="208022"/>
                  </a:cubicBezTo>
                  <a:lnTo>
                    <a:pt x="156353" y="247017"/>
                  </a:lnTo>
                  <a:cubicBezTo>
                    <a:pt x="156353" y="249345"/>
                    <a:pt x="155167" y="250528"/>
                    <a:pt x="152834" y="250528"/>
                  </a:cubicBezTo>
                  <a:lnTo>
                    <a:pt x="3519" y="250528"/>
                  </a:lnTo>
                  <a:cubicBezTo>
                    <a:pt x="1185" y="250528"/>
                    <a:pt x="0" y="249345"/>
                    <a:pt x="0" y="247017"/>
                  </a:cubicBezTo>
                  <a:lnTo>
                    <a:pt x="0" y="3511"/>
                  </a:lnTo>
                  <a:cubicBezTo>
                    <a:pt x="0" y="1183"/>
                    <a:pt x="1185" y="0"/>
                    <a:pt x="3519" y="0"/>
                  </a:cubicBezTo>
                  <a:lnTo>
                    <a:pt x="149315" y="0"/>
                  </a:lnTo>
                  <a:cubicBezTo>
                    <a:pt x="151649" y="0"/>
                    <a:pt x="152834" y="1183"/>
                    <a:pt x="152834" y="3511"/>
                  </a:cubicBezTo>
                  <a:lnTo>
                    <a:pt x="152834" y="42506"/>
                  </a:lnTo>
                  <a:cubicBezTo>
                    <a:pt x="152834" y="44835"/>
                    <a:pt x="151649" y="46018"/>
                    <a:pt x="149315" y="46018"/>
                  </a:cubicBezTo>
                  <a:lnTo>
                    <a:pt x="55636" y="46018"/>
                  </a:lnTo>
                  <a:cubicBezTo>
                    <a:pt x="53303" y="46018"/>
                    <a:pt x="52118" y="47200"/>
                    <a:pt x="52118" y="49529"/>
                  </a:cubicBezTo>
                  <a:lnTo>
                    <a:pt x="52118" y="100832"/>
                  </a:lnTo>
                  <a:cubicBezTo>
                    <a:pt x="52118" y="103161"/>
                    <a:pt x="53303" y="104344"/>
                    <a:pt x="55636" y="104344"/>
                  </a:cubicBezTo>
                  <a:lnTo>
                    <a:pt x="122904" y="104344"/>
                  </a:lnTo>
                  <a:cubicBezTo>
                    <a:pt x="125238" y="104344"/>
                    <a:pt x="126423" y="105526"/>
                    <a:pt x="126423" y="107855"/>
                  </a:cubicBezTo>
                  <a:lnTo>
                    <a:pt x="126423" y="146850"/>
                  </a:lnTo>
                  <a:cubicBezTo>
                    <a:pt x="126423" y="149178"/>
                    <a:pt x="125238" y="150361"/>
                    <a:pt x="122904" y="150361"/>
                  </a:cubicBezTo>
                  <a:lnTo>
                    <a:pt x="55636" y="150361"/>
                  </a:lnTo>
                  <a:cubicBezTo>
                    <a:pt x="53303" y="150361"/>
                    <a:pt x="52118" y="151544"/>
                    <a:pt x="52118" y="153873"/>
                  </a:cubicBezTo>
                  <a:lnTo>
                    <a:pt x="52118" y="200962"/>
                  </a:lnTo>
                  <a:cubicBezTo>
                    <a:pt x="52118" y="203291"/>
                    <a:pt x="53303" y="204474"/>
                    <a:pt x="55636" y="204474"/>
                  </a:cubicBezTo>
                  <a:lnTo>
                    <a:pt x="152834" y="204474"/>
                  </a:lnTo>
                  <a:close/>
                </a:path>
              </a:pathLst>
            </a:custGeom>
            <a:grpFill/>
            <a:ln w="3692"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25CFB29E-DD0A-F6B3-F3F1-5733F3BE9051}"/>
                </a:ext>
              </a:extLst>
            </p:cNvPr>
            <p:cNvSpPr/>
            <p:nvPr/>
          </p:nvSpPr>
          <p:spPr>
            <a:xfrm>
              <a:off x="4479596" y="5624255"/>
              <a:ext cx="196839" cy="250565"/>
            </a:xfrm>
            <a:custGeom>
              <a:avLst/>
              <a:gdLst>
                <a:gd name="connsiteX0" fmla="*/ 3519 w 196839"/>
                <a:gd name="connsiteY0" fmla="*/ 250528 h 250565"/>
                <a:gd name="connsiteX1" fmla="*/ 0 w 196839"/>
                <a:gd name="connsiteY1" fmla="*/ 247017 h 250565"/>
                <a:gd name="connsiteX2" fmla="*/ 0 w 196839"/>
                <a:gd name="connsiteY2" fmla="*/ 3511 h 250565"/>
                <a:gd name="connsiteX3" fmla="*/ 3519 w 196839"/>
                <a:gd name="connsiteY3" fmla="*/ 0 h 250565"/>
                <a:gd name="connsiteX4" fmla="*/ 106717 w 196839"/>
                <a:gd name="connsiteY4" fmla="*/ 0 h 250565"/>
                <a:gd name="connsiteX5" fmla="*/ 152315 w 196839"/>
                <a:gd name="connsiteY5" fmla="*/ 11052 h 250565"/>
                <a:gd name="connsiteX6" fmla="*/ 184875 w 196839"/>
                <a:gd name="connsiteY6" fmla="*/ 41989 h 250565"/>
                <a:gd name="connsiteX7" fmla="*/ 196839 w 196839"/>
                <a:gd name="connsiteY7" fmla="*/ 86787 h 250565"/>
                <a:gd name="connsiteX8" fmla="*/ 185394 w 196839"/>
                <a:gd name="connsiteY8" fmla="*/ 130365 h 250565"/>
                <a:gd name="connsiteX9" fmla="*/ 153167 w 196839"/>
                <a:gd name="connsiteY9" fmla="*/ 161635 h 250565"/>
                <a:gd name="connsiteX10" fmla="*/ 151575 w 196839"/>
                <a:gd name="connsiteY10" fmla="*/ 163557 h 250565"/>
                <a:gd name="connsiteX11" fmla="*/ 152093 w 196839"/>
                <a:gd name="connsiteY11" fmla="*/ 166551 h 250565"/>
                <a:gd name="connsiteX12" fmla="*/ 194691 w 196839"/>
                <a:gd name="connsiteY12" fmla="*/ 246315 h 250565"/>
                <a:gd name="connsiteX13" fmla="*/ 195395 w 196839"/>
                <a:gd name="connsiteY13" fmla="*/ 248089 h 250565"/>
                <a:gd name="connsiteX14" fmla="*/ 194506 w 196839"/>
                <a:gd name="connsiteY14" fmla="*/ 249863 h 250565"/>
                <a:gd name="connsiteX15" fmla="*/ 192209 w 196839"/>
                <a:gd name="connsiteY15" fmla="*/ 250565 h 250565"/>
                <a:gd name="connsiteX16" fmla="*/ 143610 w 196839"/>
                <a:gd name="connsiteY16" fmla="*/ 250565 h 250565"/>
                <a:gd name="connsiteX17" fmla="*/ 139388 w 196839"/>
                <a:gd name="connsiteY17" fmla="*/ 248089 h 250565"/>
                <a:gd name="connsiteX18" fmla="*/ 102420 w 196839"/>
                <a:gd name="connsiteY18" fmla="*/ 176050 h 250565"/>
                <a:gd name="connsiteX19" fmla="*/ 98197 w 196839"/>
                <a:gd name="connsiteY19" fmla="*/ 173573 h 250565"/>
                <a:gd name="connsiteX20" fmla="*/ 55600 w 196839"/>
                <a:gd name="connsiteY20" fmla="*/ 173573 h 250565"/>
                <a:gd name="connsiteX21" fmla="*/ 52081 w 196839"/>
                <a:gd name="connsiteY21" fmla="*/ 177085 h 250565"/>
                <a:gd name="connsiteX22" fmla="*/ 52081 w 196839"/>
                <a:gd name="connsiteY22" fmla="*/ 247017 h 250565"/>
                <a:gd name="connsiteX23" fmla="*/ 48562 w 196839"/>
                <a:gd name="connsiteY23" fmla="*/ 250528 h 250565"/>
                <a:gd name="connsiteX24" fmla="*/ 3482 w 196839"/>
                <a:gd name="connsiteY24" fmla="*/ 250528 h 250565"/>
                <a:gd name="connsiteX25" fmla="*/ 102828 w 196839"/>
                <a:gd name="connsiteY25" fmla="*/ 127556 h 250565"/>
                <a:gd name="connsiteX26" fmla="*/ 123423 w 196839"/>
                <a:gd name="connsiteY26" fmla="*/ 122455 h 250565"/>
                <a:gd name="connsiteX27" fmla="*/ 139091 w 196839"/>
                <a:gd name="connsiteY27" fmla="*/ 108225 h 250565"/>
                <a:gd name="connsiteX28" fmla="*/ 145092 w 196839"/>
                <a:gd name="connsiteY28" fmla="*/ 86787 h 250565"/>
                <a:gd name="connsiteX29" fmla="*/ 132239 w 196839"/>
                <a:gd name="connsiteY29" fmla="*/ 56921 h 250565"/>
                <a:gd name="connsiteX30" fmla="*/ 101087 w 196839"/>
                <a:gd name="connsiteY30" fmla="*/ 46018 h 250565"/>
                <a:gd name="connsiteX31" fmla="*/ 55674 w 196839"/>
                <a:gd name="connsiteY31" fmla="*/ 46018 h 250565"/>
                <a:gd name="connsiteX32" fmla="*/ 52155 w 196839"/>
                <a:gd name="connsiteY32" fmla="*/ 49529 h 250565"/>
                <a:gd name="connsiteX33" fmla="*/ 52155 w 196839"/>
                <a:gd name="connsiteY33" fmla="*/ 124007 h 250565"/>
                <a:gd name="connsiteX34" fmla="*/ 55674 w 196839"/>
                <a:gd name="connsiteY34" fmla="*/ 127519 h 250565"/>
                <a:gd name="connsiteX35" fmla="*/ 102865 w 196839"/>
                <a:gd name="connsiteY35" fmla="*/ 127519 h 2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6839" h="250565">
                  <a:moveTo>
                    <a:pt x="3519" y="250528"/>
                  </a:moveTo>
                  <a:cubicBezTo>
                    <a:pt x="1185" y="250528"/>
                    <a:pt x="0" y="249345"/>
                    <a:pt x="0" y="247017"/>
                  </a:cubicBezTo>
                  <a:lnTo>
                    <a:pt x="0" y="3511"/>
                  </a:lnTo>
                  <a:cubicBezTo>
                    <a:pt x="0" y="1183"/>
                    <a:pt x="1185" y="0"/>
                    <a:pt x="3519" y="0"/>
                  </a:cubicBezTo>
                  <a:lnTo>
                    <a:pt x="106717" y="0"/>
                  </a:lnTo>
                  <a:cubicBezTo>
                    <a:pt x="123386" y="0"/>
                    <a:pt x="138573" y="3696"/>
                    <a:pt x="152315" y="11052"/>
                  </a:cubicBezTo>
                  <a:cubicBezTo>
                    <a:pt x="166058" y="18444"/>
                    <a:pt x="176911" y="28756"/>
                    <a:pt x="184875" y="41989"/>
                  </a:cubicBezTo>
                  <a:cubicBezTo>
                    <a:pt x="192839" y="55221"/>
                    <a:pt x="196839" y="70154"/>
                    <a:pt x="196839" y="86787"/>
                  </a:cubicBezTo>
                  <a:cubicBezTo>
                    <a:pt x="196839" y="103420"/>
                    <a:pt x="193024" y="117724"/>
                    <a:pt x="185394" y="130365"/>
                  </a:cubicBezTo>
                  <a:cubicBezTo>
                    <a:pt x="177763" y="143006"/>
                    <a:pt x="167021" y="153429"/>
                    <a:pt x="153167" y="161635"/>
                  </a:cubicBezTo>
                  <a:cubicBezTo>
                    <a:pt x="152241" y="161856"/>
                    <a:pt x="151686" y="162522"/>
                    <a:pt x="151575" y="163557"/>
                  </a:cubicBezTo>
                  <a:cubicBezTo>
                    <a:pt x="151463" y="164592"/>
                    <a:pt x="151648" y="165627"/>
                    <a:pt x="152093" y="166551"/>
                  </a:cubicBezTo>
                  <a:lnTo>
                    <a:pt x="194691" y="246315"/>
                  </a:lnTo>
                  <a:lnTo>
                    <a:pt x="195395" y="248089"/>
                  </a:lnTo>
                  <a:cubicBezTo>
                    <a:pt x="195395" y="248791"/>
                    <a:pt x="195098" y="249382"/>
                    <a:pt x="194506" y="249863"/>
                  </a:cubicBezTo>
                  <a:cubicBezTo>
                    <a:pt x="193913" y="250343"/>
                    <a:pt x="193172" y="250565"/>
                    <a:pt x="192209" y="250565"/>
                  </a:cubicBezTo>
                  <a:lnTo>
                    <a:pt x="143610" y="250565"/>
                  </a:lnTo>
                  <a:cubicBezTo>
                    <a:pt x="141499" y="250565"/>
                    <a:pt x="140091" y="249752"/>
                    <a:pt x="139388" y="248089"/>
                  </a:cubicBezTo>
                  <a:lnTo>
                    <a:pt x="102420" y="176050"/>
                  </a:lnTo>
                  <a:cubicBezTo>
                    <a:pt x="101716" y="174424"/>
                    <a:pt x="100309" y="173573"/>
                    <a:pt x="98197" y="173573"/>
                  </a:cubicBezTo>
                  <a:lnTo>
                    <a:pt x="55600" y="173573"/>
                  </a:lnTo>
                  <a:cubicBezTo>
                    <a:pt x="53266" y="173573"/>
                    <a:pt x="52081" y="174756"/>
                    <a:pt x="52081" y="177085"/>
                  </a:cubicBezTo>
                  <a:lnTo>
                    <a:pt x="52081" y="247017"/>
                  </a:lnTo>
                  <a:cubicBezTo>
                    <a:pt x="52081" y="249345"/>
                    <a:pt x="50895" y="250528"/>
                    <a:pt x="48562" y="250528"/>
                  </a:cubicBezTo>
                  <a:lnTo>
                    <a:pt x="3482" y="250528"/>
                  </a:lnTo>
                  <a:close/>
                  <a:moveTo>
                    <a:pt x="102828" y="127556"/>
                  </a:moveTo>
                  <a:cubicBezTo>
                    <a:pt x="110088" y="127556"/>
                    <a:pt x="116978" y="125855"/>
                    <a:pt x="123423" y="122455"/>
                  </a:cubicBezTo>
                  <a:cubicBezTo>
                    <a:pt x="129868" y="119054"/>
                    <a:pt x="135091" y="114323"/>
                    <a:pt x="139091" y="108225"/>
                  </a:cubicBezTo>
                  <a:cubicBezTo>
                    <a:pt x="143092" y="102126"/>
                    <a:pt x="145092" y="94992"/>
                    <a:pt x="145092" y="86787"/>
                  </a:cubicBezTo>
                  <a:cubicBezTo>
                    <a:pt x="145092" y="74146"/>
                    <a:pt x="140795" y="64166"/>
                    <a:pt x="132239" y="56921"/>
                  </a:cubicBezTo>
                  <a:cubicBezTo>
                    <a:pt x="123682" y="49677"/>
                    <a:pt x="113273" y="46018"/>
                    <a:pt x="101087" y="46018"/>
                  </a:cubicBezTo>
                  <a:lnTo>
                    <a:pt x="55674" y="46018"/>
                  </a:lnTo>
                  <a:cubicBezTo>
                    <a:pt x="53340" y="46018"/>
                    <a:pt x="52155" y="47200"/>
                    <a:pt x="52155" y="49529"/>
                  </a:cubicBezTo>
                  <a:lnTo>
                    <a:pt x="52155" y="124007"/>
                  </a:lnTo>
                  <a:cubicBezTo>
                    <a:pt x="52155" y="126336"/>
                    <a:pt x="53340" y="127519"/>
                    <a:pt x="55674" y="127519"/>
                  </a:cubicBezTo>
                  <a:lnTo>
                    <a:pt x="102865" y="127519"/>
                  </a:lnTo>
                  <a:close/>
                </a:path>
              </a:pathLst>
            </a:custGeom>
            <a:grpFill/>
            <a:ln w="3692"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8B912D34-FE74-E7E4-CBBC-D6AD7AF36AFE}"/>
                </a:ext>
              </a:extLst>
            </p:cNvPr>
            <p:cNvSpPr/>
            <p:nvPr/>
          </p:nvSpPr>
          <p:spPr>
            <a:xfrm>
              <a:off x="4744703"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3 w 202839"/>
                <a:gd name="connsiteY3" fmla="*/ 248421 h 250528"/>
                <a:gd name="connsiteX4" fmla="*/ 56377 w 202839"/>
                <a:gd name="connsiteY4" fmla="*/ 105748 h 250528"/>
                <a:gd name="connsiteX5" fmla="*/ 53896 w 202839"/>
                <a:gd name="connsiteY5" fmla="*/ 104344 h 250528"/>
                <a:gd name="connsiteX6" fmla="*/ 52118 w 202839"/>
                <a:gd name="connsiteY6" fmla="*/ 107522 h 250528"/>
                <a:gd name="connsiteX7" fmla="*/ 52118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8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3" y="248421"/>
                  </a:cubicBezTo>
                  <a:lnTo>
                    <a:pt x="56377" y="105748"/>
                  </a:lnTo>
                  <a:cubicBezTo>
                    <a:pt x="55451" y="104824"/>
                    <a:pt x="54599" y="104344"/>
                    <a:pt x="53896" y="104344"/>
                  </a:cubicBezTo>
                  <a:cubicBezTo>
                    <a:pt x="52710" y="104344"/>
                    <a:pt x="52118" y="105416"/>
                    <a:pt x="52118" y="107522"/>
                  </a:cubicBezTo>
                  <a:lnTo>
                    <a:pt x="52118" y="247017"/>
                  </a:lnTo>
                  <a:cubicBezTo>
                    <a:pt x="52118"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8" y="2107"/>
                  </a:cubicBezTo>
                  <a:lnTo>
                    <a:pt x="146463" y="144410"/>
                  </a:lnTo>
                  <a:cubicBezTo>
                    <a:pt x="147167"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4D6DB0D5-8848-32C4-F8AF-A4AE132FFBBE}"/>
                </a:ext>
              </a:extLst>
            </p:cNvPr>
            <p:cNvSpPr/>
            <p:nvPr/>
          </p:nvSpPr>
          <p:spPr>
            <a:xfrm>
              <a:off x="2649665" y="5714387"/>
              <a:ext cx="129608" cy="253611"/>
            </a:xfrm>
            <a:custGeom>
              <a:avLst/>
              <a:gdLst>
                <a:gd name="connsiteX0" fmla="*/ 51488 w 129608"/>
                <a:gd name="connsiteY0" fmla="*/ 172003 h 253611"/>
                <a:gd name="connsiteX1" fmla="*/ 114866 w 129608"/>
                <a:gd name="connsiteY1" fmla="*/ 95454 h 253611"/>
                <a:gd name="connsiteX2" fmla="*/ 129609 w 129608"/>
                <a:gd name="connsiteY2" fmla="*/ 77491 h 253611"/>
                <a:gd name="connsiteX3" fmla="*/ 129609 w 129608"/>
                <a:gd name="connsiteY3" fmla="*/ 18463 h 253611"/>
                <a:gd name="connsiteX4" fmla="*/ 108310 w 129608"/>
                <a:gd name="connsiteY4" fmla="*/ 277 h 253611"/>
                <a:gd name="connsiteX5" fmla="*/ 0 w 129608"/>
                <a:gd name="connsiteY5" fmla="*/ 127870 h 253611"/>
                <a:gd name="connsiteX6" fmla="*/ 98716 w 129608"/>
                <a:gd name="connsiteY6" fmla="*/ 253467 h 253611"/>
                <a:gd name="connsiteX7" fmla="*/ 104531 w 129608"/>
                <a:gd name="connsiteY7" fmla="*/ 248994 h 253611"/>
                <a:gd name="connsiteX8" fmla="*/ 104531 w 129608"/>
                <a:gd name="connsiteY8" fmla="*/ 248994 h 253611"/>
                <a:gd name="connsiteX9" fmla="*/ 101494 w 129608"/>
                <a:gd name="connsiteY9" fmla="*/ 244670 h 253611"/>
                <a:gd name="connsiteX10" fmla="*/ 51525 w 129608"/>
                <a:gd name="connsiteY10" fmla="*/ 172040 h 25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08" h="253611">
                  <a:moveTo>
                    <a:pt x="51488" y="172003"/>
                  </a:moveTo>
                  <a:cubicBezTo>
                    <a:pt x="51488" y="133969"/>
                    <a:pt x="78751" y="102329"/>
                    <a:pt x="114866" y="95454"/>
                  </a:cubicBezTo>
                  <a:cubicBezTo>
                    <a:pt x="122978" y="93902"/>
                    <a:pt x="129609" y="85733"/>
                    <a:pt x="129609" y="77491"/>
                  </a:cubicBezTo>
                  <a:lnTo>
                    <a:pt x="129609" y="18463"/>
                  </a:lnTo>
                  <a:cubicBezTo>
                    <a:pt x="129609" y="6635"/>
                    <a:pt x="120015" y="-1645"/>
                    <a:pt x="108310" y="277"/>
                  </a:cubicBezTo>
                  <a:cubicBezTo>
                    <a:pt x="46858" y="10405"/>
                    <a:pt x="0" y="63704"/>
                    <a:pt x="0" y="127870"/>
                  </a:cubicBezTo>
                  <a:cubicBezTo>
                    <a:pt x="0" y="188673"/>
                    <a:pt x="42042" y="239643"/>
                    <a:pt x="98716" y="253467"/>
                  </a:cubicBezTo>
                  <a:cubicBezTo>
                    <a:pt x="101679" y="254206"/>
                    <a:pt x="104531" y="252025"/>
                    <a:pt x="104531" y="248994"/>
                  </a:cubicBezTo>
                  <a:lnTo>
                    <a:pt x="104531" y="248994"/>
                  </a:lnTo>
                  <a:cubicBezTo>
                    <a:pt x="104531" y="247073"/>
                    <a:pt x="103309" y="245372"/>
                    <a:pt x="101494" y="244670"/>
                  </a:cubicBezTo>
                  <a:cubicBezTo>
                    <a:pt x="72268" y="233397"/>
                    <a:pt x="51525" y="205158"/>
                    <a:pt x="51525" y="172040"/>
                  </a:cubicBezTo>
                  <a:close/>
                </a:path>
              </a:pathLst>
            </a:custGeom>
            <a:grpFill/>
            <a:ln w="3692"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B98DA85C-99EC-2067-7D55-B44C1C4D4B5A}"/>
                </a:ext>
              </a:extLst>
            </p:cNvPr>
            <p:cNvSpPr/>
            <p:nvPr/>
          </p:nvSpPr>
          <p:spPr>
            <a:xfrm>
              <a:off x="2779274" y="5459914"/>
              <a:ext cx="234362" cy="508006"/>
            </a:xfrm>
            <a:custGeom>
              <a:avLst/>
              <a:gdLst>
                <a:gd name="connsiteX0" fmla="*/ 234362 w 234362"/>
                <a:gd name="connsiteY0" fmla="*/ 255009 h 508006"/>
                <a:gd name="connsiteX1" fmla="*/ 21632 w 234362"/>
                <a:gd name="connsiteY1" fmla="*/ 341 h 508006"/>
                <a:gd name="connsiteX2" fmla="*/ 0 w 234362"/>
                <a:gd name="connsiteY2" fmla="*/ 18452 h 508006"/>
                <a:gd name="connsiteX3" fmla="*/ 0 w 234362"/>
                <a:gd name="connsiteY3" fmla="*/ 163047 h 508006"/>
                <a:gd name="connsiteX4" fmla="*/ 14076 w 234362"/>
                <a:gd name="connsiteY4" fmla="*/ 180863 h 508006"/>
                <a:gd name="connsiteX5" fmla="*/ 144055 w 234362"/>
                <a:gd name="connsiteY5" fmla="*/ 345085 h 508006"/>
                <a:gd name="connsiteX6" fmla="*/ 123830 w 234362"/>
                <a:gd name="connsiteY6" fmla="*/ 425108 h 508006"/>
                <a:gd name="connsiteX7" fmla="*/ 50599 w 234362"/>
                <a:gd name="connsiteY7" fmla="*/ 491528 h 508006"/>
                <a:gd name="connsiteX8" fmla="*/ 27966 w 234362"/>
                <a:gd name="connsiteY8" fmla="*/ 498625 h 508006"/>
                <a:gd name="connsiteX9" fmla="*/ 24262 w 234362"/>
                <a:gd name="connsiteY9" fmla="*/ 503245 h 508006"/>
                <a:gd name="connsiteX10" fmla="*/ 24262 w 234362"/>
                <a:gd name="connsiteY10" fmla="*/ 503245 h 508006"/>
                <a:gd name="connsiteX11" fmla="*/ 30004 w 234362"/>
                <a:gd name="connsiteY11" fmla="*/ 507902 h 508006"/>
                <a:gd name="connsiteX12" fmla="*/ 234362 w 234362"/>
                <a:gd name="connsiteY12" fmla="*/ 254972 h 50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362" h="508006">
                  <a:moveTo>
                    <a:pt x="234362" y="255009"/>
                  </a:moveTo>
                  <a:cubicBezTo>
                    <a:pt x="234362" y="127970"/>
                    <a:pt x="142610" y="22296"/>
                    <a:pt x="21632" y="341"/>
                  </a:cubicBezTo>
                  <a:cubicBezTo>
                    <a:pt x="9742" y="-1803"/>
                    <a:pt x="0" y="6402"/>
                    <a:pt x="0" y="18452"/>
                  </a:cubicBezTo>
                  <a:lnTo>
                    <a:pt x="0" y="163047"/>
                  </a:lnTo>
                  <a:cubicBezTo>
                    <a:pt x="0" y="170994"/>
                    <a:pt x="6334" y="179052"/>
                    <a:pt x="14076" y="180863"/>
                  </a:cubicBezTo>
                  <a:cubicBezTo>
                    <a:pt x="88604" y="198494"/>
                    <a:pt x="144055" y="265321"/>
                    <a:pt x="144055" y="345085"/>
                  </a:cubicBezTo>
                  <a:cubicBezTo>
                    <a:pt x="144055" y="374063"/>
                    <a:pt x="136721" y="401304"/>
                    <a:pt x="123830" y="425108"/>
                  </a:cubicBezTo>
                  <a:cubicBezTo>
                    <a:pt x="102679" y="461441"/>
                    <a:pt x="74157" y="480994"/>
                    <a:pt x="50599" y="491528"/>
                  </a:cubicBezTo>
                  <a:cubicBezTo>
                    <a:pt x="43302" y="494411"/>
                    <a:pt x="35745" y="496777"/>
                    <a:pt x="27966" y="498625"/>
                  </a:cubicBezTo>
                  <a:cubicBezTo>
                    <a:pt x="25818" y="499142"/>
                    <a:pt x="24262" y="501028"/>
                    <a:pt x="24262" y="503245"/>
                  </a:cubicBezTo>
                  <a:lnTo>
                    <a:pt x="24262" y="503245"/>
                  </a:lnTo>
                  <a:cubicBezTo>
                    <a:pt x="24262" y="506239"/>
                    <a:pt x="27040" y="508531"/>
                    <a:pt x="30004" y="507902"/>
                  </a:cubicBezTo>
                  <a:cubicBezTo>
                    <a:pt x="146833" y="482694"/>
                    <a:pt x="234362" y="379090"/>
                    <a:pt x="234362" y="254972"/>
                  </a:cubicBezTo>
                  <a:close/>
                </a:path>
              </a:pathLst>
            </a:custGeom>
            <a:grpFill/>
            <a:ln w="3692"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A5F2BED1-D9D7-89B2-80D5-0579BC77D2DD}"/>
                </a:ext>
              </a:extLst>
            </p:cNvPr>
            <p:cNvSpPr/>
            <p:nvPr/>
          </p:nvSpPr>
          <p:spPr>
            <a:xfrm>
              <a:off x="3210809" y="6013428"/>
              <a:ext cx="61822" cy="88376"/>
            </a:xfrm>
            <a:custGeom>
              <a:avLst/>
              <a:gdLst>
                <a:gd name="connsiteX0" fmla="*/ 0 w 61822"/>
                <a:gd name="connsiteY0" fmla="*/ 0 h 88376"/>
                <a:gd name="connsiteX1" fmla="*/ 61822 w 61822"/>
                <a:gd name="connsiteY1" fmla="*/ 0 h 88376"/>
                <a:gd name="connsiteX2" fmla="*/ 61822 w 61822"/>
                <a:gd name="connsiteY2" fmla="*/ 11828 h 88376"/>
                <a:gd name="connsiteX3" fmla="*/ 38227 w 61822"/>
                <a:gd name="connsiteY3" fmla="*/ 11828 h 88376"/>
                <a:gd name="connsiteX4" fmla="*/ 38227 w 61822"/>
                <a:gd name="connsiteY4" fmla="*/ 88376 h 88376"/>
                <a:gd name="connsiteX5" fmla="*/ 23707 w 61822"/>
                <a:gd name="connsiteY5" fmla="*/ 88376 h 88376"/>
                <a:gd name="connsiteX6" fmla="*/ 23707 w 61822"/>
                <a:gd name="connsiteY6" fmla="*/ 11828 h 88376"/>
                <a:gd name="connsiteX7" fmla="*/ 0 w 61822"/>
                <a:gd name="connsiteY7" fmla="*/ 11828 h 88376"/>
                <a:gd name="connsiteX8" fmla="*/ 0 w 61822"/>
                <a:gd name="connsiteY8" fmla="*/ 0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22" h="88376">
                  <a:moveTo>
                    <a:pt x="0" y="0"/>
                  </a:moveTo>
                  <a:lnTo>
                    <a:pt x="61822" y="0"/>
                  </a:lnTo>
                  <a:lnTo>
                    <a:pt x="61822" y="11828"/>
                  </a:lnTo>
                  <a:lnTo>
                    <a:pt x="38227" y="11828"/>
                  </a:lnTo>
                  <a:lnTo>
                    <a:pt x="38227" y="88376"/>
                  </a:lnTo>
                  <a:lnTo>
                    <a:pt x="23707" y="88376"/>
                  </a:lnTo>
                  <a:lnTo>
                    <a:pt x="23707" y="11828"/>
                  </a:lnTo>
                  <a:lnTo>
                    <a:pt x="0" y="11828"/>
                  </a:lnTo>
                  <a:lnTo>
                    <a:pt x="0" y="0"/>
                  </a:lnTo>
                  <a:close/>
                </a:path>
              </a:pathLst>
            </a:custGeom>
            <a:grpFill/>
            <a:ln w="3692"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115D7C4E-13B8-8723-EBAA-3A8D03868A5A}"/>
                </a:ext>
              </a:extLst>
            </p:cNvPr>
            <p:cNvSpPr/>
            <p:nvPr/>
          </p:nvSpPr>
          <p:spPr>
            <a:xfrm>
              <a:off x="3283707" y="6007735"/>
              <a:ext cx="64230" cy="94142"/>
            </a:xfrm>
            <a:custGeom>
              <a:avLst/>
              <a:gdLst>
                <a:gd name="connsiteX0" fmla="*/ 0 w 64230"/>
                <a:gd name="connsiteY0" fmla="*/ 0 h 94142"/>
                <a:gd name="connsiteX1" fmla="*/ 14520 w 64230"/>
                <a:gd name="connsiteY1" fmla="*/ 0 h 94142"/>
                <a:gd name="connsiteX2" fmla="*/ 14520 w 64230"/>
                <a:gd name="connsiteY2" fmla="*/ 32194 h 94142"/>
                <a:gd name="connsiteX3" fmla="*/ 36301 w 64230"/>
                <a:gd name="connsiteY3" fmla="*/ 22916 h 94142"/>
                <a:gd name="connsiteX4" fmla="*/ 64230 w 64230"/>
                <a:gd name="connsiteY4" fmla="*/ 52819 h 94142"/>
                <a:gd name="connsiteX5" fmla="*/ 64230 w 64230"/>
                <a:gd name="connsiteY5" fmla="*/ 94142 h 94142"/>
                <a:gd name="connsiteX6" fmla="*/ 49821 w 64230"/>
                <a:gd name="connsiteY6" fmla="*/ 94142 h 94142"/>
                <a:gd name="connsiteX7" fmla="*/ 49821 w 64230"/>
                <a:gd name="connsiteY7" fmla="*/ 54962 h 94142"/>
                <a:gd name="connsiteX8" fmla="*/ 32226 w 64230"/>
                <a:gd name="connsiteY8" fmla="*/ 35520 h 94142"/>
                <a:gd name="connsiteX9" fmla="*/ 14520 w 64230"/>
                <a:gd name="connsiteY9" fmla="*/ 54962 h 94142"/>
                <a:gd name="connsiteX10" fmla="*/ 14520 w 64230"/>
                <a:gd name="connsiteY10" fmla="*/ 94142 h 94142"/>
                <a:gd name="connsiteX11" fmla="*/ 0 w 64230"/>
                <a:gd name="connsiteY11" fmla="*/ 94142 h 94142"/>
                <a:gd name="connsiteX12" fmla="*/ 0 w 64230"/>
                <a:gd name="connsiteY12" fmla="*/ 37 h 9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0" h="94142">
                  <a:moveTo>
                    <a:pt x="0" y="0"/>
                  </a:moveTo>
                  <a:lnTo>
                    <a:pt x="14520" y="0"/>
                  </a:lnTo>
                  <a:lnTo>
                    <a:pt x="14520" y="32194"/>
                  </a:lnTo>
                  <a:cubicBezTo>
                    <a:pt x="19373" y="26354"/>
                    <a:pt x="27263" y="22916"/>
                    <a:pt x="36301" y="22916"/>
                  </a:cubicBezTo>
                  <a:cubicBezTo>
                    <a:pt x="51969" y="22916"/>
                    <a:pt x="64230" y="33229"/>
                    <a:pt x="64230" y="52819"/>
                  </a:cubicBezTo>
                  <a:lnTo>
                    <a:pt x="64230" y="94142"/>
                  </a:lnTo>
                  <a:lnTo>
                    <a:pt x="49821" y="94142"/>
                  </a:lnTo>
                  <a:lnTo>
                    <a:pt x="49821" y="54962"/>
                  </a:lnTo>
                  <a:cubicBezTo>
                    <a:pt x="49821" y="42100"/>
                    <a:pt x="42820" y="35520"/>
                    <a:pt x="32226" y="35520"/>
                  </a:cubicBezTo>
                  <a:cubicBezTo>
                    <a:pt x="21632" y="35520"/>
                    <a:pt x="14520" y="42137"/>
                    <a:pt x="14520" y="54962"/>
                  </a:cubicBezTo>
                  <a:lnTo>
                    <a:pt x="14520" y="94142"/>
                  </a:lnTo>
                  <a:lnTo>
                    <a:pt x="0" y="94142"/>
                  </a:lnTo>
                  <a:lnTo>
                    <a:pt x="0" y="37"/>
                  </a:lnTo>
                  <a:close/>
                </a:path>
              </a:pathLst>
            </a:custGeom>
            <a:grpFill/>
            <a:ln w="3692"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453D1684-04F6-72AA-FEC6-5F986324A47A}"/>
                </a:ext>
              </a:extLst>
            </p:cNvPr>
            <p:cNvSpPr/>
            <p:nvPr/>
          </p:nvSpPr>
          <p:spPr>
            <a:xfrm>
              <a:off x="3360420"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D0C6EE6D-0ACD-64BD-3B20-1CE207355CF8}"/>
                </a:ext>
              </a:extLst>
            </p:cNvPr>
            <p:cNvSpPr/>
            <p:nvPr/>
          </p:nvSpPr>
          <p:spPr>
            <a:xfrm>
              <a:off x="3474916" y="6012282"/>
              <a:ext cx="61896" cy="90445"/>
            </a:xfrm>
            <a:custGeom>
              <a:avLst/>
              <a:gdLst>
                <a:gd name="connsiteX0" fmla="*/ 31337 w 61896"/>
                <a:gd name="connsiteY0" fmla="*/ 90446 h 90445"/>
                <a:gd name="connsiteX1" fmla="*/ 0 w 61896"/>
                <a:gd name="connsiteY1" fmla="*/ 65127 h 90445"/>
                <a:gd name="connsiteX2" fmla="*/ 15558 w 61896"/>
                <a:gd name="connsiteY2" fmla="*/ 65127 h 90445"/>
                <a:gd name="connsiteX3" fmla="*/ 31374 w 61896"/>
                <a:gd name="connsiteY3" fmla="*/ 78211 h 90445"/>
                <a:gd name="connsiteX4" fmla="*/ 47302 w 61896"/>
                <a:gd name="connsiteY4" fmla="*/ 65238 h 90445"/>
                <a:gd name="connsiteX5" fmla="*/ 259 w 61896"/>
                <a:gd name="connsiteY5" fmla="*/ 25171 h 90445"/>
                <a:gd name="connsiteX6" fmla="*/ 30708 w 61896"/>
                <a:gd name="connsiteY6" fmla="*/ 0 h 90445"/>
                <a:gd name="connsiteX7" fmla="*/ 60934 w 61896"/>
                <a:gd name="connsiteY7" fmla="*/ 24025 h 90445"/>
                <a:gd name="connsiteX8" fmla="*/ 44857 w 61896"/>
                <a:gd name="connsiteY8" fmla="*/ 24025 h 90445"/>
                <a:gd name="connsiteX9" fmla="*/ 29930 w 61896"/>
                <a:gd name="connsiteY9" fmla="*/ 12308 h 90445"/>
                <a:gd name="connsiteX10" fmla="*/ 15002 w 61896"/>
                <a:gd name="connsiteY10" fmla="*/ 24654 h 90445"/>
                <a:gd name="connsiteX11" fmla="*/ 61897 w 61896"/>
                <a:gd name="connsiteY11" fmla="*/ 64462 h 90445"/>
                <a:gd name="connsiteX12" fmla="*/ 31300 w 61896"/>
                <a:gd name="connsiteY12" fmla="*/ 90409 h 9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896" h="90445">
                  <a:moveTo>
                    <a:pt x="31337" y="90446"/>
                  </a:moveTo>
                  <a:cubicBezTo>
                    <a:pt x="13631" y="90446"/>
                    <a:pt x="0" y="80762"/>
                    <a:pt x="0" y="65127"/>
                  </a:cubicBezTo>
                  <a:lnTo>
                    <a:pt x="15558" y="65127"/>
                  </a:lnTo>
                  <a:cubicBezTo>
                    <a:pt x="16187" y="72372"/>
                    <a:pt x="21299" y="78211"/>
                    <a:pt x="31374" y="78211"/>
                  </a:cubicBezTo>
                  <a:cubicBezTo>
                    <a:pt x="41450" y="78211"/>
                    <a:pt x="47302" y="72741"/>
                    <a:pt x="47302" y="65238"/>
                  </a:cubicBezTo>
                  <a:cubicBezTo>
                    <a:pt x="47302" y="43874"/>
                    <a:pt x="259" y="57735"/>
                    <a:pt x="259" y="25171"/>
                  </a:cubicBezTo>
                  <a:cubicBezTo>
                    <a:pt x="259" y="9647"/>
                    <a:pt x="12631" y="0"/>
                    <a:pt x="30708" y="0"/>
                  </a:cubicBezTo>
                  <a:cubicBezTo>
                    <a:pt x="47673" y="0"/>
                    <a:pt x="59637" y="8908"/>
                    <a:pt x="60934" y="24025"/>
                  </a:cubicBezTo>
                  <a:lnTo>
                    <a:pt x="44857" y="24025"/>
                  </a:lnTo>
                  <a:cubicBezTo>
                    <a:pt x="44339" y="18037"/>
                    <a:pt x="39116" y="12567"/>
                    <a:pt x="29930" y="12308"/>
                  </a:cubicBezTo>
                  <a:cubicBezTo>
                    <a:pt x="21521" y="12050"/>
                    <a:pt x="15002" y="16115"/>
                    <a:pt x="15002" y="24654"/>
                  </a:cubicBezTo>
                  <a:cubicBezTo>
                    <a:pt x="15002" y="44613"/>
                    <a:pt x="61897" y="32157"/>
                    <a:pt x="61897" y="64462"/>
                  </a:cubicBezTo>
                  <a:cubicBezTo>
                    <a:pt x="61897" y="77694"/>
                    <a:pt x="51080" y="90409"/>
                    <a:pt x="31300" y="90409"/>
                  </a:cubicBezTo>
                  <a:close/>
                </a:path>
              </a:pathLst>
            </a:custGeom>
            <a:grpFill/>
            <a:ln w="3692"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6F42E420-2B62-569A-6BA3-C5FE2BE80723}"/>
                </a:ext>
              </a:extLst>
            </p:cNvPr>
            <p:cNvSpPr/>
            <p:nvPr/>
          </p:nvSpPr>
          <p:spPr>
            <a:xfrm>
              <a:off x="3552073" y="6030615"/>
              <a:ext cx="72008" cy="104565"/>
            </a:xfrm>
            <a:custGeom>
              <a:avLst/>
              <a:gdLst>
                <a:gd name="connsiteX0" fmla="*/ 39005 w 72008"/>
                <a:gd name="connsiteY0" fmla="*/ 0 h 104565"/>
                <a:gd name="connsiteX1" fmla="*/ 72009 w 72008"/>
                <a:gd name="connsiteY1" fmla="*/ 35853 h 104565"/>
                <a:gd name="connsiteX2" fmla="*/ 39005 w 72008"/>
                <a:gd name="connsiteY2" fmla="*/ 72372 h 104565"/>
                <a:gd name="connsiteX3" fmla="*/ 14520 w 72008"/>
                <a:gd name="connsiteY3" fmla="*/ 61061 h 104565"/>
                <a:gd name="connsiteX4" fmla="*/ 14520 w 72008"/>
                <a:gd name="connsiteY4" fmla="*/ 104565 h 104565"/>
                <a:gd name="connsiteX5" fmla="*/ 0 w 72008"/>
                <a:gd name="connsiteY5" fmla="*/ 104565 h 104565"/>
                <a:gd name="connsiteX6" fmla="*/ 0 w 72008"/>
                <a:gd name="connsiteY6" fmla="*/ 1183 h 104565"/>
                <a:gd name="connsiteX7" fmla="*/ 14520 w 72008"/>
                <a:gd name="connsiteY7" fmla="*/ 1183 h 104565"/>
                <a:gd name="connsiteX8" fmla="*/ 14520 w 72008"/>
                <a:gd name="connsiteY8" fmla="*/ 11495 h 104565"/>
                <a:gd name="connsiteX9" fmla="*/ 39005 w 72008"/>
                <a:gd name="connsiteY9" fmla="*/ 37 h 104565"/>
                <a:gd name="connsiteX10" fmla="*/ 35819 w 72008"/>
                <a:gd name="connsiteY10" fmla="*/ 12604 h 104565"/>
                <a:gd name="connsiteX11" fmla="*/ 14520 w 72008"/>
                <a:gd name="connsiteY11" fmla="*/ 36149 h 104565"/>
                <a:gd name="connsiteX12" fmla="*/ 35819 w 72008"/>
                <a:gd name="connsiteY12" fmla="*/ 59804 h 104565"/>
                <a:gd name="connsiteX13" fmla="*/ 57229 w 72008"/>
                <a:gd name="connsiteY13" fmla="*/ 35890 h 104565"/>
                <a:gd name="connsiteX14" fmla="*/ 35819 w 72008"/>
                <a:gd name="connsiteY14" fmla="*/ 12604 h 10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008" h="104565">
                  <a:moveTo>
                    <a:pt x="39005" y="0"/>
                  </a:moveTo>
                  <a:cubicBezTo>
                    <a:pt x="57489" y="0"/>
                    <a:pt x="72009" y="14230"/>
                    <a:pt x="72009" y="35853"/>
                  </a:cubicBezTo>
                  <a:cubicBezTo>
                    <a:pt x="72009" y="57476"/>
                    <a:pt x="57489" y="72372"/>
                    <a:pt x="39005" y="72372"/>
                  </a:cubicBezTo>
                  <a:cubicBezTo>
                    <a:pt x="27411" y="72372"/>
                    <a:pt x="19113" y="66532"/>
                    <a:pt x="14520" y="61061"/>
                  </a:cubicBezTo>
                  <a:lnTo>
                    <a:pt x="14520" y="104565"/>
                  </a:lnTo>
                  <a:lnTo>
                    <a:pt x="0" y="104565"/>
                  </a:lnTo>
                  <a:lnTo>
                    <a:pt x="0" y="1183"/>
                  </a:lnTo>
                  <a:lnTo>
                    <a:pt x="14520" y="1183"/>
                  </a:lnTo>
                  <a:lnTo>
                    <a:pt x="14520" y="11495"/>
                  </a:lnTo>
                  <a:cubicBezTo>
                    <a:pt x="18965" y="5655"/>
                    <a:pt x="27522" y="37"/>
                    <a:pt x="39005" y="37"/>
                  </a:cubicBezTo>
                  <a:close/>
                  <a:moveTo>
                    <a:pt x="35819" y="12604"/>
                  </a:moveTo>
                  <a:cubicBezTo>
                    <a:pt x="25003" y="12604"/>
                    <a:pt x="14520" y="21142"/>
                    <a:pt x="14520" y="36149"/>
                  </a:cubicBezTo>
                  <a:cubicBezTo>
                    <a:pt x="14520" y="51155"/>
                    <a:pt x="24966" y="59804"/>
                    <a:pt x="35819" y="59804"/>
                  </a:cubicBezTo>
                  <a:cubicBezTo>
                    <a:pt x="46672" y="59804"/>
                    <a:pt x="57229" y="51044"/>
                    <a:pt x="57229" y="35890"/>
                  </a:cubicBezTo>
                  <a:cubicBezTo>
                    <a:pt x="57229" y="20736"/>
                    <a:pt x="46784" y="12604"/>
                    <a:pt x="35819" y="12604"/>
                  </a:cubicBezTo>
                  <a:close/>
                </a:path>
              </a:pathLst>
            </a:custGeom>
            <a:grpFill/>
            <a:ln w="3692"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529C9E47-4B19-461E-78B5-528BE4648503}"/>
                </a:ext>
              </a:extLst>
            </p:cNvPr>
            <p:cNvSpPr/>
            <p:nvPr/>
          </p:nvSpPr>
          <p:spPr>
            <a:xfrm>
              <a:off x="363319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2C0E50E7-F709-225C-A8B9-7A3ED5CFF457}"/>
                </a:ext>
              </a:extLst>
            </p:cNvPr>
            <p:cNvSpPr/>
            <p:nvPr/>
          </p:nvSpPr>
          <p:spPr>
            <a:xfrm>
              <a:off x="3711463" y="6030615"/>
              <a:ext cx="66786" cy="72408"/>
            </a:xfrm>
            <a:custGeom>
              <a:avLst/>
              <a:gdLst>
                <a:gd name="connsiteX0" fmla="*/ 34412 w 66786"/>
                <a:gd name="connsiteY0" fmla="*/ 0 h 72408"/>
                <a:gd name="connsiteX1" fmla="*/ 66786 w 66786"/>
                <a:gd name="connsiteY1" fmla="*/ 23286 h 72408"/>
                <a:gd name="connsiteX2" fmla="*/ 51118 w 66786"/>
                <a:gd name="connsiteY2" fmla="*/ 23286 h 72408"/>
                <a:gd name="connsiteX3" fmla="*/ 34412 w 66786"/>
                <a:gd name="connsiteY3" fmla="*/ 12234 h 72408"/>
                <a:gd name="connsiteX4" fmla="*/ 14928 w 66786"/>
                <a:gd name="connsiteY4" fmla="*/ 36149 h 72408"/>
                <a:gd name="connsiteX5" fmla="*/ 34412 w 66786"/>
                <a:gd name="connsiteY5" fmla="*/ 60174 h 72408"/>
                <a:gd name="connsiteX6" fmla="*/ 51118 w 66786"/>
                <a:gd name="connsiteY6" fmla="*/ 49122 h 72408"/>
                <a:gd name="connsiteX7" fmla="*/ 66786 w 66786"/>
                <a:gd name="connsiteY7" fmla="*/ 49122 h 72408"/>
                <a:gd name="connsiteX8" fmla="*/ 34412 w 66786"/>
                <a:gd name="connsiteY8" fmla="*/ 72408 h 72408"/>
                <a:gd name="connsiteX9" fmla="*/ 0 w 66786"/>
                <a:gd name="connsiteY9" fmla="*/ 36149 h 72408"/>
                <a:gd name="connsiteX10" fmla="*/ 34412 w 66786"/>
                <a:gd name="connsiteY10" fmla="*/ 37 h 7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86" h="72408">
                  <a:moveTo>
                    <a:pt x="34412" y="0"/>
                  </a:moveTo>
                  <a:cubicBezTo>
                    <a:pt x="51599" y="0"/>
                    <a:pt x="62823" y="8501"/>
                    <a:pt x="66786" y="23286"/>
                  </a:cubicBezTo>
                  <a:lnTo>
                    <a:pt x="51118" y="23286"/>
                  </a:lnTo>
                  <a:cubicBezTo>
                    <a:pt x="48710" y="16559"/>
                    <a:pt x="43079" y="12234"/>
                    <a:pt x="34412" y="12234"/>
                  </a:cubicBezTo>
                  <a:cubicBezTo>
                    <a:pt x="22670" y="12234"/>
                    <a:pt x="14928" y="20884"/>
                    <a:pt x="14928" y="36149"/>
                  </a:cubicBezTo>
                  <a:cubicBezTo>
                    <a:pt x="14928" y="51414"/>
                    <a:pt x="22707" y="60174"/>
                    <a:pt x="34412" y="60174"/>
                  </a:cubicBezTo>
                  <a:cubicBezTo>
                    <a:pt x="43079" y="60174"/>
                    <a:pt x="48413" y="56367"/>
                    <a:pt x="51118" y="49122"/>
                  </a:cubicBezTo>
                  <a:lnTo>
                    <a:pt x="66786" y="49122"/>
                  </a:lnTo>
                  <a:cubicBezTo>
                    <a:pt x="62823" y="62872"/>
                    <a:pt x="51636" y="72408"/>
                    <a:pt x="34412" y="72408"/>
                  </a:cubicBezTo>
                  <a:cubicBezTo>
                    <a:pt x="14261" y="72408"/>
                    <a:pt x="0" y="58178"/>
                    <a:pt x="0" y="36149"/>
                  </a:cubicBezTo>
                  <a:cubicBezTo>
                    <a:pt x="0" y="14119"/>
                    <a:pt x="14261" y="37"/>
                    <a:pt x="34412" y="37"/>
                  </a:cubicBezTo>
                  <a:close/>
                </a:path>
              </a:pathLst>
            </a:custGeom>
            <a:grpFill/>
            <a:ln w="3692"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61CFA517-6768-2088-241D-A15A8A896940}"/>
                </a:ext>
              </a:extLst>
            </p:cNvPr>
            <p:cNvSpPr/>
            <p:nvPr/>
          </p:nvSpPr>
          <p:spPr>
            <a:xfrm>
              <a:off x="3789066" y="6003891"/>
              <a:ext cx="18483" cy="97949"/>
            </a:xfrm>
            <a:custGeom>
              <a:avLst/>
              <a:gdLst>
                <a:gd name="connsiteX0" fmla="*/ 0 w 18483"/>
                <a:gd name="connsiteY0" fmla="*/ 9277 h 97949"/>
                <a:gd name="connsiteX1" fmla="*/ 9297 w 18483"/>
                <a:gd name="connsiteY1" fmla="*/ 0 h 97949"/>
                <a:gd name="connsiteX2" fmla="*/ 18484 w 18483"/>
                <a:gd name="connsiteY2" fmla="*/ 9277 h 97949"/>
                <a:gd name="connsiteX3" fmla="*/ 9297 w 18483"/>
                <a:gd name="connsiteY3" fmla="*/ 18555 h 97949"/>
                <a:gd name="connsiteX4" fmla="*/ 0 w 18483"/>
                <a:gd name="connsiteY4" fmla="*/ 9277 h 97949"/>
                <a:gd name="connsiteX5" fmla="*/ 1926 w 18483"/>
                <a:gd name="connsiteY5" fmla="*/ 27869 h 97949"/>
                <a:gd name="connsiteX6" fmla="*/ 16446 w 18483"/>
                <a:gd name="connsiteY6" fmla="*/ 27869 h 97949"/>
                <a:gd name="connsiteX7" fmla="*/ 16446 w 18483"/>
                <a:gd name="connsiteY7" fmla="*/ 97949 h 97949"/>
                <a:gd name="connsiteX8" fmla="*/ 1926 w 18483"/>
                <a:gd name="connsiteY8" fmla="*/ 97949 h 97949"/>
                <a:gd name="connsiteX9" fmla="*/ 1926 w 18483"/>
                <a:gd name="connsiteY9" fmla="*/ 27869 h 97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83" h="97949">
                  <a:moveTo>
                    <a:pt x="0" y="9277"/>
                  </a:moveTo>
                  <a:cubicBezTo>
                    <a:pt x="0" y="4066"/>
                    <a:pt x="4075" y="0"/>
                    <a:pt x="9297" y="0"/>
                  </a:cubicBezTo>
                  <a:cubicBezTo>
                    <a:pt x="14520" y="0"/>
                    <a:pt x="18484" y="4066"/>
                    <a:pt x="18484" y="9277"/>
                  </a:cubicBezTo>
                  <a:cubicBezTo>
                    <a:pt x="18484" y="14489"/>
                    <a:pt x="14409" y="18555"/>
                    <a:pt x="9297" y="18555"/>
                  </a:cubicBezTo>
                  <a:cubicBezTo>
                    <a:pt x="4186" y="18555"/>
                    <a:pt x="0" y="14489"/>
                    <a:pt x="0" y="9277"/>
                  </a:cubicBezTo>
                  <a:close/>
                  <a:moveTo>
                    <a:pt x="1926" y="27869"/>
                  </a:moveTo>
                  <a:lnTo>
                    <a:pt x="16446" y="27869"/>
                  </a:lnTo>
                  <a:lnTo>
                    <a:pt x="16446" y="97949"/>
                  </a:lnTo>
                  <a:lnTo>
                    <a:pt x="1926" y="97949"/>
                  </a:lnTo>
                  <a:lnTo>
                    <a:pt x="1926" y="27869"/>
                  </a:lnTo>
                  <a:close/>
                </a:path>
              </a:pathLst>
            </a:custGeom>
            <a:grpFill/>
            <a:ln w="3692"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DD549D2B-6FB5-7CFB-59E8-81F0F5059F9E}"/>
                </a:ext>
              </a:extLst>
            </p:cNvPr>
            <p:cNvSpPr/>
            <p:nvPr/>
          </p:nvSpPr>
          <p:spPr>
            <a:xfrm>
              <a:off x="3818328"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4D14A19E-7265-60D3-52F7-3A8E0A50E8A3}"/>
                </a:ext>
              </a:extLst>
            </p:cNvPr>
            <p:cNvSpPr/>
            <p:nvPr/>
          </p:nvSpPr>
          <p:spPr>
            <a:xfrm>
              <a:off x="3907969"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93A329E9-B18D-5BD5-7F20-17E67289BB05}"/>
                </a:ext>
              </a:extLst>
            </p:cNvPr>
            <p:cNvSpPr/>
            <p:nvPr/>
          </p:nvSpPr>
          <p:spPr>
            <a:xfrm>
              <a:off x="3933935"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5C95B42E-0A94-D1B2-592D-1FB9483C3246}"/>
                </a:ext>
              </a:extLst>
            </p:cNvPr>
            <p:cNvSpPr/>
            <p:nvPr/>
          </p:nvSpPr>
          <p:spPr>
            <a:xfrm>
              <a:off x="3980460" y="6031761"/>
              <a:ext cx="71527" cy="103013"/>
            </a:xfrm>
            <a:custGeom>
              <a:avLst/>
              <a:gdLst>
                <a:gd name="connsiteX0" fmla="*/ 56488 w 71527"/>
                <a:gd name="connsiteY0" fmla="*/ 0 h 103013"/>
                <a:gd name="connsiteX1" fmla="*/ 71527 w 71527"/>
                <a:gd name="connsiteY1" fmla="*/ 0 h 103013"/>
                <a:gd name="connsiteX2" fmla="*/ 28448 w 71527"/>
                <a:gd name="connsiteY2" fmla="*/ 103013 h 103013"/>
                <a:gd name="connsiteX3" fmla="*/ 13409 w 71527"/>
                <a:gd name="connsiteY3" fmla="*/ 103013 h 103013"/>
                <a:gd name="connsiteX4" fmla="*/ 27670 w 71527"/>
                <a:gd name="connsiteY4" fmla="*/ 68934 h 103013"/>
                <a:gd name="connsiteX5" fmla="*/ 0 w 71527"/>
                <a:gd name="connsiteY5" fmla="*/ 0 h 103013"/>
                <a:gd name="connsiteX6" fmla="*/ 16187 w 71527"/>
                <a:gd name="connsiteY6" fmla="*/ 0 h 103013"/>
                <a:gd name="connsiteX7" fmla="*/ 35930 w 71527"/>
                <a:gd name="connsiteY7" fmla="*/ 53410 h 103013"/>
                <a:gd name="connsiteX8" fmla="*/ 56451 w 71527"/>
                <a:gd name="connsiteY8" fmla="*/ 0 h 10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 h="103013">
                  <a:moveTo>
                    <a:pt x="56488" y="0"/>
                  </a:moveTo>
                  <a:lnTo>
                    <a:pt x="71527" y="0"/>
                  </a:lnTo>
                  <a:lnTo>
                    <a:pt x="28448" y="103013"/>
                  </a:lnTo>
                  <a:lnTo>
                    <a:pt x="13409" y="103013"/>
                  </a:lnTo>
                  <a:lnTo>
                    <a:pt x="27670" y="68934"/>
                  </a:lnTo>
                  <a:lnTo>
                    <a:pt x="0" y="0"/>
                  </a:lnTo>
                  <a:lnTo>
                    <a:pt x="16187" y="0"/>
                  </a:lnTo>
                  <a:lnTo>
                    <a:pt x="35930" y="53410"/>
                  </a:lnTo>
                  <a:lnTo>
                    <a:pt x="56451" y="0"/>
                  </a:lnTo>
                  <a:close/>
                </a:path>
              </a:pathLst>
            </a:custGeom>
            <a:grpFill/>
            <a:ln w="3692"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8C3107DD-B894-67CE-7D25-F8BDC8A2E1E8}"/>
                </a:ext>
              </a:extLst>
            </p:cNvPr>
            <p:cNvSpPr/>
            <p:nvPr/>
          </p:nvSpPr>
          <p:spPr>
            <a:xfrm>
              <a:off x="4091251" y="6012282"/>
              <a:ext cx="86380" cy="90298"/>
            </a:xfrm>
            <a:custGeom>
              <a:avLst/>
              <a:gdLst>
                <a:gd name="connsiteX0" fmla="*/ 45228 w 86380"/>
                <a:gd name="connsiteY0" fmla="*/ 0 h 90298"/>
                <a:gd name="connsiteX1" fmla="*/ 86381 w 86380"/>
                <a:gd name="connsiteY1" fmla="*/ 26576 h 90298"/>
                <a:gd name="connsiteX2" fmla="*/ 68934 w 86380"/>
                <a:gd name="connsiteY2" fmla="*/ 26576 h 90298"/>
                <a:gd name="connsiteX3" fmla="*/ 45228 w 86380"/>
                <a:gd name="connsiteY3" fmla="*/ 12715 h 90298"/>
                <a:gd name="connsiteX4" fmla="*/ 14891 w 86380"/>
                <a:gd name="connsiteY4" fmla="*/ 45131 h 90298"/>
                <a:gd name="connsiteX5" fmla="*/ 45228 w 86380"/>
                <a:gd name="connsiteY5" fmla="*/ 77694 h 90298"/>
                <a:gd name="connsiteX6" fmla="*/ 68934 w 86380"/>
                <a:gd name="connsiteY6" fmla="*/ 63833 h 90298"/>
                <a:gd name="connsiteX7" fmla="*/ 86381 w 86380"/>
                <a:gd name="connsiteY7" fmla="*/ 63833 h 90298"/>
                <a:gd name="connsiteX8" fmla="*/ 45228 w 86380"/>
                <a:gd name="connsiteY8" fmla="*/ 90298 h 90298"/>
                <a:gd name="connsiteX9" fmla="*/ 0 w 86380"/>
                <a:gd name="connsiteY9" fmla="*/ 45168 h 90298"/>
                <a:gd name="connsiteX10" fmla="*/ 45228 w 86380"/>
                <a:gd name="connsiteY10" fmla="*/ 37 h 9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 h="90298">
                  <a:moveTo>
                    <a:pt x="45228" y="0"/>
                  </a:moveTo>
                  <a:cubicBezTo>
                    <a:pt x="63712" y="0"/>
                    <a:pt x="79640" y="9277"/>
                    <a:pt x="86381" y="26576"/>
                  </a:cubicBezTo>
                  <a:lnTo>
                    <a:pt x="68934" y="26576"/>
                  </a:lnTo>
                  <a:cubicBezTo>
                    <a:pt x="64230" y="17150"/>
                    <a:pt x="55822" y="12715"/>
                    <a:pt x="45228" y="12715"/>
                  </a:cubicBezTo>
                  <a:cubicBezTo>
                    <a:pt x="27633" y="12715"/>
                    <a:pt x="14891" y="25171"/>
                    <a:pt x="14891" y="45131"/>
                  </a:cubicBezTo>
                  <a:cubicBezTo>
                    <a:pt x="14891" y="65090"/>
                    <a:pt x="27633" y="77694"/>
                    <a:pt x="45228" y="77694"/>
                  </a:cubicBezTo>
                  <a:cubicBezTo>
                    <a:pt x="55822" y="77694"/>
                    <a:pt x="64230" y="73259"/>
                    <a:pt x="68934" y="63833"/>
                  </a:cubicBezTo>
                  <a:lnTo>
                    <a:pt x="86381" y="63833"/>
                  </a:lnTo>
                  <a:cubicBezTo>
                    <a:pt x="79640" y="81132"/>
                    <a:pt x="63712" y="90298"/>
                    <a:pt x="45228" y="90298"/>
                  </a:cubicBezTo>
                  <a:cubicBezTo>
                    <a:pt x="20262" y="90298"/>
                    <a:pt x="0" y="71743"/>
                    <a:pt x="0" y="45168"/>
                  </a:cubicBezTo>
                  <a:cubicBezTo>
                    <a:pt x="0" y="18592"/>
                    <a:pt x="20262" y="37"/>
                    <a:pt x="45228" y="37"/>
                  </a:cubicBezTo>
                  <a:close/>
                </a:path>
              </a:pathLst>
            </a:custGeom>
            <a:grpFill/>
            <a:ln w="3692" cap="flat">
              <a:no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DFCEEDE6-67E5-CD8E-2851-E07F19C00522}"/>
                </a:ext>
              </a:extLst>
            </p:cNvPr>
            <p:cNvSpPr/>
            <p:nvPr/>
          </p:nvSpPr>
          <p:spPr>
            <a:xfrm>
              <a:off x="4187300"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8" y="72372"/>
                    <a:pt x="0" y="57476"/>
                    <a:pt x="0" y="35853"/>
                  </a:cubicBezTo>
                  <a:cubicBezTo>
                    <a:pt x="0" y="14230"/>
                    <a:pt x="14668"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94EBDB0D-721A-EBF1-FA04-E6C403D8A755}"/>
                </a:ext>
              </a:extLst>
            </p:cNvPr>
            <p:cNvSpPr/>
            <p:nvPr/>
          </p:nvSpPr>
          <p:spPr>
            <a:xfrm>
              <a:off x="4274422" y="6030615"/>
              <a:ext cx="35559" cy="71225"/>
            </a:xfrm>
            <a:custGeom>
              <a:avLst/>
              <a:gdLst>
                <a:gd name="connsiteX0" fmla="*/ 14520 w 35559"/>
                <a:gd name="connsiteY0" fmla="*/ 71226 h 71225"/>
                <a:gd name="connsiteX1" fmla="*/ 0 w 35559"/>
                <a:gd name="connsiteY1" fmla="*/ 71226 h 71225"/>
                <a:gd name="connsiteX2" fmla="*/ 0 w 35559"/>
                <a:gd name="connsiteY2" fmla="*/ 1146 h 71225"/>
                <a:gd name="connsiteX3" fmla="*/ 14520 w 35559"/>
                <a:gd name="connsiteY3" fmla="*/ 1146 h 71225"/>
                <a:gd name="connsiteX4" fmla="*/ 14520 w 35559"/>
                <a:gd name="connsiteY4" fmla="*/ 11310 h 71225"/>
                <a:gd name="connsiteX5" fmla="*/ 35560 w 35559"/>
                <a:gd name="connsiteY5" fmla="*/ 0 h 71225"/>
                <a:gd name="connsiteX6" fmla="*/ 35560 w 35559"/>
                <a:gd name="connsiteY6" fmla="*/ 15007 h 71225"/>
                <a:gd name="connsiteX7" fmla="*/ 31856 w 35559"/>
                <a:gd name="connsiteY7" fmla="*/ 15007 h 71225"/>
                <a:gd name="connsiteX8" fmla="*/ 14520 w 35559"/>
                <a:gd name="connsiteY8" fmla="*/ 34338 h 71225"/>
                <a:gd name="connsiteX9" fmla="*/ 14520 w 35559"/>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59"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60D315A6-41B8-B572-0062-B5D9D5177D13}"/>
                </a:ext>
              </a:extLst>
            </p:cNvPr>
            <p:cNvSpPr/>
            <p:nvPr/>
          </p:nvSpPr>
          <p:spPr>
            <a:xfrm>
              <a:off x="431583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0 w 69193"/>
                <a:gd name="connsiteY8" fmla="*/ 50342 h 72371"/>
                <a:gd name="connsiteX9" fmla="*/ 34967 w 69193"/>
                <a:gd name="connsiteY9" fmla="*/ 72335 h 72371"/>
                <a:gd name="connsiteX10" fmla="*/ 15150 w 69193"/>
                <a:gd name="connsiteY10" fmla="*/ 29865 h 72371"/>
                <a:gd name="connsiteX11" fmla="*/ 54007 w 69193"/>
                <a:gd name="connsiteY11" fmla="*/ 29865 h 72371"/>
                <a:gd name="connsiteX12" fmla="*/ 34375 w 69193"/>
                <a:gd name="connsiteY12" fmla="*/ 12197 h 72371"/>
                <a:gd name="connsiteX13" fmla="*/ 15113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83" y="39143"/>
                    <a:pt x="68675" y="41582"/>
                  </a:cubicBezTo>
                  <a:lnTo>
                    <a:pt x="15002" y="41582"/>
                  </a:lnTo>
                  <a:cubicBezTo>
                    <a:pt x="16039" y="53151"/>
                    <a:pt x="24299" y="60137"/>
                    <a:pt x="35004" y="60137"/>
                  </a:cubicBezTo>
                  <a:cubicBezTo>
                    <a:pt x="43931" y="60137"/>
                    <a:pt x="48895" y="55813"/>
                    <a:pt x="51562" y="50342"/>
                  </a:cubicBezTo>
                  <a:lnTo>
                    <a:pt x="67230" y="50342"/>
                  </a:lnTo>
                  <a:cubicBezTo>
                    <a:pt x="63267" y="62540"/>
                    <a:pt x="52192" y="72335"/>
                    <a:pt x="34967" y="72335"/>
                  </a:cubicBezTo>
                  <a:close/>
                  <a:moveTo>
                    <a:pt x="15150" y="29865"/>
                  </a:moveTo>
                  <a:lnTo>
                    <a:pt x="54007" y="29865"/>
                  </a:lnTo>
                  <a:cubicBezTo>
                    <a:pt x="53747" y="19072"/>
                    <a:pt x="45228" y="12197"/>
                    <a:pt x="34375" y="12197"/>
                  </a:cubicBezTo>
                  <a:cubicBezTo>
                    <a:pt x="24559" y="12197"/>
                    <a:pt x="16669" y="18814"/>
                    <a:pt x="15113" y="29865"/>
                  </a:cubicBezTo>
                  <a:close/>
                </a:path>
              </a:pathLst>
            </a:custGeom>
            <a:grpFill/>
            <a:ln w="3692"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15C928F9-978B-4A03-8820-AF604258C39F}"/>
                </a:ext>
              </a:extLst>
            </p:cNvPr>
            <p:cNvSpPr/>
            <p:nvPr/>
          </p:nvSpPr>
          <p:spPr>
            <a:xfrm>
              <a:off x="4432442" y="6013428"/>
              <a:ext cx="61933" cy="88376"/>
            </a:xfrm>
            <a:custGeom>
              <a:avLst/>
              <a:gdLst>
                <a:gd name="connsiteX0" fmla="*/ 30596 w 61933"/>
                <a:gd name="connsiteY0" fmla="*/ 52523 h 88376"/>
                <a:gd name="connsiteX1" fmla="*/ 14520 w 61933"/>
                <a:gd name="connsiteY1" fmla="*/ 52523 h 88376"/>
                <a:gd name="connsiteX2" fmla="*/ 14520 w 61933"/>
                <a:gd name="connsiteY2" fmla="*/ 88376 h 88376"/>
                <a:gd name="connsiteX3" fmla="*/ 0 w 61933"/>
                <a:gd name="connsiteY3" fmla="*/ 88376 h 88376"/>
                <a:gd name="connsiteX4" fmla="*/ 0 w 61933"/>
                <a:gd name="connsiteY4" fmla="*/ 0 h 88376"/>
                <a:gd name="connsiteX5" fmla="*/ 30596 w 61933"/>
                <a:gd name="connsiteY5" fmla="*/ 0 h 88376"/>
                <a:gd name="connsiteX6" fmla="*/ 61933 w 61933"/>
                <a:gd name="connsiteY6" fmla="*/ 26317 h 88376"/>
                <a:gd name="connsiteX7" fmla="*/ 30596 w 61933"/>
                <a:gd name="connsiteY7" fmla="*/ 52523 h 88376"/>
                <a:gd name="connsiteX8" fmla="*/ 30596 w 61933"/>
                <a:gd name="connsiteY8" fmla="*/ 40695 h 88376"/>
                <a:gd name="connsiteX9" fmla="*/ 47043 w 61933"/>
                <a:gd name="connsiteY9" fmla="*/ 26317 h 88376"/>
                <a:gd name="connsiteX10" fmla="*/ 30596 w 61933"/>
                <a:gd name="connsiteY10" fmla="*/ 11828 h 88376"/>
                <a:gd name="connsiteX11" fmla="*/ 14520 w 61933"/>
                <a:gd name="connsiteY11" fmla="*/ 11828 h 88376"/>
                <a:gd name="connsiteX12" fmla="*/ 14520 w 61933"/>
                <a:gd name="connsiteY12" fmla="*/ 40695 h 88376"/>
                <a:gd name="connsiteX13" fmla="*/ 30596 w 61933"/>
                <a:gd name="connsiteY13" fmla="*/ 40695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933" h="88376">
                  <a:moveTo>
                    <a:pt x="30596" y="52523"/>
                  </a:moveTo>
                  <a:lnTo>
                    <a:pt x="14520" y="52523"/>
                  </a:lnTo>
                  <a:lnTo>
                    <a:pt x="14520" y="88376"/>
                  </a:lnTo>
                  <a:lnTo>
                    <a:pt x="0" y="88376"/>
                  </a:lnTo>
                  <a:lnTo>
                    <a:pt x="0" y="0"/>
                  </a:lnTo>
                  <a:lnTo>
                    <a:pt x="30596" y="0"/>
                  </a:lnTo>
                  <a:cubicBezTo>
                    <a:pt x="51636" y="0"/>
                    <a:pt x="61933" y="11939"/>
                    <a:pt x="61933" y="26317"/>
                  </a:cubicBezTo>
                  <a:cubicBezTo>
                    <a:pt x="61933" y="38921"/>
                    <a:pt x="53636" y="52523"/>
                    <a:pt x="30596" y="52523"/>
                  </a:cubicBezTo>
                  <a:close/>
                  <a:moveTo>
                    <a:pt x="30596" y="40695"/>
                  </a:moveTo>
                  <a:cubicBezTo>
                    <a:pt x="41931" y="40695"/>
                    <a:pt x="47043" y="35225"/>
                    <a:pt x="47043" y="26317"/>
                  </a:cubicBezTo>
                  <a:cubicBezTo>
                    <a:pt x="47043" y="17409"/>
                    <a:pt x="41931" y="11828"/>
                    <a:pt x="30596" y="11828"/>
                  </a:cubicBezTo>
                  <a:lnTo>
                    <a:pt x="14520" y="11828"/>
                  </a:lnTo>
                  <a:lnTo>
                    <a:pt x="14520" y="40695"/>
                  </a:lnTo>
                  <a:lnTo>
                    <a:pt x="30596" y="40695"/>
                  </a:lnTo>
                  <a:close/>
                </a:path>
              </a:pathLst>
            </a:custGeom>
            <a:grpFill/>
            <a:ln w="3692"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895891BB-224B-7EB5-B05C-15DECA662AB2}"/>
                </a:ext>
              </a:extLst>
            </p:cNvPr>
            <p:cNvSpPr/>
            <p:nvPr/>
          </p:nvSpPr>
          <p:spPr>
            <a:xfrm>
              <a:off x="4505117"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CDCBCD76-93B6-72CF-C239-CA3E0FC44EFB}"/>
                </a:ext>
              </a:extLst>
            </p:cNvPr>
            <p:cNvSpPr/>
            <p:nvPr/>
          </p:nvSpPr>
          <p:spPr>
            <a:xfrm>
              <a:off x="4532861"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190 w 72157"/>
                <a:gd name="connsiteY10" fmla="*/ 12604 h 72371"/>
                <a:gd name="connsiteX11" fmla="*/ 14891 w 72157"/>
                <a:gd name="connsiteY11" fmla="*/ 35890 h 72371"/>
                <a:gd name="connsiteX12" fmla="*/ 36190 w 72157"/>
                <a:gd name="connsiteY12" fmla="*/ 59804 h 72371"/>
                <a:gd name="connsiteX13" fmla="*/ 57489 w 72157"/>
                <a:gd name="connsiteY13" fmla="*/ 36149 h 72371"/>
                <a:gd name="connsiteX14" fmla="*/ 36190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190" y="12604"/>
                  </a:moveTo>
                  <a:cubicBezTo>
                    <a:pt x="25374" y="12604"/>
                    <a:pt x="14891" y="20736"/>
                    <a:pt x="14891" y="35890"/>
                  </a:cubicBezTo>
                  <a:cubicBezTo>
                    <a:pt x="14891" y="51044"/>
                    <a:pt x="25337" y="59804"/>
                    <a:pt x="36190" y="59804"/>
                  </a:cubicBezTo>
                  <a:cubicBezTo>
                    <a:pt x="47043" y="59804"/>
                    <a:pt x="57489" y="51266"/>
                    <a:pt x="57489" y="36149"/>
                  </a:cubicBezTo>
                  <a:cubicBezTo>
                    <a:pt x="57489" y="21031"/>
                    <a:pt x="47154" y="12604"/>
                    <a:pt x="36190" y="12604"/>
                  </a:cubicBezTo>
                  <a:close/>
                </a:path>
              </a:pathLst>
            </a:custGeom>
            <a:grpFill/>
            <a:ln w="3692" cap="flat">
              <a:no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2CA603B3-6E9B-09C2-5A2C-A01D6E599C98}"/>
                </a:ext>
              </a:extLst>
            </p:cNvPr>
            <p:cNvSpPr/>
            <p:nvPr/>
          </p:nvSpPr>
          <p:spPr>
            <a:xfrm>
              <a:off x="4616427"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8FBBA106-97FD-BE53-6FA1-90436756C2B2}"/>
                </a:ext>
              </a:extLst>
            </p:cNvPr>
            <p:cNvSpPr/>
            <p:nvPr/>
          </p:nvSpPr>
          <p:spPr>
            <a:xfrm>
              <a:off x="4663804" y="6003670"/>
              <a:ext cx="35967" cy="98170"/>
            </a:xfrm>
            <a:custGeom>
              <a:avLst/>
              <a:gdLst>
                <a:gd name="connsiteX0" fmla="*/ 8297 w 35967"/>
                <a:gd name="connsiteY0" fmla="*/ 39919 h 98170"/>
                <a:gd name="connsiteX1" fmla="*/ 0 w 35967"/>
                <a:gd name="connsiteY1" fmla="*/ 39919 h 98170"/>
                <a:gd name="connsiteX2" fmla="*/ 0 w 35967"/>
                <a:gd name="connsiteY2" fmla="*/ 28091 h 98170"/>
                <a:gd name="connsiteX3" fmla="*/ 8297 w 35967"/>
                <a:gd name="connsiteY3" fmla="*/ 28091 h 98170"/>
                <a:gd name="connsiteX4" fmla="*/ 8297 w 35967"/>
                <a:gd name="connsiteY4" fmla="*/ 23138 h 98170"/>
                <a:gd name="connsiteX5" fmla="*/ 34930 w 35967"/>
                <a:gd name="connsiteY5" fmla="*/ 0 h 98170"/>
                <a:gd name="connsiteX6" fmla="*/ 34930 w 35967"/>
                <a:gd name="connsiteY6" fmla="*/ 12087 h 98170"/>
                <a:gd name="connsiteX7" fmla="*/ 22966 w 35967"/>
                <a:gd name="connsiteY7" fmla="*/ 23138 h 98170"/>
                <a:gd name="connsiteX8" fmla="*/ 22966 w 35967"/>
                <a:gd name="connsiteY8" fmla="*/ 28091 h 98170"/>
                <a:gd name="connsiteX9" fmla="*/ 35967 w 35967"/>
                <a:gd name="connsiteY9" fmla="*/ 28091 h 98170"/>
                <a:gd name="connsiteX10" fmla="*/ 35967 w 35967"/>
                <a:gd name="connsiteY10" fmla="*/ 39919 h 98170"/>
                <a:gd name="connsiteX11" fmla="*/ 22966 w 35967"/>
                <a:gd name="connsiteY11" fmla="*/ 39919 h 98170"/>
                <a:gd name="connsiteX12" fmla="*/ 22966 w 35967"/>
                <a:gd name="connsiteY12" fmla="*/ 98171 h 98170"/>
                <a:gd name="connsiteX13" fmla="*/ 8297 w 35967"/>
                <a:gd name="connsiteY13" fmla="*/ 98171 h 98170"/>
                <a:gd name="connsiteX14" fmla="*/ 8297 w 35967"/>
                <a:gd name="connsiteY14" fmla="*/ 39919 h 9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67" h="98170">
                  <a:moveTo>
                    <a:pt x="8297" y="39919"/>
                  </a:moveTo>
                  <a:lnTo>
                    <a:pt x="0" y="39919"/>
                  </a:lnTo>
                  <a:lnTo>
                    <a:pt x="0" y="28091"/>
                  </a:lnTo>
                  <a:lnTo>
                    <a:pt x="8297" y="28091"/>
                  </a:lnTo>
                  <a:lnTo>
                    <a:pt x="8297" y="23138"/>
                  </a:lnTo>
                  <a:cubicBezTo>
                    <a:pt x="8297" y="6986"/>
                    <a:pt x="16595" y="0"/>
                    <a:pt x="34930" y="0"/>
                  </a:cubicBezTo>
                  <a:lnTo>
                    <a:pt x="34930" y="12087"/>
                  </a:lnTo>
                  <a:cubicBezTo>
                    <a:pt x="26003" y="12087"/>
                    <a:pt x="22966" y="15154"/>
                    <a:pt x="22966" y="23138"/>
                  </a:cubicBezTo>
                  <a:lnTo>
                    <a:pt x="22966" y="28091"/>
                  </a:lnTo>
                  <a:lnTo>
                    <a:pt x="35967" y="28091"/>
                  </a:lnTo>
                  <a:lnTo>
                    <a:pt x="35967" y="39919"/>
                  </a:lnTo>
                  <a:lnTo>
                    <a:pt x="22966" y="39919"/>
                  </a:lnTo>
                  <a:lnTo>
                    <a:pt x="22966" y="98171"/>
                  </a:lnTo>
                  <a:lnTo>
                    <a:pt x="8297" y="98171"/>
                  </a:lnTo>
                  <a:lnTo>
                    <a:pt x="8297" y="39919"/>
                  </a:lnTo>
                  <a:close/>
                </a:path>
              </a:pathLst>
            </a:custGeom>
            <a:grpFill/>
            <a:ln w="3692" cap="flat">
              <a:noFill/>
              <a:prstDash val="solid"/>
              <a:miter/>
            </a:ln>
          </p:spPr>
          <p:txBody>
            <a:bodyPr rtlCol="0" anchor="ctr"/>
            <a:lstStyle/>
            <a:p>
              <a:endParaRPr lang="en-US"/>
            </a:p>
          </p:txBody>
        </p:sp>
        <p:sp>
          <p:nvSpPr>
            <p:cNvPr id="78" name="Freeform 77">
              <a:extLst>
                <a:ext uri="{FF2B5EF4-FFF2-40B4-BE49-F238E27FC236}">
                  <a16:creationId xmlns:a16="http://schemas.microsoft.com/office/drawing/2014/main" id="{F33AABDA-DF0C-46C1-9102-9728C0CC0249}"/>
                </a:ext>
              </a:extLst>
            </p:cNvPr>
            <p:cNvSpPr/>
            <p:nvPr/>
          </p:nvSpPr>
          <p:spPr>
            <a:xfrm>
              <a:off x="4704364" y="6030615"/>
              <a:ext cx="71638" cy="72371"/>
            </a:xfrm>
            <a:custGeom>
              <a:avLst/>
              <a:gdLst>
                <a:gd name="connsiteX0" fmla="*/ 35190 w 71638"/>
                <a:gd name="connsiteY0" fmla="*/ 72372 h 72371"/>
                <a:gd name="connsiteX1" fmla="*/ 0 w 71638"/>
                <a:gd name="connsiteY1" fmla="*/ 36112 h 72371"/>
                <a:gd name="connsiteX2" fmla="*/ 35819 w 71638"/>
                <a:gd name="connsiteY2" fmla="*/ 0 h 72371"/>
                <a:gd name="connsiteX3" fmla="*/ 71639 w 71638"/>
                <a:gd name="connsiteY3" fmla="*/ 36112 h 72371"/>
                <a:gd name="connsiteX4" fmla="*/ 35190 w 71638"/>
                <a:gd name="connsiteY4" fmla="*/ 72372 h 72371"/>
                <a:gd name="connsiteX5" fmla="*/ 35190 w 71638"/>
                <a:gd name="connsiteY5" fmla="*/ 59767 h 72371"/>
                <a:gd name="connsiteX6" fmla="*/ 56711 w 71638"/>
                <a:gd name="connsiteY6" fmla="*/ 36112 h 72371"/>
                <a:gd name="connsiteX7" fmla="*/ 35560 w 71638"/>
                <a:gd name="connsiteY7" fmla="*/ 12567 h 72371"/>
                <a:gd name="connsiteX8" fmla="*/ 14780 w 71638"/>
                <a:gd name="connsiteY8" fmla="*/ 36112 h 72371"/>
                <a:gd name="connsiteX9" fmla="*/ 35190 w 71638"/>
                <a:gd name="connsiteY9" fmla="*/ 59767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638" h="72371">
                  <a:moveTo>
                    <a:pt x="35190" y="72372"/>
                  </a:moveTo>
                  <a:cubicBezTo>
                    <a:pt x="15187" y="72372"/>
                    <a:pt x="0" y="58141"/>
                    <a:pt x="0" y="36112"/>
                  </a:cubicBezTo>
                  <a:cubicBezTo>
                    <a:pt x="0" y="14083"/>
                    <a:pt x="15817" y="0"/>
                    <a:pt x="35819" y="0"/>
                  </a:cubicBezTo>
                  <a:cubicBezTo>
                    <a:pt x="55822" y="0"/>
                    <a:pt x="71639" y="14119"/>
                    <a:pt x="71639" y="36112"/>
                  </a:cubicBezTo>
                  <a:cubicBezTo>
                    <a:pt x="71639" y="58104"/>
                    <a:pt x="55340" y="72372"/>
                    <a:pt x="35190" y="72372"/>
                  </a:cubicBezTo>
                  <a:close/>
                  <a:moveTo>
                    <a:pt x="35190" y="59767"/>
                  </a:moveTo>
                  <a:cubicBezTo>
                    <a:pt x="46006" y="59767"/>
                    <a:pt x="56711" y="52006"/>
                    <a:pt x="56711" y="36112"/>
                  </a:cubicBezTo>
                  <a:cubicBezTo>
                    <a:pt x="56711" y="20218"/>
                    <a:pt x="46376" y="12567"/>
                    <a:pt x="35560" y="12567"/>
                  </a:cubicBezTo>
                  <a:cubicBezTo>
                    <a:pt x="24744" y="12567"/>
                    <a:pt x="14780" y="20181"/>
                    <a:pt x="14780" y="36112"/>
                  </a:cubicBezTo>
                  <a:cubicBezTo>
                    <a:pt x="14780" y="52042"/>
                    <a:pt x="24225" y="59767"/>
                    <a:pt x="35190" y="59767"/>
                  </a:cubicBezTo>
                  <a:close/>
                </a:path>
              </a:pathLst>
            </a:custGeom>
            <a:grpFill/>
            <a:ln w="3692"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65D805C3-2566-8C58-783D-4FDD8CD9F19A}"/>
                </a:ext>
              </a:extLst>
            </p:cNvPr>
            <p:cNvSpPr/>
            <p:nvPr/>
          </p:nvSpPr>
          <p:spPr>
            <a:xfrm>
              <a:off x="4786560" y="6030615"/>
              <a:ext cx="35560" cy="71225"/>
            </a:xfrm>
            <a:custGeom>
              <a:avLst/>
              <a:gdLst>
                <a:gd name="connsiteX0" fmla="*/ 14520 w 35560"/>
                <a:gd name="connsiteY0" fmla="*/ 71226 h 71225"/>
                <a:gd name="connsiteX1" fmla="*/ 0 w 35560"/>
                <a:gd name="connsiteY1" fmla="*/ 71226 h 71225"/>
                <a:gd name="connsiteX2" fmla="*/ 0 w 35560"/>
                <a:gd name="connsiteY2" fmla="*/ 1146 h 71225"/>
                <a:gd name="connsiteX3" fmla="*/ 14520 w 35560"/>
                <a:gd name="connsiteY3" fmla="*/ 1146 h 71225"/>
                <a:gd name="connsiteX4" fmla="*/ 14520 w 35560"/>
                <a:gd name="connsiteY4" fmla="*/ 11310 h 71225"/>
                <a:gd name="connsiteX5" fmla="*/ 35560 w 35560"/>
                <a:gd name="connsiteY5" fmla="*/ 0 h 71225"/>
                <a:gd name="connsiteX6" fmla="*/ 35560 w 35560"/>
                <a:gd name="connsiteY6" fmla="*/ 15007 h 71225"/>
                <a:gd name="connsiteX7" fmla="*/ 31856 w 35560"/>
                <a:gd name="connsiteY7" fmla="*/ 15007 h 71225"/>
                <a:gd name="connsiteX8" fmla="*/ 14520 w 35560"/>
                <a:gd name="connsiteY8" fmla="*/ 34338 h 71225"/>
                <a:gd name="connsiteX9" fmla="*/ 14520 w 35560"/>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p>
          </p:txBody>
        </p:sp>
        <p:sp>
          <p:nvSpPr>
            <p:cNvPr id="80" name="Freeform 79">
              <a:extLst>
                <a:ext uri="{FF2B5EF4-FFF2-40B4-BE49-F238E27FC236}">
                  <a16:creationId xmlns:a16="http://schemas.microsoft.com/office/drawing/2014/main" id="{47F29C76-DA18-34AA-FFE8-A73C6335697B}"/>
                </a:ext>
              </a:extLst>
            </p:cNvPr>
            <p:cNvSpPr/>
            <p:nvPr/>
          </p:nvSpPr>
          <p:spPr>
            <a:xfrm>
              <a:off x="4832602" y="6030615"/>
              <a:ext cx="113939" cy="71225"/>
            </a:xfrm>
            <a:custGeom>
              <a:avLst/>
              <a:gdLst>
                <a:gd name="connsiteX0" fmla="*/ 99531 w 113939"/>
                <a:gd name="connsiteY0" fmla="*/ 32046 h 71225"/>
                <a:gd name="connsiteX1" fmla="*/ 81936 w 113939"/>
                <a:gd name="connsiteY1" fmla="*/ 12604 h 71225"/>
                <a:gd name="connsiteX2" fmla="*/ 64230 w 113939"/>
                <a:gd name="connsiteY2" fmla="*/ 32046 h 71225"/>
                <a:gd name="connsiteX3" fmla="*/ 64230 w 113939"/>
                <a:gd name="connsiteY3" fmla="*/ 71226 h 71225"/>
                <a:gd name="connsiteX4" fmla="*/ 49821 w 113939"/>
                <a:gd name="connsiteY4" fmla="*/ 71226 h 71225"/>
                <a:gd name="connsiteX5" fmla="*/ 49821 w 113939"/>
                <a:gd name="connsiteY5" fmla="*/ 32046 h 71225"/>
                <a:gd name="connsiteX6" fmla="*/ 32226 w 113939"/>
                <a:gd name="connsiteY6" fmla="*/ 12604 h 71225"/>
                <a:gd name="connsiteX7" fmla="*/ 14520 w 113939"/>
                <a:gd name="connsiteY7" fmla="*/ 32046 h 71225"/>
                <a:gd name="connsiteX8" fmla="*/ 14520 w 113939"/>
                <a:gd name="connsiteY8" fmla="*/ 71226 h 71225"/>
                <a:gd name="connsiteX9" fmla="*/ 0 w 113939"/>
                <a:gd name="connsiteY9" fmla="*/ 71226 h 71225"/>
                <a:gd name="connsiteX10" fmla="*/ 0 w 113939"/>
                <a:gd name="connsiteY10" fmla="*/ 1146 h 71225"/>
                <a:gd name="connsiteX11" fmla="*/ 14520 w 113939"/>
                <a:gd name="connsiteY11" fmla="*/ 1146 h 71225"/>
                <a:gd name="connsiteX12" fmla="*/ 14520 w 113939"/>
                <a:gd name="connsiteY12" fmla="*/ 9167 h 71225"/>
                <a:gd name="connsiteX13" fmla="*/ 35301 w 113939"/>
                <a:gd name="connsiteY13" fmla="*/ 0 h 71225"/>
                <a:gd name="connsiteX14" fmla="*/ 60526 w 113939"/>
                <a:gd name="connsiteY14" fmla="*/ 13861 h 71225"/>
                <a:gd name="connsiteX15" fmla="*/ 85010 w 113939"/>
                <a:gd name="connsiteY15" fmla="*/ 0 h 71225"/>
                <a:gd name="connsiteX16" fmla="*/ 113940 w 113939"/>
                <a:gd name="connsiteY16" fmla="*/ 29902 h 71225"/>
                <a:gd name="connsiteX17" fmla="*/ 113940 w 113939"/>
                <a:gd name="connsiteY17" fmla="*/ 71226 h 71225"/>
                <a:gd name="connsiteX18" fmla="*/ 99531 w 113939"/>
                <a:gd name="connsiteY18" fmla="*/ 71226 h 71225"/>
                <a:gd name="connsiteX19" fmla="*/ 99531 w 113939"/>
                <a:gd name="connsiteY19" fmla="*/ 3204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939" h="71225">
                  <a:moveTo>
                    <a:pt x="99531" y="32046"/>
                  </a:moveTo>
                  <a:cubicBezTo>
                    <a:pt x="99531" y="19183"/>
                    <a:pt x="92530" y="12604"/>
                    <a:pt x="81936" y="12604"/>
                  </a:cubicBezTo>
                  <a:cubicBezTo>
                    <a:pt x="71342" y="12604"/>
                    <a:pt x="64230" y="19220"/>
                    <a:pt x="64230" y="32046"/>
                  </a:cubicBezTo>
                  <a:lnTo>
                    <a:pt x="64230" y="71226"/>
                  </a:lnTo>
                  <a:lnTo>
                    <a:pt x="49821" y="71226"/>
                  </a:lnTo>
                  <a:lnTo>
                    <a:pt x="49821" y="32046"/>
                  </a:lnTo>
                  <a:cubicBezTo>
                    <a:pt x="49821" y="19183"/>
                    <a:pt x="42820" y="12604"/>
                    <a:pt x="32226" y="12604"/>
                  </a:cubicBezTo>
                  <a:cubicBezTo>
                    <a:pt x="21632" y="12604"/>
                    <a:pt x="14520" y="19220"/>
                    <a:pt x="14520" y="32046"/>
                  </a:cubicBezTo>
                  <a:lnTo>
                    <a:pt x="14520" y="71226"/>
                  </a:lnTo>
                  <a:lnTo>
                    <a:pt x="0" y="71226"/>
                  </a:lnTo>
                  <a:lnTo>
                    <a:pt x="0" y="1146"/>
                  </a:lnTo>
                  <a:lnTo>
                    <a:pt x="14520" y="1146"/>
                  </a:lnTo>
                  <a:lnTo>
                    <a:pt x="14520" y="9167"/>
                  </a:lnTo>
                  <a:cubicBezTo>
                    <a:pt x="19224" y="3437"/>
                    <a:pt x="26892" y="0"/>
                    <a:pt x="35301" y="0"/>
                  </a:cubicBezTo>
                  <a:cubicBezTo>
                    <a:pt x="46376" y="0"/>
                    <a:pt x="55673" y="4694"/>
                    <a:pt x="60526" y="13861"/>
                  </a:cubicBezTo>
                  <a:cubicBezTo>
                    <a:pt x="64860" y="5359"/>
                    <a:pt x="74787" y="0"/>
                    <a:pt x="85010" y="0"/>
                  </a:cubicBezTo>
                  <a:cubicBezTo>
                    <a:pt x="101457" y="0"/>
                    <a:pt x="113940" y="10312"/>
                    <a:pt x="113940" y="29902"/>
                  </a:cubicBezTo>
                  <a:lnTo>
                    <a:pt x="113940" y="71226"/>
                  </a:lnTo>
                  <a:lnTo>
                    <a:pt x="99531" y="71226"/>
                  </a:lnTo>
                  <a:lnTo>
                    <a:pt x="99531" y="32046"/>
                  </a:lnTo>
                  <a:close/>
                </a:path>
              </a:pathLst>
            </a:custGeom>
            <a:grpFill/>
            <a:ln w="3692" cap="flat">
              <a:noFill/>
              <a:prstDash val="solid"/>
              <a:miter/>
            </a:ln>
          </p:spPr>
          <p:txBody>
            <a:bodyPr rtlCol="0" anchor="ctr"/>
            <a:lstStyle/>
            <a:p>
              <a:endParaRPr lang="en-US"/>
            </a:p>
          </p:txBody>
        </p:sp>
      </p:grpSp>
    </p:spTree>
    <p:extLst>
      <p:ext uri="{BB962C8B-B14F-4D97-AF65-F5344CB8AC3E}">
        <p14:creationId xmlns:p14="http://schemas.microsoft.com/office/powerpoint/2010/main" val="11070931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Cobranded (Green)">
    <p:bg>
      <p:bgPr>
        <a:solidFill>
          <a:schemeClr val="bg1"/>
        </a:solidFill>
        <a:effectLst/>
      </p:bgPr>
    </p:bg>
    <p:spTree>
      <p:nvGrpSpPr>
        <p:cNvPr id="1" name=""/>
        <p:cNvGrpSpPr/>
        <p:nvPr/>
      </p:nvGrpSpPr>
      <p:grpSpPr>
        <a:xfrm>
          <a:off x="0" y="0"/>
          <a:ext cx="0" cy="0"/>
          <a:chOff x="0" y="0"/>
          <a:chExt cx="0" cy="0"/>
        </a:xfrm>
      </p:grpSpPr>
      <p:pic>
        <p:nvPicPr>
          <p:cNvPr id="5" name="Picture 4" descr="A blurry image of a tree&#10;&#10;Description automatically generated">
            <a:extLst>
              <a:ext uri="{FF2B5EF4-FFF2-40B4-BE49-F238E27FC236}">
                <a16:creationId xmlns:a16="http://schemas.microsoft.com/office/drawing/2014/main" id="{9CF6C853-97CA-0FCA-59C0-D75F3D71F87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218342" y="0"/>
            <a:ext cx="6973658" cy="6858000"/>
          </a:xfrm>
          <a:prstGeom prst="rect">
            <a:avLst/>
          </a:prstGeom>
        </p:spPr>
      </p:pic>
      <p:sp>
        <p:nvSpPr>
          <p:cNvPr id="46" name="Freeform 45">
            <a:extLst>
              <a:ext uri="{FF2B5EF4-FFF2-40B4-BE49-F238E27FC236}">
                <a16:creationId xmlns:a16="http://schemas.microsoft.com/office/drawing/2014/main" id="{92414BA5-6D0E-E05A-9681-7D0DD27BABF3}"/>
              </a:ext>
            </a:extLst>
          </p:cNvPr>
          <p:cNvSpPr/>
          <p:nvPr userDrawn="1"/>
        </p:nvSpPr>
        <p:spPr>
          <a:xfrm>
            <a:off x="0" y="-19050"/>
            <a:ext cx="6400800" cy="6858000"/>
          </a:xfrm>
          <a:custGeom>
            <a:avLst/>
            <a:gdLst>
              <a:gd name="connsiteX0" fmla="*/ 0 w 6400800"/>
              <a:gd name="connsiteY0" fmla="*/ 0 h 6858000"/>
              <a:gd name="connsiteX1" fmla="*/ 5403646 w 6400800"/>
              <a:gd name="connsiteY1" fmla="*/ 0 h 6858000"/>
              <a:gd name="connsiteX2" fmla="*/ 5474135 w 6400800"/>
              <a:gd name="connsiteY2" fmla="*/ 109953 h 6858000"/>
              <a:gd name="connsiteX3" fmla="*/ 6400800 w 6400800"/>
              <a:gd name="connsiteY3" fmla="*/ 3429000 h 6858000"/>
              <a:gd name="connsiteX4" fmla="*/ 5474135 w 6400800"/>
              <a:gd name="connsiteY4" fmla="*/ 6748048 h 6858000"/>
              <a:gd name="connsiteX5" fmla="*/ 5403646 w 6400800"/>
              <a:gd name="connsiteY5" fmla="*/ 6858000 h 6858000"/>
              <a:gd name="connsiteX6" fmla="*/ 0 w 64008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00800" h="6858000">
                <a:moveTo>
                  <a:pt x="0" y="0"/>
                </a:moveTo>
                <a:lnTo>
                  <a:pt x="5403646" y="0"/>
                </a:lnTo>
                <a:lnTo>
                  <a:pt x="5474135" y="109953"/>
                </a:lnTo>
                <a:cubicBezTo>
                  <a:pt x="6062173" y="1077734"/>
                  <a:pt x="6400800" y="2213822"/>
                  <a:pt x="6400800" y="3429000"/>
                </a:cubicBezTo>
                <a:cubicBezTo>
                  <a:pt x="6400800" y="4644179"/>
                  <a:pt x="6062173" y="5780266"/>
                  <a:pt x="5474135" y="6748048"/>
                </a:cubicBezTo>
                <a:lnTo>
                  <a:pt x="5403646" y="6858000"/>
                </a:lnTo>
                <a:lnTo>
                  <a:pt x="0" y="685800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nchorCtr="0">
            <a:noAutofit/>
          </a:bodyPr>
          <a:lstStyle/>
          <a:p>
            <a:pPr algn="ctr"/>
            <a:endParaRPr lang="en-US"/>
          </a:p>
        </p:txBody>
      </p:sp>
      <p:sp>
        <p:nvSpPr>
          <p:cNvPr id="6" name="Picture Placeholder 9">
            <a:extLst>
              <a:ext uri="{FF2B5EF4-FFF2-40B4-BE49-F238E27FC236}">
                <a16:creationId xmlns:a16="http://schemas.microsoft.com/office/drawing/2014/main" id="{0B22C4AA-EF0B-AD50-CCA1-8B13B2DDB27C}"/>
              </a:ext>
            </a:extLst>
          </p:cNvPr>
          <p:cNvSpPr>
            <a:spLocks noGrp="1"/>
          </p:cNvSpPr>
          <p:nvPr>
            <p:ph type="pic" sz="quarter" idx="13"/>
          </p:nvPr>
        </p:nvSpPr>
        <p:spPr>
          <a:xfrm>
            <a:off x="3312012" y="3086561"/>
            <a:ext cx="1902737" cy="557588"/>
          </a:xfrm>
        </p:spPr>
        <p:txBody>
          <a:bodyPr/>
          <a:lstStyle>
            <a:lvl1pPr marL="0" indent="0" algn="ctr">
              <a:buNone/>
              <a:defRPr b="0" i="0">
                <a:solidFill>
                  <a:srgbClr val="301E03"/>
                </a:solidFill>
              </a:defRPr>
            </a:lvl1pPr>
          </a:lstStyle>
          <a:p>
            <a:r>
              <a:rPr lang="en-US"/>
              <a:t>Click icon to add picture</a:t>
            </a:r>
            <a:endParaRPr lang="en-IL"/>
          </a:p>
        </p:txBody>
      </p:sp>
      <p:sp>
        <p:nvSpPr>
          <p:cNvPr id="8" name="Text Placeholder 2">
            <a:extLst>
              <a:ext uri="{FF2B5EF4-FFF2-40B4-BE49-F238E27FC236}">
                <a16:creationId xmlns:a16="http://schemas.microsoft.com/office/drawing/2014/main" id="{C7D9480F-FC23-DDA0-38FC-0CDE99917138}"/>
              </a:ext>
            </a:extLst>
          </p:cNvPr>
          <p:cNvSpPr>
            <a:spLocks noGrp="1"/>
          </p:cNvSpPr>
          <p:nvPr>
            <p:ph type="body" idx="1"/>
          </p:nvPr>
        </p:nvSpPr>
        <p:spPr>
          <a:xfrm>
            <a:off x="711842" y="5003757"/>
            <a:ext cx="4502895" cy="658835"/>
          </a:xfrm>
        </p:spPr>
        <p:txBody>
          <a:bodyPr wrap="square" anchor="t" anchorCtr="0">
            <a:spAutoFit/>
          </a:bodyPr>
          <a:lstStyle>
            <a:lvl1pPr marL="0" indent="0" algn="l">
              <a:lnSpc>
                <a:spcPts val="1800"/>
              </a:lnSpc>
              <a:spcBef>
                <a:spcPts val="1600"/>
              </a:spcBef>
              <a:buNone/>
              <a:defRPr sz="1400" b="0" i="0">
                <a:solidFill>
                  <a:srgbClr val="301E03"/>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721505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Title Cobranded (Green)">
    <p:bg>
      <p:bgPr>
        <a:solidFill>
          <a:schemeClr val="bg1"/>
        </a:solidFill>
        <a:effectLst/>
      </p:bgPr>
    </p:bg>
    <p:spTree>
      <p:nvGrpSpPr>
        <p:cNvPr id="1" name=""/>
        <p:cNvGrpSpPr/>
        <p:nvPr/>
      </p:nvGrpSpPr>
      <p:grpSpPr>
        <a:xfrm>
          <a:off x="0" y="0"/>
          <a:ext cx="0" cy="0"/>
          <a:chOff x="0" y="0"/>
          <a:chExt cx="0" cy="0"/>
        </a:xfrm>
      </p:grpSpPr>
      <p:pic>
        <p:nvPicPr>
          <p:cNvPr id="5" name="Picture 4" descr="A blurry image of a tree&#10;&#10;Description automatically generated">
            <a:extLst>
              <a:ext uri="{FF2B5EF4-FFF2-40B4-BE49-F238E27FC236}">
                <a16:creationId xmlns:a16="http://schemas.microsoft.com/office/drawing/2014/main" id="{9CF6C853-97CA-0FCA-59C0-D75F3D71F87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218342" y="0"/>
            <a:ext cx="6973658" cy="6858000"/>
          </a:xfrm>
          <a:prstGeom prst="rect">
            <a:avLst/>
          </a:prstGeom>
        </p:spPr>
      </p:pic>
      <p:sp>
        <p:nvSpPr>
          <p:cNvPr id="46" name="Freeform 45">
            <a:extLst>
              <a:ext uri="{FF2B5EF4-FFF2-40B4-BE49-F238E27FC236}">
                <a16:creationId xmlns:a16="http://schemas.microsoft.com/office/drawing/2014/main" id="{92414BA5-6D0E-E05A-9681-7D0DD27BABF3}"/>
              </a:ext>
            </a:extLst>
          </p:cNvPr>
          <p:cNvSpPr/>
          <p:nvPr userDrawn="1"/>
        </p:nvSpPr>
        <p:spPr>
          <a:xfrm>
            <a:off x="0" y="0"/>
            <a:ext cx="6400800" cy="6858000"/>
          </a:xfrm>
          <a:custGeom>
            <a:avLst/>
            <a:gdLst>
              <a:gd name="connsiteX0" fmla="*/ 0 w 6400800"/>
              <a:gd name="connsiteY0" fmla="*/ 0 h 6858000"/>
              <a:gd name="connsiteX1" fmla="*/ 5403646 w 6400800"/>
              <a:gd name="connsiteY1" fmla="*/ 0 h 6858000"/>
              <a:gd name="connsiteX2" fmla="*/ 5474135 w 6400800"/>
              <a:gd name="connsiteY2" fmla="*/ 109953 h 6858000"/>
              <a:gd name="connsiteX3" fmla="*/ 6400800 w 6400800"/>
              <a:gd name="connsiteY3" fmla="*/ 3429000 h 6858000"/>
              <a:gd name="connsiteX4" fmla="*/ 5474135 w 6400800"/>
              <a:gd name="connsiteY4" fmla="*/ 6748048 h 6858000"/>
              <a:gd name="connsiteX5" fmla="*/ 5403646 w 6400800"/>
              <a:gd name="connsiteY5" fmla="*/ 6858000 h 6858000"/>
              <a:gd name="connsiteX6" fmla="*/ 0 w 64008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00800" h="6858000">
                <a:moveTo>
                  <a:pt x="0" y="0"/>
                </a:moveTo>
                <a:lnTo>
                  <a:pt x="5403646" y="0"/>
                </a:lnTo>
                <a:lnTo>
                  <a:pt x="5474135" y="109953"/>
                </a:lnTo>
                <a:cubicBezTo>
                  <a:pt x="6062173" y="1077734"/>
                  <a:pt x="6400800" y="2213822"/>
                  <a:pt x="6400800" y="3429000"/>
                </a:cubicBezTo>
                <a:cubicBezTo>
                  <a:pt x="6400800" y="4644179"/>
                  <a:pt x="6062173" y="5780266"/>
                  <a:pt x="5474135" y="6748048"/>
                </a:cubicBezTo>
                <a:lnTo>
                  <a:pt x="5403646" y="6858000"/>
                </a:lnTo>
                <a:lnTo>
                  <a:pt x="0" y="685800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nchorCtr="0">
            <a:noAutofit/>
          </a:bodyPr>
          <a:lstStyle/>
          <a:p>
            <a:pPr algn="ctr"/>
            <a:endParaRPr lang="en-US"/>
          </a:p>
        </p:txBody>
      </p:sp>
      <p:sp>
        <p:nvSpPr>
          <p:cNvPr id="6" name="Picture Placeholder 9">
            <a:extLst>
              <a:ext uri="{FF2B5EF4-FFF2-40B4-BE49-F238E27FC236}">
                <a16:creationId xmlns:a16="http://schemas.microsoft.com/office/drawing/2014/main" id="{0B22C4AA-EF0B-AD50-CCA1-8B13B2DDB27C}"/>
              </a:ext>
            </a:extLst>
          </p:cNvPr>
          <p:cNvSpPr>
            <a:spLocks noGrp="1"/>
          </p:cNvSpPr>
          <p:nvPr>
            <p:ph type="pic" sz="quarter" idx="13"/>
          </p:nvPr>
        </p:nvSpPr>
        <p:spPr>
          <a:xfrm>
            <a:off x="3312012" y="3086561"/>
            <a:ext cx="1902737" cy="557588"/>
          </a:xfrm>
        </p:spPr>
        <p:txBody>
          <a:bodyPr/>
          <a:lstStyle>
            <a:lvl1pPr marL="0" indent="0" algn="ctr">
              <a:buNone/>
              <a:defRPr b="0" i="0">
                <a:solidFill>
                  <a:srgbClr val="301E03"/>
                </a:solidFill>
              </a:defRPr>
            </a:lvl1pPr>
          </a:lstStyle>
          <a:p>
            <a:r>
              <a:rPr lang="en-US"/>
              <a:t>Click icon to add picture</a:t>
            </a:r>
            <a:endParaRPr lang="en-IL"/>
          </a:p>
        </p:txBody>
      </p:sp>
      <p:sp>
        <p:nvSpPr>
          <p:cNvPr id="8" name="Text Placeholder 2">
            <a:extLst>
              <a:ext uri="{FF2B5EF4-FFF2-40B4-BE49-F238E27FC236}">
                <a16:creationId xmlns:a16="http://schemas.microsoft.com/office/drawing/2014/main" id="{C7D9480F-FC23-DDA0-38FC-0CDE99917138}"/>
              </a:ext>
            </a:extLst>
          </p:cNvPr>
          <p:cNvSpPr>
            <a:spLocks noGrp="1"/>
          </p:cNvSpPr>
          <p:nvPr>
            <p:ph type="body" idx="1"/>
          </p:nvPr>
        </p:nvSpPr>
        <p:spPr>
          <a:xfrm>
            <a:off x="711842" y="5003757"/>
            <a:ext cx="4502895" cy="658835"/>
          </a:xfrm>
        </p:spPr>
        <p:txBody>
          <a:bodyPr wrap="square" anchor="t" anchorCtr="0">
            <a:spAutoFit/>
          </a:bodyPr>
          <a:lstStyle>
            <a:lvl1pPr marL="0" indent="0" algn="l">
              <a:lnSpc>
                <a:spcPts val="1800"/>
              </a:lnSpc>
              <a:spcBef>
                <a:spcPts val="1600"/>
              </a:spcBef>
              <a:buNone/>
              <a:defRPr sz="1400" b="0" i="0">
                <a:solidFill>
                  <a:srgbClr val="301E03"/>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cxnSp>
        <p:nvCxnSpPr>
          <p:cNvPr id="9" name="Straight Connector 8">
            <a:extLst>
              <a:ext uri="{FF2B5EF4-FFF2-40B4-BE49-F238E27FC236}">
                <a16:creationId xmlns:a16="http://schemas.microsoft.com/office/drawing/2014/main" id="{3505A867-22F7-CD8D-C315-2EBB58D80F38}"/>
              </a:ext>
            </a:extLst>
          </p:cNvPr>
          <p:cNvCxnSpPr>
            <a:cxnSpLocks/>
          </p:cNvCxnSpPr>
          <p:nvPr userDrawn="1"/>
        </p:nvCxnSpPr>
        <p:spPr>
          <a:xfrm>
            <a:off x="2890861" y="3086561"/>
            <a:ext cx="0" cy="557588"/>
          </a:xfrm>
          <a:prstGeom prst="line">
            <a:avLst/>
          </a:prstGeom>
          <a:ln w="9525">
            <a:solidFill>
              <a:srgbClr val="301E03">
                <a:alpha val="25000"/>
              </a:srgbClr>
            </a:solidFill>
          </a:ln>
        </p:spPr>
        <p:style>
          <a:lnRef idx="2">
            <a:schemeClr val="accent1"/>
          </a:lnRef>
          <a:fillRef idx="0">
            <a:schemeClr val="accent1"/>
          </a:fillRef>
          <a:effectRef idx="1">
            <a:schemeClr val="accent1"/>
          </a:effectRef>
          <a:fontRef idx="minor">
            <a:schemeClr val="tx1"/>
          </a:fontRef>
        </p:style>
      </p:cxnSp>
      <p:grpSp>
        <p:nvGrpSpPr>
          <p:cNvPr id="47" name="Group 46">
            <a:extLst>
              <a:ext uri="{FF2B5EF4-FFF2-40B4-BE49-F238E27FC236}">
                <a16:creationId xmlns:a16="http://schemas.microsoft.com/office/drawing/2014/main" id="{E81976A4-57A6-9F6D-0124-A1D5D0125067}"/>
              </a:ext>
            </a:extLst>
          </p:cNvPr>
          <p:cNvGrpSpPr/>
          <p:nvPr userDrawn="1"/>
        </p:nvGrpSpPr>
        <p:grpSpPr>
          <a:xfrm>
            <a:off x="744890" y="3086561"/>
            <a:ext cx="1803739" cy="530056"/>
            <a:chOff x="2649665" y="5459914"/>
            <a:chExt cx="2297877" cy="675266"/>
          </a:xfrm>
          <a:solidFill>
            <a:schemeClr val="tx1"/>
          </a:solidFill>
        </p:grpSpPr>
        <p:sp>
          <p:nvSpPr>
            <p:cNvPr id="48" name="Freeform 47">
              <a:extLst>
                <a:ext uri="{FF2B5EF4-FFF2-40B4-BE49-F238E27FC236}">
                  <a16:creationId xmlns:a16="http://schemas.microsoft.com/office/drawing/2014/main" id="{17A2F305-1180-475D-8805-FDA380F044E6}"/>
                </a:ext>
              </a:extLst>
            </p:cNvPr>
            <p:cNvSpPr/>
            <p:nvPr/>
          </p:nvSpPr>
          <p:spPr>
            <a:xfrm>
              <a:off x="3209512" y="5624255"/>
              <a:ext cx="144721" cy="250528"/>
            </a:xfrm>
            <a:custGeom>
              <a:avLst/>
              <a:gdLst>
                <a:gd name="connsiteX0" fmla="*/ 141203 w 144721"/>
                <a:gd name="connsiteY0" fmla="*/ 204511 h 250528"/>
                <a:gd name="connsiteX1" fmla="*/ 144722 w 144721"/>
                <a:gd name="connsiteY1" fmla="*/ 208022 h 250528"/>
                <a:gd name="connsiteX2" fmla="*/ 144722 w 144721"/>
                <a:gd name="connsiteY2" fmla="*/ 247017 h 250528"/>
                <a:gd name="connsiteX3" fmla="*/ 141203 w 144721"/>
                <a:gd name="connsiteY3" fmla="*/ 250528 h 250528"/>
                <a:gd name="connsiteX4" fmla="*/ 3519 w 144721"/>
                <a:gd name="connsiteY4" fmla="*/ 250528 h 250528"/>
                <a:gd name="connsiteX5" fmla="*/ 0 w 144721"/>
                <a:gd name="connsiteY5" fmla="*/ 247017 h 250528"/>
                <a:gd name="connsiteX6" fmla="*/ 0 w 144721"/>
                <a:gd name="connsiteY6" fmla="*/ 3511 h 250528"/>
                <a:gd name="connsiteX7" fmla="*/ 3519 w 144721"/>
                <a:gd name="connsiteY7" fmla="*/ 0 h 250528"/>
                <a:gd name="connsiteX8" fmla="*/ 48599 w 144721"/>
                <a:gd name="connsiteY8" fmla="*/ 0 h 250528"/>
                <a:gd name="connsiteX9" fmla="*/ 52118 w 144721"/>
                <a:gd name="connsiteY9" fmla="*/ 3511 h 250528"/>
                <a:gd name="connsiteX10" fmla="*/ 52118 w 144721"/>
                <a:gd name="connsiteY10" fmla="*/ 200999 h 250528"/>
                <a:gd name="connsiteX11" fmla="*/ 55636 w 144721"/>
                <a:gd name="connsiteY11" fmla="*/ 204511 h 250528"/>
                <a:gd name="connsiteX12" fmla="*/ 141203 w 144721"/>
                <a:gd name="connsiteY12" fmla="*/ 204511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21" h="250528">
                  <a:moveTo>
                    <a:pt x="141203" y="204511"/>
                  </a:moveTo>
                  <a:cubicBezTo>
                    <a:pt x="143536" y="204511"/>
                    <a:pt x="144722" y="205693"/>
                    <a:pt x="144722" y="208022"/>
                  </a:cubicBezTo>
                  <a:lnTo>
                    <a:pt x="144722" y="247017"/>
                  </a:lnTo>
                  <a:cubicBezTo>
                    <a:pt x="144722" y="249345"/>
                    <a:pt x="143536" y="250528"/>
                    <a:pt x="141203" y="250528"/>
                  </a:cubicBezTo>
                  <a:lnTo>
                    <a:pt x="3519" y="250528"/>
                  </a:lnTo>
                  <a:cubicBezTo>
                    <a:pt x="1185" y="250528"/>
                    <a:pt x="0" y="249345"/>
                    <a:pt x="0" y="247017"/>
                  </a:cubicBezTo>
                  <a:lnTo>
                    <a:pt x="0" y="3511"/>
                  </a:lnTo>
                  <a:cubicBezTo>
                    <a:pt x="0" y="1183"/>
                    <a:pt x="1185" y="0"/>
                    <a:pt x="3519" y="0"/>
                  </a:cubicBezTo>
                  <a:lnTo>
                    <a:pt x="48599" y="0"/>
                  </a:lnTo>
                  <a:cubicBezTo>
                    <a:pt x="50932" y="0"/>
                    <a:pt x="52118" y="1183"/>
                    <a:pt x="52118" y="3511"/>
                  </a:cubicBezTo>
                  <a:lnTo>
                    <a:pt x="52118" y="200999"/>
                  </a:lnTo>
                  <a:cubicBezTo>
                    <a:pt x="52118" y="203328"/>
                    <a:pt x="53303" y="204511"/>
                    <a:pt x="55636" y="204511"/>
                  </a:cubicBezTo>
                  <a:lnTo>
                    <a:pt x="141203" y="204511"/>
                  </a:lnTo>
                  <a:close/>
                </a:path>
              </a:pathLst>
            </a:custGeom>
            <a:grpFill/>
            <a:ln w="3692" cap="flat">
              <a:noFill/>
              <a:prstDash val="solid"/>
              <a:miter/>
            </a:ln>
          </p:spPr>
          <p:txBody>
            <a:bodyPr rtlCol="0" anchor="ctr"/>
            <a:lstStyle/>
            <a:p>
              <a:endParaRPr lang="en-US"/>
            </a:p>
          </p:txBody>
        </p:sp>
        <p:sp>
          <p:nvSpPr>
            <p:cNvPr id="49" name="Freeform 48">
              <a:extLst>
                <a:ext uri="{FF2B5EF4-FFF2-40B4-BE49-F238E27FC236}">
                  <a16:creationId xmlns:a16="http://schemas.microsoft.com/office/drawing/2014/main" id="{F11CB9E3-6D0B-A76A-DBE4-4229ACD3ACE3}"/>
                </a:ext>
              </a:extLst>
            </p:cNvPr>
            <p:cNvSpPr/>
            <p:nvPr/>
          </p:nvSpPr>
          <p:spPr>
            <a:xfrm>
              <a:off x="3418177" y="5624255"/>
              <a:ext cx="255689" cy="250602"/>
            </a:xfrm>
            <a:custGeom>
              <a:avLst/>
              <a:gdLst>
                <a:gd name="connsiteX0" fmla="*/ 113412 w 255689"/>
                <a:gd name="connsiteY0" fmla="*/ 2476 h 250602"/>
                <a:gd name="connsiteX1" fmla="*/ 117635 w 255689"/>
                <a:gd name="connsiteY1" fmla="*/ 0 h 250602"/>
                <a:gd name="connsiteX2" fmla="*/ 138415 w 255689"/>
                <a:gd name="connsiteY2" fmla="*/ 0 h 250602"/>
                <a:gd name="connsiteX3" fmla="*/ 142638 w 255689"/>
                <a:gd name="connsiteY3" fmla="*/ 2476 h 250602"/>
                <a:gd name="connsiteX4" fmla="*/ 255319 w 255689"/>
                <a:gd name="connsiteY4" fmla="*/ 246352 h 250602"/>
                <a:gd name="connsiteX5" fmla="*/ 255689 w 255689"/>
                <a:gd name="connsiteY5" fmla="*/ 248126 h 250602"/>
                <a:gd name="connsiteX6" fmla="*/ 252874 w 255689"/>
                <a:gd name="connsiteY6" fmla="*/ 250602 h 250602"/>
                <a:gd name="connsiteX7" fmla="*/ 202868 w 255689"/>
                <a:gd name="connsiteY7" fmla="*/ 250602 h 250602"/>
                <a:gd name="connsiteX8" fmla="*/ 198645 w 255689"/>
                <a:gd name="connsiteY8" fmla="*/ 248126 h 250602"/>
                <a:gd name="connsiteX9" fmla="*/ 181050 w 255689"/>
                <a:gd name="connsiteY9" fmla="*/ 210166 h 250602"/>
                <a:gd name="connsiteX10" fmla="*/ 177161 w 255689"/>
                <a:gd name="connsiteY10" fmla="*/ 207689 h 250602"/>
                <a:gd name="connsiteX11" fmla="*/ 78556 w 255689"/>
                <a:gd name="connsiteY11" fmla="*/ 207689 h 250602"/>
                <a:gd name="connsiteX12" fmla="*/ 74333 w 255689"/>
                <a:gd name="connsiteY12" fmla="*/ 210166 h 250602"/>
                <a:gd name="connsiteX13" fmla="*/ 56739 w 255689"/>
                <a:gd name="connsiteY13" fmla="*/ 248126 h 250602"/>
                <a:gd name="connsiteX14" fmla="*/ 52849 w 255689"/>
                <a:gd name="connsiteY14" fmla="*/ 250602 h 250602"/>
                <a:gd name="connsiteX15" fmla="*/ 2843 w 255689"/>
                <a:gd name="connsiteY15" fmla="*/ 250602 h 250602"/>
                <a:gd name="connsiteX16" fmla="*/ 361 w 255689"/>
                <a:gd name="connsiteY16" fmla="*/ 249382 h 250602"/>
                <a:gd name="connsiteX17" fmla="*/ 361 w 255689"/>
                <a:gd name="connsiteY17" fmla="*/ 246388 h 250602"/>
                <a:gd name="connsiteX18" fmla="*/ 113412 w 255689"/>
                <a:gd name="connsiteY18" fmla="*/ 2513 h 250602"/>
                <a:gd name="connsiteX19" fmla="*/ 96188 w 255689"/>
                <a:gd name="connsiteY19" fmla="*/ 157421 h 250602"/>
                <a:gd name="connsiteX20" fmla="*/ 95817 w 255689"/>
                <a:gd name="connsiteY20" fmla="*/ 159195 h 250602"/>
                <a:gd name="connsiteX21" fmla="*/ 98633 w 255689"/>
                <a:gd name="connsiteY21" fmla="*/ 161672 h 250602"/>
                <a:gd name="connsiteX22" fmla="*/ 157084 w 255689"/>
                <a:gd name="connsiteY22" fmla="*/ 161672 h 250602"/>
                <a:gd name="connsiteX23" fmla="*/ 159566 w 255689"/>
                <a:gd name="connsiteY23" fmla="*/ 160452 h 250602"/>
                <a:gd name="connsiteX24" fmla="*/ 159566 w 255689"/>
                <a:gd name="connsiteY24" fmla="*/ 157458 h 250602"/>
                <a:gd name="connsiteX25" fmla="*/ 130340 w 255689"/>
                <a:gd name="connsiteY25" fmla="*/ 89633 h 250602"/>
                <a:gd name="connsiteX26" fmla="*/ 127859 w 255689"/>
                <a:gd name="connsiteY26" fmla="*/ 87859 h 250602"/>
                <a:gd name="connsiteX27" fmla="*/ 125377 w 255689"/>
                <a:gd name="connsiteY27" fmla="*/ 89633 h 250602"/>
                <a:gd name="connsiteX28" fmla="*/ 96151 w 255689"/>
                <a:gd name="connsiteY28" fmla="*/ 157458 h 25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5689" h="250602">
                  <a:moveTo>
                    <a:pt x="113412" y="2476"/>
                  </a:moveTo>
                  <a:cubicBezTo>
                    <a:pt x="114116" y="850"/>
                    <a:pt x="115524" y="0"/>
                    <a:pt x="117635" y="0"/>
                  </a:cubicBezTo>
                  <a:lnTo>
                    <a:pt x="138415" y="0"/>
                  </a:lnTo>
                  <a:cubicBezTo>
                    <a:pt x="140527" y="0"/>
                    <a:pt x="141934" y="813"/>
                    <a:pt x="142638" y="2476"/>
                  </a:cubicBezTo>
                  <a:lnTo>
                    <a:pt x="255319" y="246352"/>
                  </a:lnTo>
                  <a:cubicBezTo>
                    <a:pt x="255541" y="246832"/>
                    <a:pt x="255689" y="247423"/>
                    <a:pt x="255689" y="248126"/>
                  </a:cubicBezTo>
                  <a:cubicBezTo>
                    <a:pt x="255689" y="249752"/>
                    <a:pt x="254763" y="250602"/>
                    <a:pt x="252874" y="250602"/>
                  </a:cubicBezTo>
                  <a:lnTo>
                    <a:pt x="202868" y="250602"/>
                  </a:lnTo>
                  <a:cubicBezTo>
                    <a:pt x="200756" y="250602"/>
                    <a:pt x="199349" y="249789"/>
                    <a:pt x="198645" y="248126"/>
                  </a:cubicBezTo>
                  <a:lnTo>
                    <a:pt x="181050" y="210166"/>
                  </a:lnTo>
                  <a:cubicBezTo>
                    <a:pt x="180346" y="208539"/>
                    <a:pt x="179050" y="207689"/>
                    <a:pt x="177161" y="207689"/>
                  </a:cubicBezTo>
                  <a:lnTo>
                    <a:pt x="78556" y="207689"/>
                  </a:lnTo>
                  <a:cubicBezTo>
                    <a:pt x="76445" y="207689"/>
                    <a:pt x="75037" y="208502"/>
                    <a:pt x="74333" y="210166"/>
                  </a:cubicBezTo>
                  <a:lnTo>
                    <a:pt x="56739" y="248126"/>
                  </a:lnTo>
                  <a:cubicBezTo>
                    <a:pt x="56035" y="249752"/>
                    <a:pt x="54738" y="250602"/>
                    <a:pt x="52849" y="250602"/>
                  </a:cubicBezTo>
                  <a:lnTo>
                    <a:pt x="2843" y="250602"/>
                  </a:lnTo>
                  <a:cubicBezTo>
                    <a:pt x="1658" y="250602"/>
                    <a:pt x="843" y="250196"/>
                    <a:pt x="361" y="249382"/>
                  </a:cubicBezTo>
                  <a:cubicBezTo>
                    <a:pt x="-120" y="248569"/>
                    <a:pt x="-120" y="247571"/>
                    <a:pt x="361" y="246388"/>
                  </a:cubicBezTo>
                  <a:lnTo>
                    <a:pt x="113412" y="2513"/>
                  </a:lnTo>
                  <a:close/>
                  <a:moveTo>
                    <a:pt x="96188" y="157421"/>
                  </a:moveTo>
                  <a:cubicBezTo>
                    <a:pt x="95966" y="157902"/>
                    <a:pt x="95817" y="158493"/>
                    <a:pt x="95817" y="159195"/>
                  </a:cubicBezTo>
                  <a:cubicBezTo>
                    <a:pt x="95817" y="160822"/>
                    <a:pt x="96743" y="161672"/>
                    <a:pt x="98633" y="161672"/>
                  </a:cubicBezTo>
                  <a:lnTo>
                    <a:pt x="157084" y="161672"/>
                  </a:lnTo>
                  <a:cubicBezTo>
                    <a:pt x="158270" y="161672"/>
                    <a:pt x="159085" y="161265"/>
                    <a:pt x="159566" y="160452"/>
                  </a:cubicBezTo>
                  <a:cubicBezTo>
                    <a:pt x="160048" y="159639"/>
                    <a:pt x="160048" y="158641"/>
                    <a:pt x="159566" y="157458"/>
                  </a:cubicBezTo>
                  <a:lnTo>
                    <a:pt x="130340" y="89633"/>
                  </a:lnTo>
                  <a:cubicBezTo>
                    <a:pt x="130118" y="88450"/>
                    <a:pt x="129266" y="87859"/>
                    <a:pt x="127859" y="87859"/>
                  </a:cubicBezTo>
                  <a:cubicBezTo>
                    <a:pt x="126932" y="87859"/>
                    <a:pt x="126080" y="88450"/>
                    <a:pt x="125377" y="89633"/>
                  </a:cubicBezTo>
                  <a:lnTo>
                    <a:pt x="96151" y="157458"/>
                  </a:lnTo>
                  <a:close/>
                </a:path>
              </a:pathLst>
            </a:custGeom>
            <a:grpFill/>
            <a:ln w="3692"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67379B68-30C9-B55A-B06C-CD707D31EB18}"/>
                </a:ext>
              </a:extLst>
            </p:cNvPr>
            <p:cNvSpPr/>
            <p:nvPr/>
          </p:nvSpPr>
          <p:spPr>
            <a:xfrm>
              <a:off x="3736096"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2 w 202839"/>
                <a:gd name="connsiteY3" fmla="*/ 248421 h 250528"/>
                <a:gd name="connsiteX4" fmla="*/ 56377 w 202839"/>
                <a:gd name="connsiteY4" fmla="*/ 105748 h 250528"/>
                <a:gd name="connsiteX5" fmla="*/ 53896 w 202839"/>
                <a:gd name="connsiteY5" fmla="*/ 104344 h 250528"/>
                <a:gd name="connsiteX6" fmla="*/ 52117 w 202839"/>
                <a:gd name="connsiteY6" fmla="*/ 107522 h 250528"/>
                <a:gd name="connsiteX7" fmla="*/ 52117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7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2" y="248421"/>
                  </a:cubicBezTo>
                  <a:lnTo>
                    <a:pt x="56377" y="105748"/>
                  </a:lnTo>
                  <a:cubicBezTo>
                    <a:pt x="55451" y="104824"/>
                    <a:pt x="54599" y="104344"/>
                    <a:pt x="53896" y="104344"/>
                  </a:cubicBezTo>
                  <a:cubicBezTo>
                    <a:pt x="52710" y="104344"/>
                    <a:pt x="52117" y="105416"/>
                    <a:pt x="52117" y="107522"/>
                  </a:cubicBezTo>
                  <a:lnTo>
                    <a:pt x="52117" y="247017"/>
                  </a:lnTo>
                  <a:cubicBezTo>
                    <a:pt x="52117"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7" y="2107"/>
                  </a:cubicBezTo>
                  <a:lnTo>
                    <a:pt x="146463" y="144410"/>
                  </a:lnTo>
                  <a:cubicBezTo>
                    <a:pt x="147166"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7253B047-7486-FFC4-04BE-6167D2BF6C88}"/>
                </a:ext>
              </a:extLst>
            </p:cNvPr>
            <p:cNvSpPr/>
            <p:nvPr/>
          </p:nvSpPr>
          <p:spPr>
            <a:xfrm>
              <a:off x="4009389" y="5624255"/>
              <a:ext cx="176058" cy="250528"/>
            </a:xfrm>
            <a:custGeom>
              <a:avLst/>
              <a:gdLst>
                <a:gd name="connsiteX0" fmla="*/ 172540 w 176058"/>
                <a:gd name="connsiteY0" fmla="*/ 0 h 250528"/>
                <a:gd name="connsiteX1" fmla="*/ 176059 w 176058"/>
                <a:gd name="connsiteY1" fmla="*/ 3511 h 250528"/>
                <a:gd name="connsiteX2" fmla="*/ 176059 w 176058"/>
                <a:gd name="connsiteY2" fmla="*/ 42506 h 250528"/>
                <a:gd name="connsiteX3" fmla="*/ 172540 w 176058"/>
                <a:gd name="connsiteY3" fmla="*/ 46018 h 250528"/>
                <a:gd name="connsiteX4" fmla="*/ 117607 w 176058"/>
                <a:gd name="connsiteY4" fmla="*/ 46018 h 250528"/>
                <a:gd name="connsiteX5" fmla="*/ 114088 w 176058"/>
                <a:gd name="connsiteY5" fmla="*/ 49529 h 250528"/>
                <a:gd name="connsiteX6" fmla="*/ 114088 w 176058"/>
                <a:gd name="connsiteY6" fmla="*/ 247017 h 250528"/>
                <a:gd name="connsiteX7" fmla="*/ 110569 w 176058"/>
                <a:gd name="connsiteY7" fmla="*/ 250528 h 250528"/>
                <a:gd name="connsiteX8" fmla="*/ 65860 w 176058"/>
                <a:gd name="connsiteY8" fmla="*/ 250528 h 250528"/>
                <a:gd name="connsiteX9" fmla="*/ 62341 w 176058"/>
                <a:gd name="connsiteY9" fmla="*/ 247017 h 250528"/>
                <a:gd name="connsiteX10" fmla="*/ 62341 w 176058"/>
                <a:gd name="connsiteY10" fmla="*/ 49529 h 250528"/>
                <a:gd name="connsiteX11" fmla="*/ 58822 w 176058"/>
                <a:gd name="connsiteY11" fmla="*/ 46018 h 250528"/>
                <a:gd name="connsiteX12" fmla="*/ 3519 w 176058"/>
                <a:gd name="connsiteY12" fmla="*/ 46018 h 250528"/>
                <a:gd name="connsiteX13" fmla="*/ 0 w 176058"/>
                <a:gd name="connsiteY13" fmla="*/ 42506 h 250528"/>
                <a:gd name="connsiteX14" fmla="*/ 0 w 176058"/>
                <a:gd name="connsiteY14" fmla="*/ 3511 h 250528"/>
                <a:gd name="connsiteX15" fmla="*/ 3519 w 176058"/>
                <a:gd name="connsiteY15" fmla="*/ 0 h 250528"/>
                <a:gd name="connsiteX16" fmla="*/ 172540 w 176058"/>
                <a:gd name="connsiteY16" fmla="*/ 0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058" h="250528">
                  <a:moveTo>
                    <a:pt x="172540" y="0"/>
                  </a:moveTo>
                  <a:cubicBezTo>
                    <a:pt x="174873" y="0"/>
                    <a:pt x="176059" y="1183"/>
                    <a:pt x="176059" y="3511"/>
                  </a:cubicBezTo>
                  <a:lnTo>
                    <a:pt x="176059" y="42506"/>
                  </a:lnTo>
                  <a:cubicBezTo>
                    <a:pt x="176059" y="44835"/>
                    <a:pt x="174873" y="46018"/>
                    <a:pt x="172540" y="46018"/>
                  </a:cubicBezTo>
                  <a:lnTo>
                    <a:pt x="117607" y="46018"/>
                  </a:lnTo>
                  <a:cubicBezTo>
                    <a:pt x="115274" y="46018"/>
                    <a:pt x="114088" y="47200"/>
                    <a:pt x="114088" y="49529"/>
                  </a:cubicBezTo>
                  <a:lnTo>
                    <a:pt x="114088" y="247017"/>
                  </a:lnTo>
                  <a:cubicBezTo>
                    <a:pt x="114088" y="249345"/>
                    <a:pt x="112903" y="250528"/>
                    <a:pt x="110569" y="250528"/>
                  </a:cubicBezTo>
                  <a:lnTo>
                    <a:pt x="65860" y="250528"/>
                  </a:lnTo>
                  <a:cubicBezTo>
                    <a:pt x="63526" y="250528"/>
                    <a:pt x="62341" y="249345"/>
                    <a:pt x="62341" y="247017"/>
                  </a:cubicBezTo>
                  <a:lnTo>
                    <a:pt x="62341" y="49529"/>
                  </a:lnTo>
                  <a:cubicBezTo>
                    <a:pt x="62341" y="47200"/>
                    <a:pt x="61156" y="46018"/>
                    <a:pt x="58822" y="46018"/>
                  </a:cubicBezTo>
                  <a:lnTo>
                    <a:pt x="3519" y="46018"/>
                  </a:lnTo>
                  <a:cubicBezTo>
                    <a:pt x="1185" y="46018"/>
                    <a:pt x="0" y="44835"/>
                    <a:pt x="0" y="42506"/>
                  </a:cubicBezTo>
                  <a:lnTo>
                    <a:pt x="0" y="3511"/>
                  </a:lnTo>
                  <a:cubicBezTo>
                    <a:pt x="0" y="1183"/>
                    <a:pt x="1185" y="0"/>
                    <a:pt x="3519" y="0"/>
                  </a:cubicBezTo>
                  <a:lnTo>
                    <a:pt x="172540" y="0"/>
                  </a:lnTo>
                  <a:close/>
                </a:path>
              </a:pathLst>
            </a:custGeom>
            <a:grpFill/>
            <a:ln w="3692"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49EB456A-1FD6-8969-9EE2-0C00E7E1EE6F}"/>
                </a:ext>
              </a:extLst>
            </p:cNvPr>
            <p:cNvSpPr/>
            <p:nvPr/>
          </p:nvSpPr>
          <p:spPr>
            <a:xfrm>
              <a:off x="4251012" y="5624255"/>
              <a:ext cx="156352" cy="250528"/>
            </a:xfrm>
            <a:custGeom>
              <a:avLst/>
              <a:gdLst>
                <a:gd name="connsiteX0" fmla="*/ 152834 w 156352"/>
                <a:gd name="connsiteY0" fmla="*/ 204511 h 250528"/>
                <a:gd name="connsiteX1" fmla="*/ 156353 w 156352"/>
                <a:gd name="connsiteY1" fmla="*/ 208022 h 250528"/>
                <a:gd name="connsiteX2" fmla="*/ 156353 w 156352"/>
                <a:gd name="connsiteY2" fmla="*/ 247017 h 250528"/>
                <a:gd name="connsiteX3" fmla="*/ 152834 w 156352"/>
                <a:gd name="connsiteY3" fmla="*/ 250528 h 250528"/>
                <a:gd name="connsiteX4" fmla="*/ 3519 w 156352"/>
                <a:gd name="connsiteY4" fmla="*/ 250528 h 250528"/>
                <a:gd name="connsiteX5" fmla="*/ 0 w 156352"/>
                <a:gd name="connsiteY5" fmla="*/ 247017 h 250528"/>
                <a:gd name="connsiteX6" fmla="*/ 0 w 156352"/>
                <a:gd name="connsiteY6" fmla="*/ 3511 h 250528"/>
                <a:gd name="connsiteX7" fmla="*/ 3519 w 156352"/>
                <a:gd name="connsiteY7" fmla="*/ 0 h 250528"/>
                <a:gd name="connsiteX8" fmla="*/ 149315 w 156352"/>
                <a:gd name="connsiteY8" fmla="*/ 0 h 250528"/>
                <a:gd name="connsiteX9" fmla="*/ 152834 w 156352"/>
                <a:gd name="connsiteY9" fmla="*/ 3511 h 250528"/>
                <a:gd name="connsiteX10" fmla="*/ 152834 w 156352"/>
                <a:gd name="connsiteY10" fmla="*/ 42506 h 250528"/>
                <a:gd name="connsiteX11" fmla="*/ 149315 w 156352"/>
                <a:gd name="connsiteY11" fmla="*/ 46018 h 250528"/>
                <a:gd name="connsiteX12" fmla="*/ 55636 w 156352"/>
                <a:gd name="connsiteY12" fmla="*/ 46018 h 250528"/>
                <a:gd name="connsiteX13" fmla="*/ 52118 w 156352"/>
                <a:gd name="connsiteY13" fmla="*/ 49529 h 250528"/>
                <a:gd name="connsiteX14" fmla="*/ 52118 w 156352"/>
                <a:gd name="connsiteY14" fmla="*/ 100832 h 250528"/>
                <a:gd name="connsiteX15" fmla="*/ 55636 w 156352"/>
                <a:gd name="connsiteY15" fmla="*/ 104344 h 250528"/>
                <a:gd name="connsiteX16" fmla="*/ 122904 w 156352"/>
                <a:gd name="connsiteY16" fmla="*/ 104344 h 250528"/>
                <a:gd name="connsiteX17" fmla="*/ 126423 w 156352"/>
                <a:gd name="connsiteY17" fmla="*/ 107855 h 250528"/>
                <a:gd name="connsiteX18" fmla="*/ 126423 w 156352"/>
                <a:gd name="connsiteY18" fmla="*/ 146850 h 250528"/>
                <a:gd name="connsiteX19" fmla="*/ 122904 w 156352"/>
                <a:gd name="connsiteY19" fmla="*/ 150361 h 250528"/>
                <a:gd name="connsiteX20" fmla="*/ 55636 w 156352"/>
                <a:gd name="connsiteY20" fmla="*/ 150361 h 250528"/>
                <a:gd name="connsiteX21" fmla="*/ 52118 w 156352"/>
                <a:gd name="connsiteY21" fmla="*/ 153873 h 250528"/>
                <a:gd name="connsiteX22" fmla="*/ 52118 w 156352"/>
                <a:gd name="connsiteY22" fmla="*/ 200962 h 250528"/>
                <a:gd name="connsiteX23" fmla="*/ 55636 w 156352"/>
                <a:gd name="connsiteY23" fmla="*/ 204474 h 250528"/>
                <a:gd name="connsiteX24" fmla="*/ 152834 w 156352"/>
                <a:gd name="connsiteY24" fmla="*/ 204474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52" h="250528">
                  <a:moveTo>
                    <a:pt x="152834" y="204511"/>
                  </a:moveTo>
                  <a:cubicBezTo>
                    <a:pt x="155167" y="204511"/>
                    <a:pt x="156353" y="205693"/>
                    <a:pt x="156353" y="208022"/>
                  </a:cubicBezTo>
                  <a:lnTo>
                    <a:pt x="156353" y="247017"/>
                  </a:lnTo>
                  <a:cubicBezTo>
                    <a:pt x="156353" y="249345"/>
                    <a:pt x="155167" y="250528"/>
                    <a:pt x="152834" y="250528"/>
                  </a:cubicBezTo>
                  <a:lnTo>
                    <a:pt x="3519" y="250528"/>
                  </a:lnTo>
                  <a:cubicBezTo>
                    <a:pt x="1185" y="250528"/>
                    <a:pt x="0" y="249345"/>
                    <a:pt x="0" y="247017"/>
                  </a:cubicBezTo>
                  <a:lnTo>
                    <a:pt x="0" y="3511"/>
                  </a:lnTo>
                  <a:cubicBezTo>
                    <a:pt x="0" y="1183"/>
                    <a:pt x="1185" y="0"/>
                    <a:pt x="3519" y="0"/>
                  </a:cubicBezTo>
                  <a:lnTo>
                    <a:pt x="149315" y="0"/>
                  </a:lnTo>
                  <a:cubicBezTo>
                    <a:pt x="151649" y="0"/>
                    <a:pt x="152834" y="1183"/>
                    <a:pt x="152834" y="3511"/>
                  </a:cubicBezTo>
                  <a:lnTo>
                    <a:pt x="152834" y="42506"/>
                  </a:lnTo>
                  <a:cubicBezTo>
                    <a:pt x="152834" y="44835"/>
                    <a:pt x="151649" y="46018"/>
                    <a:pt x="149315" y="46018"/>
                  </a:cubicBezTo>
                  <a:lnTo>
                    <a:pt x="55636" y="46018"/>
                  </a:lnTo>
                  <a:cubicBezTo>
                    <a:pt x="53303" y="46018"/>
                    <a:pt x="52118" y="47200"/>
                    <a:pt x="52118" y="49529"/>
                  </a:cubicBezTo>
                  <a:lnTo>
                    <a:pt x="52118" y="100832"/>
                  </a:lnTo>
                  <a:cubicBezTo>
                    <a:pt x="52118" y="103161"/>
                    <a:pt x="53303" y="104344"/>
                    <a:pt x="55636" y="104344"/>
                  </a:cubicBezTo>
                  <a:lnTo>
                    <a:pt x="122904" y="104344"/>
                  </a:lnTo>
                  <a:cubicBezTo>
                    <a:pt x="125238" y="104344"/>
                    <a:pt x="126423" y="105526"/>
                    <a:pt x="126423" y="107855"/>
                  </a:cubicBezTo>
                  <a:lnTo>
                    <a:pt x="126423" y="146850"/>
                  </a:lnTo>
                  <a:cubicBezTo>
                    <a:pt x="126423" y="149178"/>
                    <a:pt x="125238" y="150361"/>
                    <a:pt x="122904" y="150361"/>
                  </a:cubicBezTo>
                  <a:lnTo>
                    <a:pt x="55636" y="150361"/>
                  </a:lnTo>
                  <a:cubicBezTo>
                    <a:pt x="53303" y="150361"/>
                    <a:pt x="52118" y="151544"/>
                    <a:pt x="52118" y="153873"/>
                  </a:cubicBezTo>
                  <a:lnTo>
                    <a:pt x="52118" y="200962"/>
                  </a:lnTo>
                  <a:cubicBezTo>
                    <a:pt x="52118" y="203291"/>
                    <a:pt x="53303" y="204474"/>
                    <a:pt x="55636" y="204474"/>
                  </a:cubicBezTo>
                  <a:lnTo>
                    <a:pt x="152834" y="204474"/>
                  </a:lnTo>
                  <a:close/>
                </a:path>
              </a:pathLst>
            </a:custGeom>
            <a:grpFill/>
            <a:ln w="3692"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25CFB29E-DD0A-F6B3-F3F1-5733F3BE9051}"/>
                </a:ext>
              </a:extLst>
            </p:cNvPr>
            <p:cNvSpPr/>
            <p:nvPr/>
          </p:nvSpPr>
          <p:spPr>
            <a:xfrm>
              <a:off x="4479596" y="5624255"/>
              <a:ext cx="196839" cy="250565"/>
            </a:xfrm>
            <a:custGeom>
              <a:avLst/>
              <a:gdLst>
                <a:gd name="connsiteX0" fmla="*/ 3519 w 196839"/>
                <a:gd name="connsiteY0" fmla="*/ 250528 h 250565"/>
                <a:gd name="connsiteX1" fmla="*/ 0 w 196839"/>
                <a:gd name="connsiteY1" fmla="*/ 247017 h 250565"/>
                <a:gd name="connsiteX2" fmla="*/ 0 w 196839"/>
                <a:gd name="connsiteY2" fmla="*/ 3511 h 250565"/>
                <a:gd name="connsiteX3" fmla="*/ 3519 w 196839"/>
                <a:gd name="connsiteY3" fmla="*/ 0 h 250565"/>
                <a:gd name="connsiteX4" fmla="*/ 106717 w 196839"/>
                <a:gd name="connsiteY4" fmla="*/ 0 h 250565"/>
                <a:gd name="connsiteX5" fmla="*/ 152315 w 196839"/>
                <a:gd name="connsiteY5" fmla="*/ 11052 h 250565"/>
                <a:gd name="connsiteX6" fmla="*/ 184875 w 196839"/>
                <a:gd name="connsiteY6" fmla="*/ 41989 h 250565"/>
                <a:gd name="connsiteX7" fmla="*/ 196839 w 196839"/>
                <a:gd name="connsiteY7" fmla="*/ 86787 h 250565"/>
                <a:gd name="connsiteX8" fmla="*/ 185394 w 196839"/>
                <a:gd name="connsiteY8" fmla="*/ 130365 h 250565"/>
                <a:gd name="connsiteX9" fmla="*/ 153167 w 196839"/>
                <a:gd name="connsiteY9" fmla="*/ 161635 h 250565"/>
                <a:gd name="connsiteX10" fmla="*/ 151575 w 196839"/>
                <a:gd name="connsiteY10" fmla="*/ 163557 h 250565"/>
                <a:gd name="connsiteX11" fmla="*/ 152093 w 196839"/>
                <a:gd name="connsiteY11" fmla="*/ 166551 h 250565"/>
                <a:gd name="connsiteX12" fmla="*/ 194691 w 196839"/>
                <a:gd name="connsiteY12" fmla="*/ 246315 h 250565"/>
                <a:gd name="connsiteX13" fmla="*/ 195395 w 196839"/>
                <a:gd name="connsiteY13" fmla="*/ 248089 h 250565"/>
                <a:gd name="connsiteX14" fmla="*/ 194506 w 196839"/>
                <a:gd name="connsiteY14" fmla="*/ 249863 h 250565"/>
                <a:gd name="connsiteX15" fmla="*/ 192209 w 196839"/>
                <a:gd name="connsiteY15" fmla="*/ 250565 h 250565"/>
                <a:gd name="connsiteX16" fmla="*/ 143610 w 196839"/>
                <a:gd name="connsiteY16" fmla="*/ 250565 h 250565"/>
                <a:gd name="connsiteX17" fmla="*/ 139388 w 196839"/>
                <a:gd name="connsiteY17" fmla="*/ 248089 h 250565"/>
                <a:gd name="connsiteX18" fmla="*/ 102420 w 196839"/>
                <a:gd name="connsiteY18" fmla="*/ 176050 h 250565"/>
                <a:gd name="connsiteX19" fmla="*/ 98197 w 196839"/>
                <a:gd name="connsiteY19" fmla="*/ 173573 h 250565"/>
                <a:gd name="connsiteX20" fmla="*/ 55600 w 196839"/>
                <a:gd name="connsiteY20" fmla="*/ 173573 h 250565"/>
                <a:gd name="connsiteX21" fmla="*/ 52081 w 196839"/>
                <a:gd name="connsiteY21" fmla="*/ 177085 h 250565"/>
                <a:gd name="connsiteX22" fmla="*/ 52081 w 196839"/>
                <a:gd name="connsiteY22" fmla="*/ 247017 h 250565"/>
                <a:gd name="connsiteX23" fmla="*/ 48562 w 196839"/>
                <a:gd name="connsiteY23" fmla="*/ 250528 h 250565"/>
                <a:gd name="connsiteX24" fmla="*/ 3482 w 196839"/>
                <a:gd name="connsiteY24" fmla="*/ 250528 h 250565"/>
                <a:gd name="connsiteX25" fmla="*/ 102828 w 196839"/>
                <a:gd name="connsiteY25" fmla="*/ 127556 h 250565"/>
                <a:gd name="connsiteX26" fmla="*/ 123423 w 196839"/>
                <a:gd name="connsiteY26" fmla="*/ 122455 h 250565"/>
                <a:gd name="connsiteX27" fmla="*/ 139091 w 196839"/>
                <a:gd name="connsiteY27" fmla="*/ 108225 h 250565"/>
                <a:gd name="connsiteX28" fmla="*/ 145092 w 196839"/>
                <a:gd name="connsiteY28" fmla="*/ 86787 h 250565"/>
                <a:gd name="connsiteX29" fmla="*/ 132239 w 196839"/>
                <a:gd name="connsiteY29" fmla="*/ 56921 h 250565"/>
                <a:gd name="connsiteX30" fmla="*/ 101087 w 196839"/>
                <a:gd name="connsiteY30" fmla="*/ 46018 h 250565"/>
                <a:gd name="connsiteX31" fmla="*/ 55674 w 196839"/>
                <a:gd name="connsiteY31" fmla="*/ 46018 h 250565"/>
                <a:gd name="connsiteX32" fmla="*/ 52155 w 196839"/>
                <a:gd name="connsiteY32" fmla="*/ 49529 h 250565"/>
                <a:gd name="connsiteX33" fmla="*/ 52155 w 196839"/>
                <a:gd name="connsiteY33" fmla="*/ 124007 h 250565"/>
                <a:gd name="connsiteX34" fmla="*/ 55674 w 196839"/>
                <a:gd name="connsiteY34" fmla="*/ 127519 h 250565"/>
                <a:gd name="connsiteX35" fmla="*/ 102865 w 196839"/>
                <a:gd name="connsiteY35" fmla="*/ 127519 h 2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6839" h="250565">
                  <a:moveTo>
                    <a:pt x="3519" y="250528"/>
                  </a:moveTo>
                  <a:cubicBezTo>
                    <a:pt x="1185" y="250528"/>
                    <a:pt x="0" y="249345"/>
                    <a:pt x="0" y="247017"/>
                  </a:cubicBezTo>
                  <a:lnTo>
                    <a:pt x="0" y="3511"/>
                  </a:lnTo>
                  <a:cubicBezTo>
                    <a:pt x="0" y="1183"/>
                    <a:pt x="1185" y="0"/>
                    <a:pt x="3519" y="0"/>
                  </a:cubicBezTo>
                  <a:lnTo>
                    <a:pt x="106717" y="0"/>
                  </a:lnTo>
                  <a:cubicBezTo>
                    <a:pt x="123386" y="0"/>
                    <a:pt x="138573" y="3696"/>
                    <a:pt x="152315" y="11052"/>
                  </a:cubicBezTo>
                  <a:cubicBezTo>
                    <a:pt x="166058" y="18444"/>
                    <a:pt x="176911" y="28756"/>
                    <a:pt x="184875" y="41989"/>
                  </a:cubicBezTo>
                  <a:cubicBezTo>
                    <a:pt x="192839" y="55221"/>
                    <a:pt x="196839" y="70154"/>
                    <a:pt x="196839" y="86787"/>
                  </a:cubicBezTo>
                  <a:cubicBezTo>
                    <a:pt x="196839" y="103420"/>
                    <a:pt x="193024" y="117724"/>
                    <a:pt x="185394" y="130365"/>
                  </a:cubicBezTo>
                  <a:cubicBezTo>
                    <a:pt x="177763" y="143006"/>
                    <a:pt x="167021" y="153429"/>
                    <a:pt x="153167" y="161635"/>
                  </a:cubicBezTo>
                  <a:cubicBezTo>
                    <a:pt x="152241" y="161856"/>
                    <a:pt x="151686" y="162522"/>
                    <a:pt x="151575" y="163557"/>
                  </a:cubicBezTo>
                  <a:cubicBezTo>
                    <a:pt x="151463" y="164592"/>
                    <a:pt x="151648" y="165627"/>
                    <a:pt x="152093" y="166551"/>
                  </a:cubicBezTo>
                  <a:lnTo>
                    <a:pt x="194691" y="246315"/>
                  </a:lnTo>
                  <a:lnTo>
                    <a:pt x="195395" y="248089"/>
                  </a:lnTo>
                  <a:cubicBezTo>
                    <a:pt x="195395" y="248791"/>
                    <a:pt x="195098" y="249382"/>
                    <a:pt x="194506" y="249863"/>
                  </a:cubicBezTo>
                  <a:cubicBezTo>
                    <a:pt x="193913" y="250343"/>
                    <a:pt x="193172" y="250565"/>
                    <a:pt x="192209" y="250565"/>
                  </a:cubicBezTo>
                  <a:lnTo>
                    <a:pt x="143610" y="250565"/>
                  </a:lnTo>
                  <a:cubicBezTo>
                    <a:pt x="141499" y="250565"/>
                    <a:pt x="140091" y="249752"/>
                    <a:pt x="139388" y="248089"/>
                  </a:cubicBezTo>
                  <a:lnTo>
                    <a:pt x="102420" y="176050"/>
                  </a:lnTo>
                  <a:cubicBezTo>
                    <a:pt x="101716" y="174424"/>
                    <a:pt x="100309" y="173573"/>
                    <a:pt x="98197" y="173573"/>
                  </a:cubicBezTo>
                  <a:lnTo>
                    <a:pt x="55600" y="173573"/>
                  </a:lnTo>
                  <a:cubicBezTo>
                    <a:pt x="53266" y="173573"/>
                    <a:pt x="52081" y="174756"/>
                    <a:pt x="52081" y="177085"/>
                  </a:cubicBezTo>
                  <a:lnTo>
                    <a:pt x="52081" y="247017"/>
                  </a:lnTo>
                  <a:cubicBezTo>
                    <a:pt x="52081" y="249345"/>
                    <a:pt x="50895" y="250528"/>
                    <a:pt x="48562" y="250528"/>
                  </a:cubicBezTo>
                  <a:lnTo>
                    <a:pt x="3482" y="250528"/>
                  </a:lnTo>
                  <a:close/>
                  <a:moveTo>
                    <a:pt x="102828" y="127556"/>
                  </a:moveTo>
                  <a:cubicBezTo>
                    <a:pt x="110088" y="127556"/>
                    <a:pt x="116978" y="125855"/>
                    <a:pt x="123423" y="122455"/>
                  </a:cubicBezTo>
                  <a:cubicBezTo>
                    <a:pt x="129868" y="119054"/>
                    <a:pt x="135091" y="114323"/>
                    <a:pt x="139091" y="108225"/>
                  </a:cubicBezTo>
                  <a:cubicBezTo>
                    <a:pt x="143092" y="102126"/>
                    <a:pt x="145092" y="94992"/>
                    <a:pt x="145092" y="86787"/>
                  </a:cubicBezTo>
                  <a:cubicBezTo>
                    <a:pt x="145092" y="74146"/>
                    <a:pt x="140795" y="64166"/>
                    <a:pt x="132239" y="56921"/>
                  </a:cubicBezTo>
                  <a:cubicBezTo>
                    <a:pt x="123682" y="49677"/>
                    <a:pt x="113273" y="46018"/>
                    <a:pt x="101087" y="46018"/>
                  </a:cubicBezTo>
                  <a:lnTo>
                    <a:pt x="55674" y="46018"/>
                  </a:lnTo>
                  <a:cubicBezTo>
                    <a:pt x="53340" y="46018"/>
                    <a:pt x="52155" y="47200"/>
                    <a:pt x="52155" y="49529"/>
                  </a:cubicBezTo>
                  <a:lnTo>
                    <a:pt x="52155" y="124007"/>
                  </a:lnTo>
                  <a:cubicBezTo>
                    <a:pt x="52155" y="126336"/>
                    <a:pt x="53340" y="127519"/>
                    <a:pt x="55674" y="127519"/>
                  </a:cubicBezTo>
                  <a:lnTo>
                    <a:pt x="102865" y="127519"/>
                  </a:lnTo>
                  <a:close/>
                </a:path>
              </a:pathLst>
            </a:custGeom>
            <a:grpFill/>
            <a:ln w="3692"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8B912D34-FE74-E7E4-CBBC-D6AD7AF36AFE}"/>
                </a:ext>
              </a:extLst>
            </p:cNvPr>
            <p:cNvSpPr/>
            <p:nvPr/>
          </p:nvSpPr>
          <p:spPr>
            <a:xfrm>
              <a:off x="4744703"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3 w 202839"/>
                <a:gd name="connsiteY3" fmla="*/ 248421 h 250528"/>
                <a:gd name="connsiteX4" fmla="*/ 56377 w 202839"/>
                <a:gd name="connsiteY4" fmla="*/ 105748 h 250528"/>
                <a:gd name="connsiteX5" fmla="*/ 53896 w 202839"/>
                <a:gd name="connsiteY5" fmla="*/ 104344 h 250528"/>
                <a:gd name="connsiteX6" fmla="*/ 52118 w 202839"/>
                <a:gd name="connsiteY6" fmla="*/ 107522 h 250528"/>
                <a:gd name="connsiteX7" fmla="*/ 52118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8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3" y="248421"/>
                  </a:cubicBezTo>
                  <a:lnTo>
                    <a:pt x="56377" y="105748"/>
                  </a:lnTo>
                  <a:cubicBezTo>
                    <a:pt x="55451" y="104824"/>
                    <a:pt x="54599" y="104344"/>
                    <a:pt x="53896" y="104344"/>
                  </a:cubicBezTo>
                  <a:cubicBezTo>
                    <a:pt x="52710" y="104344"/>
                    <a:pt x="52118" y="105416"/>
                    <a:pt x="52118" y="107522"/>
                  </a:cubicBezTo>
                  <a:lnTo>
                    <a:pt x="52118" y="247017"/>
                  </a:lnTo>
                  <a:cubicBezTo>
                    <a:pt x="52118"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8" y="2107"/>
                  </a:cubicBezTo>
                  <a:lnTo>
                    <a:pt x="146463" y="144410"/>
                  </a:lnTo>
                  <a:cubicBezTo>
                    <a:pt x="147167"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4D6DB0D5-8848-32C4-F8AF-A4AE132FFBBE}"/>
                </a:ext>
              </a:extLst>
            </p:cNvPr>
            <p:cNvSpPr/>
            <p:nvPr/>
          </p:nvSpPr>
          <p:spPr>
            <a:xfrm>
              <a:off x="2649665" y="5714387"/>
              <a:ext cx="129608" cy="253611"/>
            </a:xfrm>
            <a:custGeom>
              <a:avLst/>
              <a:gdLst>
                <a:gd name="connsiteX0" fmla="*/ 51488 w 129608"/>
                <a:gd name="connsiteY0" fmla="*/ 172003 h 253611"/>
                <a:gd name="connsiteX1" fmla="*/ 114866 w 129608"/>
                <a:gd name="connsiteY1" fmla="*/ 95454 h 253611"/>
                <a:gd name="connsiteX2" fmla="*/ 129609 w 129608"/>
                <a:gd name="connsiteY2" fmla="*/ 77491 h 253611"/>
                <a:gd name="connsiteX3" fmla="*/ 129609 w 129608"/>
                <a:gd name="connsiteY3" fmla="*/ 18463 h 253611"/>
                <a:gd name="connsiteX4" fmla="*/ 108310 w 129608"/>
                <a:gd name="connsiteY4" fmla="*/ 277 h 253611"/>
                <a:gd name="connsiteX5" fmla="*/ 0 w 129608"/>
                <a:gd name="connsiteY5" fmla="*/ 127870 h 253611"/>
                <a:gd name="connsiteX6" fmla="*/ 98716 w 129608"/>
                <a:gd name="connsiteY6" fmla="*/ 253467 h 253611"/>
                <a:gd name="connsiteX7" fmla="*/ 104531 w 129608"/>
                <a:gd name="connsiteY7" fmla="*/ 248994 h 253611"/>
                <a:gd name="connsiteX8" fmla="*/ 104531 w 129608"/>
                <a:gd name="connsiteY8" fmla="*/ 248994 h 253611"/>
                <a:gd name="connsiteX9" fmla="*/ 101494 w 129608"/>
                <a:gd name="connsiteY9" fmla="*/ 244670 h 253611"/>
                <a:gd name="connsiteX10" fmla="*/ 51525 w 129608"/>
                <a:gd name="connsiteY10" fmla="*/ 172040 h 25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08" h="253611">
                  <a:moveTo>
                    <a:pt x="51488" y="172003"/>
                  </a:moveTo>
                  <a:cubicBezTo>
                    <a:pt x="51488" y="133969"/>
                    <a:pt x="78751" y="102329"/>
                    <a:pt x="114866" y="95454"/>
                  </a:cubicBezTo>
                  <a:cubicBezTo>
                    <a:pt x="122978" y="93902"/>
                    <a:pt x="129609" y="85733"/>
                    <a:pt x="129609" y="77491"/>
                  </a:cubicBezTo>
                  <a:lnTo>
                    <a:pt x="129609" y="18463"/>
                  </a:lnTo>
                  <a:cubicBezTo>
                    <a:pt x="129609" y="6635"/>
                    <a:pt x="120015" y="-1645"/>
                    <a:pt x="108310" y="277"/>
                  </a:cubicBezTo>
                  <a:cubicBezTo>
                    <a:pt x="46858" y="10405"/>
                    <a:pt x="0" y="63704"/>
                    <a:pt x="0" y="127870"/>
                  </a:cubicBezTo>
                  <a:cubicBezTo>
                    <a:pt x="0" y="188673"/>
                    <a:pt x="42042" y="239643"/>
                    <a:pt x="98716" y="253467"/>
                  </a:cubicBezTo>
                  <a:cubicBezTo>
                    <a:pt x="101679" y="254206"/>
                    <a:pt x="104531" y="252025"/>
                    <a:pt x="104531" y="248994"/>
                  </a:cubicBezTo>
                  <a:lnTo>
                    <a:pt x="104531" y="248994"/>
                  </a:lnTo>
                  <a:cubicBezTo>
                    <a:pt x="104531" y="247073"/>
                    <a:pt x="103309" y="245372"/>
                    <a:pt x="101494" y="244670"/>
                  </a:cubicBezTo>
                  <a:cubicBezTo>
                    <a:pt x="72268" y="233397"/>
                    <a:pt x="51525" y="205158"/>
                    <a:pt x="51525" y="172040"/>
                  </a:cubicBezTo>
                  <a:close/>
                </a:path>
              </a:pathLst>
            </a:custGeom>
            <a:grpFill/>
            <a:ln w="3692"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B98DA85C-99EC-2067-7D55-B44C1C4D4B5A}"/>
                </a:ext>
              </a:extLst>
            </p:cNvPr>
            <p:cNvSpPr/>
            <p:nvPr/>
          </p:nvSpPr>
          <p:spPr>
            <a:xfrm>
              <a:off x="2779274" y="5459914"/>
              <a:ext cx="234362" cy="508006"/>
            </a:xfrm>
            <a:custGeom>
              <a:avLst/>
              <a:gdLst>
                <a:gd name="connsiteX0" fmla="*/ 234362 w 234362"/>
                <a:gd name="connsiteY0" fmla="*/ 255009 h 508006"/>
                <a:gd name="connsiteX1" fmla="*/ 21632 w 234362"/>
                <a:gd name="connsiteY1" fmla="*/ 341 h 508006"/>
                <a:gd name="connsiteX2" fmla="*/ 0 w 234362"/>
                <a:gd name="connsiteY2" fmla="*/ 18452 h 508006"/>
                <a:gd name="connsiteX3" fmla="*/ 0 w 234362"/>
                <a:gd name="connsiteY3" fmla="*/ 163047 h 508006"/>
                <a:gd name="connsiteX4" fmla="*/ 14076 w 234362"/>
                <a:gd name="connsiteY4" fmla="*/ 180863 h 508006"/>
                <a:gd name="connsiteX5" fmla="*/ 144055 w 234362"/>
                <a:gd name="connsiteY5" fmla="*/ 345085 h 508006"/>
                <a:gd name="connsiteX6" fmla="*/ 123830 w 234362"/>
                <a:gd name="connsiteY6" fmla="*/ 425108 h 508006"/>
                <a:gd name="connsiteX7" fmla="*/ 50599 w 234362"/>
                <a:gd name="connsiteY7" fmla="*/ 491528 h 508006"/>
                <a:gd name="connsiteX8" fmla="*/ 27966 w 234362"/>
                <a:gd name="connsiteY8" fmla="*/ 498625 h 508006"/>
                <a:gd name="connsiteX9" fmla="*/ 24262 w 234362"/>
                <a:gd name="connsiteY9" fmla="*/ 503245 h 508006"/>
                <a:gd name="connsiteX10" fmla="*/ 24262 w 234362"/>
                <a:gd name="connsiteY10" fmla="*/ 503245 h 508006"/>
                <a:gd name="connsiteX11" fmla="*/ 30004 w 234362"/>
                <a:gd name="connsiteY11" fmla="*/ 507902 h 508006"/>
                <a:gd name="connsiteX12" fmla="*/ 234362 w 234362"/>
                <a:gd name="connsiteY12" fmla="*/ 254972 h 50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362" h="508006">
                  <a:moveTo>
                    <a:pt x="234362" y="255009"/>
                  </a:moveTo>
                  <a:cubicBezTo>
                    <a:pt x="234362" y="127970"/>
                    <a:pt x="142610" y="22296"/>
                    <a:pt x="21632" y="341"/>
                  </a:cubicBezTo>
                  <a:cubicBezTo>
                    <a:pt x="9742" y="-1803"/>
                    <a:pt x="0" y="6402"/>
                    <a:pt x="0" y="18452"/>
                  </a:cubicBezTo>
                  <a:lnTo>
                    <a:pt x="0" y="163047"/>
                  </a:lnTo>
                  <a:cubicBezTo>
                    <a:pt x="0" y="170994"/>
                    <a:pt x="6334" y="179052"/>
                    <a:pt x="14076" y="180863"/>
                  </a:cubicBezTo>
                  <a:cubicBezTo>
                    <a:pt x="88604" y="198494"/>
                    <a:pt x="144055" y="265321"/>
                    <a:pt x="144055" y="345085"/>
                  </a:cubicBezTo>
                  <a:cubicBezTo>
                    <a:pt x="144055" y="374063"/>
                    <a:pt x="136721" y="401304"/>
                    <a:pt x="123830" y="425108"/>
                  </a:cubicBezTo>
                  <a:cubicBezTo>
                    <a:pt x="102679" y="461441"/>
                    <a:pt x="74157" y="480994"/>
                    <a:pt x="50599" y="491528"/>
                  </a:cubicBezTo>
                  <a:cubicBezTo>
                    <a:pt x="43302" y="494411"/>
                    <a:pt x="35745" y="496777"/>
                    <a:pt x="27966" y="498625"/>
                  </a:cubicBezTo>
                  <a:cubicBezTo>
                    <a:pt x="25818" y="499142"/>
                    <a:pt x="24262" y="501028"/>
                    <a:pt x="24262" y="503245"/>
                  </a:cubicBezTo>
                  <a:lnTo>
                    <a:pt x="24262" y="503245"/>
                  </a:lnTo>
                  <a:cubicBezTo>
                    <a:pt x="24262" y="506239"/>
                    <a:pt x="27040" y="508531"/>
                    <a:pt x="30004" y="507902"/>
                  </a:cubicBezTo>
                  <a:cubicBezTo>
                    <a:pt x="146833" y="482694"/>
                    <a:pt x="234362" y="379090"/>
                    <a:pt x="234362" y="254972"/>
                  </a:cubicBezTo>
                  <a:close/>
                </a:path>
              </a:pathLst>
            </a:custGeom>
            <a:grpFill/>
            <a:ln w="3692"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A5F2BED1-D9D7-89B2-80D5-0579BC77D2DD}"/>
                </a:ext>
              </a:extLst>
            </p:cNvPr>
            <p:cNvSpPr/>
            <p:nvPr/>
          </p:nvSpPr>
          <p:spPr>
            <a:xfrm>
              <a:off x="3210809" y="6013428"/>
              <a:ext cx="61822" cy="88376"/>
            </a:xfrm>
            <a:custGeom>
              <a:avLst/>
              <a:gdLst>
                <a:gd name="connsiteX0" fmla="*/ 0 w 61822"/>
                <a:gd name="connsiteY0" fmla="*/ 0 h 88376"/>
                <a:gd name="connsiteX1" fmla="*/ 61822 w 61822"/>
                <a:gd name="connsiteY1" fmla="*/ 0 h 88376"/>
                <a:gd name="connsiteX2" fmla="*/ 61822 w 61822"/>
                <a:gd name="connsiteY2" fmla="*/ 11828 h 88376"/>
                <a:gd name="connsiteX3" fmla="*/ 38227 w 61822"/>
                <a:gd name="connsiteY3" fmla="*/ 11828 h 88376"/>
                <a:gd name="connsiteX4" fmla="*/ 38227 w 61822"/>
                <a:gd name="connsiteY4" fmla="*/ 88376 h 88376"/>
                <a:gd name="connsiteX5" fmla="*/ 23707 w 61822"/>
                <a:gd name="connsiteY5" fmla="*/ 88376 h 88376"/>
                <a:gd name="connsiteX6" fmla="*/ 23707 w 61822"/>
                <a:gd name="connsiteY6" fmla="*/ 11828 h 88376"/>
                <a:gd name="connsiteX7" fmla="*/ 0 w 61822"/>
                <a:gd name="connsiteY7" fmla="*/ 11828 h 88376"/>
                <a:gd name="connsiteX8" fmla="*/ 0 w 61822"/>
                <a:gd name="connsiteY8" fmla="*/ 0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22" h="88376">
                  <a:moveTo>
                    <a:pt x="0" y="0"/>
                  </a:moveTo>
                  <a:lnTo>
                    <a:pt x="61822" y="0"/>
                  </a:lnTo>
                  <a:lnTo>
                    <a:pt x="61822" y="11828"/>
                  </a:lnTo>
                  <a:lnTo>
                    <a:pt x="38227" y="11828"/>
                  </a:lnTo>
                  <a:lnTo>
                    <a:pt x="38227" y="88376"/>
                  </a:lnTo>
                  <a:lnTo>
                    <a:pt x="23707" y="88376"/>
                  </a:lnTo>
                  <a:lnTo>
                    <a:pt x="23707" y="11828"/>
                  </a:lnTo>
                  <a:lnTo>
                    <a:pt x="0" y="11828"/>
                  </a:lnTo>
                  <a:lnTo>
                    <a:pt x="0" y="0"/>
                  </a:lnTo>
                  <a:close/>
                </a:path>
              </a:pathLst>
            </a:custGeom>
            <a:grpFill/>
            <a:ln w="3692"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115D7C4E-13B8-8723-EBAA-3A8D03868A5A}"/>
                </a:ext>
              </a:extLst>
            </p:cNvPr>
            <p:cNvSpPr/>
            <p:nvPr/>
          </p:nvSpPr>
          <p:spPr>
            <a:xfrm>
              <a:off x="3283707" y="6007735"/>
              <a:ext cx="64230" cy="94142"/>
            </a:xfrm>
            <a:custGeom>
              <a:avLst/>
              <a:gdLst>
                <a:gd name="connsiteX0" fmla="*/ 0 w 64230"/>
                <a:gd name="connsiteY0" fmla="*/ 0 h 94142"/>
                <a:gd name="connsiteX1" fmla="*/ 14520 w 64230"/>
                <a:gd name="connsiteY1" fmla="*/ 0 h 94142"/>
                <a:gd name="connsiteX2" fmla="*/ 14520 w 64230"/>
                <a:gd name="connsiteY2" fmla="*/ 32194 h 94142"/>
                <a:gd name="connsiteX3" fmla="*/ 36301 w 64230"/>
                <a:gd name="connsiteY3" fmla="*/ 22916 h 94142"/>
                <a:gd name="connsiteX4" fmla="*/ 64230 w 64230"/>
                <a:gd name="connsiteY4" fmla="*/ 52819 h 94142"/>
                <a:gd name="connsiteX5" fmla="*/ 64230 w 64230"/>
                <a:gd name="connsiteY5" fmla="*/ 94142 h 94142"/>
                <a:gd name="connsiteX6" fmla="*/ 49821 w 64230"/>
                <a:gd name="connsiteY6" fmla="*/ 94142 h 94142"/>
                <a:gd name="connsiteX7" fmla="*/ 49821 w 64230"/>
                <a:gd name="connsiteY7" fmla="*/ 54962 h 94142"/>
                <a:gd name="connsiteX8" fmla="*/ 32226 w 64230"/>
                <a:gd name="connsiteY8" fmla="*/ 35520 h 94142"/>
                <a:gd name="connsiteX9" fmla="*/ 14520 w 64230"/>
                <a:gd name="connsiteY9" fmla="*/ 54962 h 94142"/>
                <a:gd name="connsiteX10" fmla="*/ 14520 w 64230"/>
                <a:gd name="connsiteY10" fmla="*/ 94142 h 94142"/>
                <a:gd name="connsiteX11" fmla="*/ 0 w 64230"/>
                <a:gd name="connsiteY11" fmla="*/ 94142 h 94142"/>
                <a:gd name="connsiteX12" fmla="*/ 0 w 64230"/>
                <a:gd name="connsiteY12" fmla="*/ 37 h 9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0" h="94142">
                  <a:moveTo>
                    <a:pt x="0" y="0"/>
                  </a:moveTo>
                  <a:lnTo>
                    <a:pt x="14520" y="0"/>
                  </a:lnTo>
                  <a:lnTo>
                    <a:pt x="14520" y="32194"/>
                  </a:lnTo>
                  <a:cubicBezTo>
                    <a:pt x="19373" y="26354"/>
                    <a:pt x="27263" y="22916"/>
                    <a:pt x="36301" y="22916"/>
                  </a:cubicBezTo>
                  <a:cubicBezTo>
                    <a:pt x="51969" y="22916"/>
                    <a:pt x="64230" y="33229"/>
                    <a:pt x="64230" y="52819"/>
                  </a:cubicBezTo>
                  <a:lnTo>
                    <a:pt x="64230" y="94142"/>
                  </a:lnTo>
                  <a:lnTo>
                    <a:pt x="49821" y="94142"/>
                  </a:lnTo>
                  <a:lnTo>
                    <a:pt x="49821" y="54962"/>
                  </a:lnTo>
                  <a:cubicBezTo>
                    <a:pt x="49821" y="42100"/>
                    <a:pt x="42820" y="35520"/>
                    <a:pt x="32226" y="35520"/>
                  </a:cubicBezTo>
                  <a:cubicBezTo>
                    <a:pt x="21632" y="35520"/>
                    <a:pt x="14520" y="42137"/>
                    <a:pt x="14520" y="54962"/>
                  </a:cubicBezTo>
                  <a:lnTo>
                    <a:pt x="14520" y="94142"/>
                  </a:lnTo>
                  <a:lnTo>
                    <a:pt x="0" y="94142"/>
                  </a:lnTo>
                  <a:lnTo>
                    <a:pt x="0" y="37"/>
                  </a:lnTo>
                  <a:close/>
                </a:path>
              </a:pathLst>
            </a:custGeom>
            <a:grpFill/>
            <a:ln w="3692"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453D1684-04F6-72AA-FEC6-5F986324A47A}"/>
                </a:ext>
              </a:extLst>
            </p:cNvPr>
            <p:cNvSpPr/>
            <p:nvPr/>
          </p:nvSpPr>
          <p:spPr>
            <a:xfrm>
              <a:off x="3360420"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D0C6EE6D-0ACD-64BD-3B20-1CE207355CF8}"/>
                </a:ext>
              </a:extLst>
            </p:cNvPr>
            <p:cNvSpPr/>
            <p:nvPr/>
          </p:nvSpPr>
          <p:spPr>
            <a:xfrm>
              <a:off x="3474916" y="6012282"/>
              <a:ext cx="61896" cy="90445"/>
            </a:xfrm>
            <a:custGeom>
              <a:avLst/>
              <a:gdLst>
                <a:gd name="connsiteX0" fmla="*/ 31337 w 61896"/>
                <a:gd name="connsiteY0" fmla="*/ 90446 h 90445"/>
                <a:gd name="connsiteX1" fmla="*/ 0 w 61896"/>
                <a:gd name="connsiteY1" fmla="*/ 65127 h 90445"/>
                <a:gd name="connsiteX2" fmla="*/ 15558 w 61896"/>
                <a:gd name="connsiteY2" fmla="*/ 65127 h 90445"/>
                <a:gd name="connsiteX3" fmla="*/ 31374 w 61896"/>
                <a:gd name="connsiteY3" fmla="*/ 78211 h 90445"/>
                <a:gd name="connsiteX4" fmla="*/ 47302 w 61896"/>
                <a:gd name="connsiteY4" fmla="*/ 65238 h 90445"/>
                <a:gd name="connsiteX5" fmla="*/ 259 w 61896"/>
                <a:gd name="connsiteY5" fmla="*/ 25171 h 90445"/>
                <a:gd name="connsiteX6" fmla="*/ 30708 w 61896"/>
                <a:gd name="connsiteY6" fmla="*/ 0 h 90445"/>
                <a:gd name="connsiteX7" fmla="*/ 60934 w 61896"/>
                <a:gd name="connsiteY7" fmla="*/ 24025 h 90445"/>
                <a:gd name="connsiteX8" fmla="*/ 44857 w 61896"/>
                <a:gd name="connsiteY8" fmla="*/ 24025 h 90445"/>
                <a:gd name="connsiteX9" fmla="*/ 29930 w 61896"/>
                <a:gd name="connsiteY9" fmla="*/ 12308 h 90445"/>
                <a:gd name="connsiteX10" fmla="*/ 15002 w 61896"/>
                <a:gd name="connsiteY10" fmla="*/ 24654 h 90445"/>
                <a:gd name="connsiteX11" fmla="*/ 61897 w 61896"/>
                <a:gd name="connsiteY11" fmla="*/ 64462 h 90445"/>
                <a:gd name="connsiteX12" fmla="*/ 31300 w 61896"/>
                <a:gd name="connsiteY12" fmla="*/ 90409 h 9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896" h="90445">
                  <a:moveTo>
                    <a:pt x="31337" y="90446"/>
                  </a:moveTo>
                  <a:cubicBezTo>
                    <a:pt x="13631" y="90446"/>
                    <a:pt x="0" y="80762"/>
                    <a:pt x="0" y="65127"/>
                  </a:cubicBezTo>
                  <a:lnTo>
                    <a:pt x="15558" y="65127"/>
                  </a:lnTo>
                  <a:cubicBezTo>
                    <a:pt x="16187" y="72372"/>
                    <a:pt x="21299" y="78211"/>
                    <a:pt x="31374" y="78211"/>
                  </a:cubicBezTo>
                  <a:cubicBezTo>
                    <a:pt x="41450" y="78211"/>
                    <a:pt x="47302" y="72741"/>
                    <a:pt x="47302" y="65238"/>
                  </a:cubicBezTo>
                  <a:cubicBezTo>
                    <a:pt x="47302" y="43874"/>
                    <a:pt x="259" y="57735"/>
                    <a:pt x="259" y="25171"/>
                  </a:cubicBezTo>
                  <a:cubicBezTo>
                    <a:pt x="259" y="9647"/>
                    <a:pt x="12631" y="0"/>
                    <a:pt x="30708" y="0"/>
                  </a:cubicBezTo>
                  <a:cubicBezTo>
                    <a:pt x="47673" y="0"/>
                    <a:pt x="59637" y="8908"/>
                    <a:pt x="60934" y="24025"/>
                  </a:cubicBezTo>
                  <a:lnTo>
                    <a:pt x="44857" y="24025"/>
                  </a:lnTo>
                  <a:cubicBezTo>
                    <a:pt x="44339" y="18037"/>
                    <a:pt x="39116" y="12567"/>
                    <a:pt x="29930" y="12308"/>
                  </a:cubicBezTo>
                  <a:cubicBezTo>
                    <a:pt x="21521" y="12050"/>
                    <a:pt x="15002" y="16115"/>
                    <a:pt x="15002" y="24654"/>
                  </a:cubicBezTo>
                  <a:cubicBezTo>
                    <a:pt x="15002" y="44613"/>
                    <a:pt x="61897" y="32157"/>
                    <a:pt x="61897" y="64462"/>
                  </a:cubicBezTo>
                  <a:cubicBezTo>
                    <a:pt x="61897" y="77694"/>
                    <a:pt x="51080" y="90409"/>
                    <a:pt x="31300" y="90409"/>
                  </a:cubicBezTo>
                  <a:close/>
                </a:path>
              </a:pathLst>
            </a:custGeom>
            <a:grpFill/>
            <a:ln w="3692"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6F42E420-2B62-569A-6BA3-C5FE2BE80723}"/>
                </a:ext>
              </a:extLst>
            </p:cNvPr>
            <p:cNvSpPr/>
            <p:nvPr/>
          </p:nvSpPr>
          <p:spPr>
            <a:xfrm>
              <a:off x="3552073" y="6030615"/>
              <a:ext cx="72008" cy="104565"/>
            </a:xfrm>
            <a:custGeom>
              <a:avLst/>
              <a:gdLst>
                <a:gd name="connsiteX0" fmla="*/ 39005 w 72008"/>
                <a:gd name="connsiteY0" fmla="*/ 0 h 104565"/>
                <a:gd name="connsiteX1" fmla="*/ 72009 w 72008"/>
                <a:gd name="connsiteY1" fmla="*/ 35853 h 104565"/>
                <a:gd name="connsiteX2" fmla="*/ 39005 w 72008"/>
                <a:gd name="connsiteY2" fmla="*/ 72372 h 104565"/>
                <a:gd name="connsiteX3" fmla="*/ 14520 w 72008"/>
                <a:gd name="connsiteY3" fmla="*/ 61061 h 104565"/>
                <a:gd name="connsiteX4" fmla="*/ 14520 w 72008"/>
                <a:gd name="connsiteY4" fmla="*/ 104565 h 104565"/>
                <a:gd name="connsiteX5" fmla="*/ 0 w 72008"/>
                <a:gd name="connsiteY5" fmla="*/ 104565 h 104565"/>
                <a:gd name="connsiteX6" fmla="*/ 0 w 72008"/>
                <a:gd name="connsiteY6" fmla="*/ 1183 h 104565"/>
                <a:gd name="connsiteX7" fmla="*/ 14520 w 72008"/>
                <a:gd name="connsiteY7" fmla="*/ 1183 h 104565"/>
                <a:gd name="connsiteX8" fmla="*/ 14520 w 72008"/>
                <a:gd name="connsiteY8" fmla="*/ 11495 h 104565"/>
                <a:gd name="connsiteX9" fmla="*/ 39005 w 72008"/>
                <a:gd name="connsiteY9" fmla="*/ 37 h 104565"/>
                <a:gd name="connsiteX10" fmla="*/ 35819 w 72008"/>
                <a:gd name="connsiteY10" fmla="*/ 12604 h 104565"/>
                <a:gd name="connsiteX11" fmla="*/ 14520 w 72008"/>
                <a:gd name="connsiteY11" fmla="*/ 36149 h 104565"/>
                <a:gd name="connsiteX12" fmla="*/ 35819 w 72008"/>
                <a:gd name="connsiteY12" fmla="*/ 59804 h 104565"/>
                <a:gd name="connsiteX13" fmla="*/ 57229 w 72008"/>
                <a:gd name="connsiteY13" fmla="*/ 35890 h 104565"/>
                <a:gd name="connsiteX14" fmla="*/ 35819 w 72008"/>
                <a:gd name="connsiteY14" fmla="*/ 12604 h 10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008" h="104565">
                  <a:moveTo>
                    <a:pt x="39005" y="0"/>
                  </a:moveTo>
                  <a:cubicBezTo>
                    <a:pt x="57489" y="0"/>
                    <a:pt x="72009" y="14230"/>
                    <a:pt x="72009" y="35853"/>
                  </a:cubicBezTo>
                  <a:cubicBezTo>
                    <a:pt x="72009" y="57476"/>
                    <a:pt x="57489" y="72372"/>
                    <a:pt x="39005" y="72372"/>
                  </a:cubicBezTo>
                  <a:cubicBezTo>
                    <a:pt x="27411" y="72372"/>
                    <a:pt x="19113" y="66532"/>
                    <a:pt x="14520" y="61061"/>
                  </a:cubicBezTo>
                  <a:lnTo>
                    <a:pt x="14520" y="104565"/>
                  </a:lnTo>
                  <a:lnTo>
                    <a:pt x="0" y="104565"/>
                  </a:lnTo>
                  <a:lnTo>
                    <a:pt x="0" y="1183"/>
                  </a:lnTo>
                  <a:lnTo>
                    <a:pt x="14520" y="1183"/>
                  </a:lnTo>
                  <a:lnTo>
                    <a:pt x="14520" y="11495"/>
                  </a:lnTo>
                  <a:cubicBezTo>
                    <a:pt x="18965" y="5655"/>
                    <a:pt x="27522" y="37"/>
                    <a:pt x="39005" y="37"/>
                  </a:cubicBezTo>
                  <a:close/>
                  <a:moveTo>
                    <a:pt x="35819" y="12604"/>
                  </a:moveTo>
                  <a:cubicBezTo>
                    <a:pt x="25003" y="12604"/>
                    <a:pt x="14520" y="21142"/>
                    <a:pt x="14520" y="36149"/>
                  </a:cubicBezTo>
                  <a:cubicBezTo>
                    <a:pt x="14520" y="51155"/>
                    <a:pt x="24966" y="59804"/>
                    <a:pt x="35819" y="59804"/>
                  </a:cubicBezTo>
                  <a:cubicBezTo>
                    <a:pt x="46672" y="59804"/>
                    <a:pt x="57229" y="51044"/>
                    <a:pt x="57229" y="35890"/>
                  </a:cubicBezTo>
                  <a:cubicBezTo>
                    <a:pt x="57229" y="20736"/>
                    <a:pt x="46784" y="12604"/>
                    <a:pt x="35819" y="12604"/>
                  </a:cubicBezTo>
                  <a:close/>
                </a:path>
              </a:pathLst>
            </a:custGeom>
            <a:grpFill/>
            <a:ln w="3692"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529C9E47-4B19-461E-78B5-528BE4648503}"/>
                </a:ext>
              </a:extLst>
            </p:cNvPr>
            <p:cNvSpPr/>
            <p:nvPr/>
          </p:nvSpPr>
          <p:spPr>
            <a:xfrm>
              <a:off x="363319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2C0E50E7-F709-225C-A8B9-7A3ED5CFF457}"/>
                </a:ext>
              </a:extLst>
            </p:cNvPr>
            <p:cNvSpPr/>
            <p:nvPr/>
          </p:nvSpPr>
          <p:spPr>
            <a:xfrm>
              <a:off x="3711463" y="6030615"/>
              <a:ext cx="66786" cy="72408"/>
            </a:xfrm>
            <a:custGeom>
              <a:avLst/>
              <a:gdLst>
                <a:gd name="connsiteX0" fmla="*/ 34412 w 66786"/>
                <a:gd name="connsiteY0" fmla="*/ 0 h 72408"/>
                <a:gd name="connsiteX1" fmla="*/ 66786 w 66786"/>
                <a:gd name="connsiteY1" fmla="*/ 23286 h 72408"/>
                <a:gd name="connsiteX2" fmla="*/ 51118 w 66786"/>
                <a:gd name="connsiteY2" fmla="*/ 23286 h 72408"/>
                <a:gd name="connsiteX3" fmla="*/ 34412 w 66786"/>
                <a:gd name="connsiteY3" fmla="*/ 12234 h 72408"/>
                <a:gd name="connsiteX4" fmla="*/ 14928 w 66786"/>
                <a:gd name="connsiteY4" fmla="*/ 36149 h 72408"/>
                <a:gd name="connsiteX5" fmla="*/ 34412 w 66786"/>
                <a:gd name="connsiteY5" fmla="*/ 60174 h 72408"/>
                <a:gd name="connsiteX6" fmla="*/ 51118 w 66786"/>
                <a:gd name="connsiteY6" fmla="*/ 49122 h 72408"/>
                <a:gd name="connsiteX7" fmla="*/ 66786 w 66786"/>
                <a:gd name="connsiteY7" fmla="*/ 49122 h 72408"/>
                <a:gd name="connsiteX8" fmla="*/ 34412 w 66786"/>
                <a:gd name="connsiteY8" fmla="*/ 72408 h 72408"/>
                <a:gd name="connsiteX9" fmla="*/ 0 w 66786"/>
                <a:gd name="connsiteY9" fmla="*/ 36149 h 72408"/>
                <a:gd name="connsiteX10" fmla="*/ 34412 w 66786"/>
                <a:gd name="connsiteY10" fmla="*/ 37 h 7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86" h="72408">
                  <a:moveTo>
                    <a:pt x="34412" y="0"/>
                  </a:moveTo>
                  <a:cubicBezTo>
                    <a:pt x="51599" y="0"/>
                    <a:pt x="62823" y="8501"/>
                    <a:pt x="66786" y="23286"/>
                  </a:cubicBezTo>
                  <a:lnTo>
                    <a:pt x="51118" y="23286"/>
                  </a:lnTo>
                  <a:cubicBezTo>
                    <a:pt x="48710" y="16559"/>
                    <a:pt x="43079" y="12234"/>
                    <a:pt x="34412" y="12234"/>
                  </a:cubicBezTo>
                  <a:cubicBezTo>
                    <a:pt x="22670" y="12234"/>
                    <a:pt x="14928" y="20884"/>
                    <a:pt x="14928" y="36149"/>
                  </a:cubicBezTo>
                  <a:cubicBezTo>
                    <a:pt x="14928" y="51414"/>
                    <a:pt x="22707" y="60174"/>
                    <a:pt x="34412" y="60174"/>
                  </a:cubicBezTo>
                  <a:cubicBezTo>
                    <a:pt x="43079" y="60174"/>
                    <a:pt x="48413" y="56367"/>
                    <a:pt x="51118" y="49122"/>
                  </a:cubicBezTo>
                  <a:lnTo>
                    <a:pt x="66786" y="49122"/>
                  </a:lnTo>
                  <a:cubicBezTo>
                    <a:pt x="62823" y="62872"/>
                    <a:pt x="51636" y="72408"/>
                    <a:pt x="34412" y="72408"/>
                  </a:cubicBezTo>
                  <a:cubicBezTo>
                    <a:pt x="14261" y="72408"/>
                    <a:pt x="0" y="58178"/>
                    <a:pt x="0" y="36149"/>
                  </a:cubicBezTo>
                  <a:cubicBezTo>
                    <a:pt x="0" y="14119"/>
                    <a:pt x="14261" y="37"/>
                    <a:pt x="34412" y="37"/>
                  </a:cubicBezTo>
                  <a:close/>
                </a:path>
              </a:pathLst>
            </a:custGeom>
            <a:grpFill/>
            <a:ln w="3692"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61CFA517-6768-2088-241D-A15A8A896940}"/>
                </a:ext>
              </a:extLst>
            </p:cNvPr>
            <p:cNvSpPr/>
            <p:nvPr/>
          </p:nvSpPr>
          <p:spPr>
            <a:xfrm>
              <a:off x="3789066" y="6003891"/>
              <a:ext cx="18483" cy="97949"/>
            </a:xfrm>
            <a:custGeom>
              <a:avLst/>
              <a:gdLst>
                <a:gd name="connsiteX0" fmla="*/ 0 w 18483"/>
                <a:gd name="connsiteY0" fmla="*/ 9277 h 97949"/>
                <a:gd name="connsiteX1" fmla="*/ 9297 w 18483"/>
                <a:gd name="connsiteY1" fmla="*/ 0 h 97949"/>
                <a:gd name="connsiteX2" fmla="*/ 18484 w 18483"/>
                <a:gd name="connsiteY2" fmla="*/ 9277 h 97949"/>
                <a:gd name="connsiteX3" fmla="*/ 9297 w 18483"/>
                <a:gd name="connsiteY3" fmla="*/ 18555 h 97949"/>
                <a:gd name="connsiteX4" fmla="*/ 0 w 18483"/>
                <a:gd name="connsiteY4" fmla="*/ 9277 h 97949"/>
                <a:gd name="connsiteX5" fmla="*/ 1926 w 18483"/>
                <a:gd name="connsiteY5" fmla="*/ 27869 h 97949"/>
                <a:gd name="connsiteX6" fmla="*/ 16446 w 18483"/>
                <a:gd name="connsiteY6" fmla="*/ 27869 h 97949"/>
                <a:gd name="connsiteX7" fmla="*/ 16446 w 18483"/>
                <a:gd name="connsiteY7" fmla="*/ 97949 h 97949"/>
                <a:gd name="connsiteX8" fmla="*/ 1926 w 18483"/>
                <a:gd name="connsiteY8" fmla="*/ 97949 h 97949"/>
                <a:gd name="connsiteX9" fmla="*/ 1926 w 18483"/>
                <a:gd name="connsiteY9" fmla="*/ 27869 h 97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83" h="97949">
                  <a:moveTo>
                    <a:pt x="0" y="9277"/>
                  </a:moveTo>
                  <a:cubicBezTo>
                    <a:pt x="0" y="4066"/>
                    <a:pt x="4075" y="0"/>
                    <a:pt x="9297" y="0"/>
                  </a:cubicBezTo>
                  <a:cubicBezTo>
                    <a:pt x="14520" y="0"/>
                    <a:pt x="18484" y="4066"/>
                    <a:pt x="18484" y="9277"/>
                  </a:cubicBezTo>
                  <a:cubicBezTo>
                    <a:pt x="18484" y="14489"/>
                    <a:pt x="14409" y="18555"/>
                    <a:pt x="9297" y="18555"/>
                  </a:cubicBezTo>
                  <a:cubicBezTo>
                    <a:pt x="4186" y="18555"/>
                    <a:pt x="0" y="14489"/>
                    <a:pt x="0" y="9277"/>
                  </a:cubicBezTo>
                  <a:close/>
                  <a:moveTo>
                    <a:pt x="1926" y="27869"/>
                  </a:moveTo>
                  <a:lnTo>
                    <a:pt x="16446" y="27869"/>
                  </a:lnTo>
                  <a:lnTo>
                    <a:pt x="16446" y="97949"/>
                  </a:lnTo>
                  <a:lnTo>
                    <a:pt x="1926" y="97949"/>
                  </a:lnTo>
                  <a:lnTo>
                    <a:pt x="1926" y="27869"/>
                  </a:lnTo>
                  <a:close/>
                </a:path>
              </a:pathLst>
            </a:custGeom>
            <a:grpFill/>
            <a:ln w="3692"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DD549D2B-6FB5-7CFB-59E8-81F0F5059F9E}"/>
                </a:ext>
              </a:extLst>
            </p:cNvPr>
            <p:cNvSpPr/>
            <p:nvPr/>
          </p:nvSpPr>
          <p:spPr>
            <a:xfrm>
              <a:off x="3818328"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4D14A19E-7265-60D3-52F7-3A8E0A50E8A3}"/>
                </a:ext>
              </a:extLst>
            </p:cNvPr>
            <p:cNvSpPr/>
            <p:nvPr/>
          </p:nvSpPr>
          <p:spPr>
            <a:xfrm>
              <a:off x="3907969"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93A329E9-B18D-5BD5-7F20-17E67289BB05}"/>
                </a:ext>
              </a:extLst>
            </p:cNvPr>
            <p:cNvSpPr/>
            <p:nvPr/>
          </p:nvSpPr>
          <p:spPr>
            <a:xfrm>
              <a:off x="3933935"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5C95B42E-0A94-D1B2-592D-1FB9483C3246}"/>
                </a:ext>
              </a:extLst>
            </p:cNvPr>
            <p:cNvSpPr/>
            <p:nvPr/>
          </p:nvSpPr>
          <p:spPr>
            <a:xfrm>
              <a:off x="3980460" y="6031761"/>
              <a:ext cx="71527" cy="103013"/>
            </a:xfrm>
            <a:custGeom>
              <a:avLst/>
              <a:gdLst>
                <a:gd name="connsiteX0" fmla="*/ 56488 w 71527"/>
                <a:gd name="connsiteY0" fmla="*/ 0 h 103013"/>
                <a:gd name="connsiteX1" fmla="*/ 71527 w 71527"/>
                <a:gd name="connsiteY1" fmla="*/ 0 h 103013"/>
                <a:gd name="connsiteX2" fmla="*/ 28448 w 71527"/>
                <a:gd name="connsiteY2" fmla="*/ 103013 h 103013"/>
                <a:gd name="connsiteX3" fmla="*/ 13409 w 71527"/>
                <a:gd name="connsiteY3" fmla="*/ 103013 h 103013"/>
                <a:gd name="connsiteX4" fmla="*/ 27670 w 71527"/>
                <a:gd name="connsiteY4" fmla="*/ 68934 h 103013"/>
                <a:gd name="connsiteX5" fmla="*/ 0 w 71527"/>
                <a:gd name="connsiteY5" fmla="*/ 0 h 103013"/>
                <a:gd name="connsiteX6" fmla="*/ 16187 w 71527"/>
                <a:gd name="connsiteY6" fmla="*/ 0 h 103013"/>
                <a:gd name="connsiteX7" fmla="*/ 35930 w 71527"/>
                <a:gd name="connsiteY7" fmla="*/ 53410 h 103013"/>
                <a:gd name="connsiteX8" fmla="*/ 56451 w 71527"/>
                <a:gd name="connsiteY8" fmla="*/ 0 h 10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 h="103013">
                  <a:moveTo>
                    <a:pt x="56488" y="0"/>
                  </a:moveTo>
                  <a:lnTo>
                    <a:pt x="71527" y="0"/>
                  </a:lnTo>
                  <a:lnTo>
                    <a:pt x="28448" y="103013"/>
                  </a:lnTo>
                  <a:lnTo>
                    <a:pt x="13409" y="103013"/>
                  </a:lnTo>
                  <a:lnTo>
                    <a:pt x="27670" y="68934"/>
                  </a:lnTo>
                  <a:lnTo>
                    <a:pt x="0" y="0"/>
                  </a:lnTo>
                  <a:lnTo>
                    <a:pt x="16187" y="0"/>
                  </a:lnTo>
                  <a:lnTo>
                    <a:pt x="35930" y="53410"/>
                  </a:lnTo>
                  <a:lnTo>
                    <a:pt x="56451" y="0"/>
                  </a:lnTo>
                  <a:close/>
                </a:path>
              </a:pathLst>
            </a:custGeom>
            <a:grpFill/>
            <a:ln w="3692"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8C3107DD-B894-67CE-7D25-F8BDC8A2E1E8}"/>
                </a:ext>
              </a:extLst>
            </p:cNvPr>
            <p:cNvSpPr/>
            <p:nvPr/>
          </p:nvSpPr>
          <p:spPr>
            <a:xfrm>
              <a:off x="4091251" y="6012282"/>
              <a:ext cx="86380" cy="90298"/>
            </a:xfrm>
            <a:custGeom>
              <a:avLst/>
              <a:gdLst>
                <a:gd name="connsiteX0" fmla="*/ 45228 w 86380"/>
                <a:gd name="connsiteY0" fmla="*/ 0 h 90298"/>
                <a:gd name="connsiteX1" fmla="*/ 86381 w 86380"/>
                <a:gd name="connsiteY1" fmla="*/ 26576 h 90298"/>
                <a:gd name="connsiteX2" fmla="*/ 68934 w 86380"/>
                <a:gd name="connsiteY2" fmla="*/ 26576 h 90298"/>
                <a:gd name="connsiteX3" fmla="*/ 45228 w 86380"/>
                <a:gd name="connsiteY3" fmla="*/ 12715 h 90298"/>
                <a:gd name="connsiteX4" fmla="*/ 14891 w 86380"/>
                <a:gd name="connsiteY4" fmla="*/ 45131 h 90298"/>
                <a:gd name="connsiteX5" fmla="*/ 45228 w 86380"/>
                <a:gd name="connsiteY5" fmla="*/ 77694 h 90298"/>
                <a:gd name="connsiteX6" fmla="*/ 68934 w 86380"/>
                <a:gd name="connsiteY6" fmla="*/ 63833 h 90298"/>
                <a:gd name="connsiteX7" fmla="*/ 86381 w 86380"/>
                <a:gd name="connsiteY7" fmla="*/ 63833 h 90298"/>
                <a:gd name="connsiteX8" fmla="*/ 45228 w 86380"/>
                <a:gd name="connsiteY8" fmla="*/ 90298 h 90298"/>
                <a:gd name="connsiteX9" fmla="*/ 0 w 86380"/>
                <a:gd name="connsiteY9" fmla="*/ 45168 h 90298"/>
                <a:gd name="connsiteX10" fmla="*/ 45228 w 86380"/>
                <a:gd name="connsiteY10" fmla="*/ 37 h 9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 h="90298">
                  <a:moveTo>
                    <a:pt x="45228" y="0"/>
                  </a:moveTo>
                  <a:cubicBezTo>
                    <a:pt x="63712" y="0"/>
                    <a:pt x="79640" y="9277"/>
                    <a:pt x="86381" y="26576"/>
                  </a:cubicBezTo>
                  <a:lnTo>
                    <a:pt x="68934" y="26576"/>
                  </a:lnTo>
                  <a:cubicBezTo>
                    <a:pt x="64230" y="17150"/>
                    <a:pt x="55822" y="12715"/>
                    <a:pt x="45228" y="12715"/>
                  </a:cubicBezTo>
                  <a:cubicBezTo>
                    <a:pt x="27633" y="12715"/>
                    <a:pt x="14891" y="25171"/>
                    <a:pt x="14891" y="45131"/>
                  </a:cubicBezTo>
                  <a:cubicBezTo>
                    <a:pt x="14891" y="65090"/>
                    <a:pt x="27633" y="77694"/>
                    <a:pt x="45228" y="77694"/>
                  </a:cubicBezTo>
                  <a:cubicBezTo>
                    <a:pt x="55822" y="77694"/>
                    <a:pt x="64230" y="73259"/>
                    <a:pt x="68934" y="63833"/>
                  </a:cubicBezTo>
                  <a:lnTo>
                    <a:pt x="86381" y="63833"/>
                  </a:lnTo>
                  <a:cubicBezTo>
                    <a:pt x="79640" y="81132"/>
                    <a:pt x="63712" y="90298"/>
                    <a:pt x="45228" y="90298"/>
                  </a:cubicBezTo>
                  <a:cubicBezTo>
                    <a:pt x="20262" y="90298"/>
                    <a:pt x="0" y="71743"/>
                    <a:pt x="0" y="45168"/>
                  </a:cubicBezTo>
                  <a:cubicBezTo>
                    <a:pt x="0" y="18592"/>
                    <a:pt x="20262" y="37"/>
                    <a:pt x="45228" y="37"/>
                  </a:cubicBezTo>
                  <a:close/>
                </a:path>
              </a:pathLst>
            </a:custGeom>
            <a:grpFill/>
            <a:ln w="3692" cap="flat">
              <a:no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DFCEEDE6-67E5-CD8E-2851-E07F19C00522}"/>
                </a:ext>
              </a:extLst>
            </p:cNvPr>
            <p:cNvSpPr/>
            <p:nvPr/>
          </p:nvSpPr>
          <p:spPr>
            <a:xfrm>
              <a:off x="4187300"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8" y="72372"/>
                    <a:pt x="0" y="57476"/>
                    <a:pt x="0" y="35853"/>
                  </a:cubicBezTo>
                  <a:cubicBezTo>
                    <a:pt x="0" y="14230"/>
                    <a:pt x="14668"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94EBDB0D-721A-EBF1-FA04-E6C403D8A755}"/>
                </a:ext>
              </a:extLst>
            </p:cNvPr>
            <p:cNvSpPr/>
            <p:nvPr/>
          </p:nvSpPr>
          <p:spPr>
            <a:xfrm>
              <a:off x="4274422" y="6030615"/>
              <a:ext cx="35559" cy="71225"/>
            </a:xfrm>
            <a:custGeom>
              <a:avLst/>
              <a:gdLst>
                <a:gd name="connsiteX0" fmla="*/ 14520 w 35559"/>
                <a:gd name="connsiteY0" fmla="*/ 71226 h 71225"/>
                <a:gd name="connsiteX1" fmla="*/ 0 w 35559"/>
                <a:gd name="connsiteY1" fmla="*/ 71226 h 71225"/>
                <a:gd name="connsiteX2" fmla="*/ 0 w 35559"/>
                <a:gd name="connsiteY2" fmla="*/ 1146 h 71225"/>
                <a:gd name="connsiteX3" fmla="*/ 14520 w 35559"/>
                <a:gd name="connsiteY3" fmla="*/ 1146 h 71225"/>
                <a:gd name="connsiteX4" fmla="*/ 14520 w 35559"/>
                <a:gd name="connsiteY4" fmla="*/ 11310 h 71225"/>
                <a:gd name="connsiteX5" fmla="*/ 35560 w 35559"/>
                <a:gd name="connsiteY5" fmla="*/ 0 h 71225"/>
                <a:gd name="connsiteX6" fmla="*/ 35560 w 35559"/>
                <a:gd name="connsiteY6" fmla="*/ 15007 h 71225"/>
                <a:gd name="connsiteX7" fmla="*/ 31856 w 35559"/>
                <a:gd name="connsiteY7" fmla="*/ 15007 h 71225"/>
                <a:gd name="connsiteX8" fmla="*/ 14520 w 35559"/>
                <a:gd name="connsiteY8" fmla="*/ 34338 h 71225"/>
                <a:gd name="connsiteX9" fmla="*/ 14520 w 35559"/>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59"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60D315A6-41B8-B572-0062-B5D9D5177D13}"/>
                </a:ext>
              </a:extLst>
            </p:cNvPr>
            <p:cNvSpPr/>
            <p:nvPr/>
          </p:nvSpPr>
          <p:spPr>
            <a:xfrm>
              <a:off x="431583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0 w 69193"/>
                <a:gd name="connsiteY8" fmla="*/ 50342 h 72371"/>
                <a:gd name="connsiteX9" fmla="*/ 34967 w 69193"/>
                <a:gd name="connsiteY9" fmla="*/ 72335 h 72371"/>
                <a:gd name="connsiteX10" fmla="*/ 15150 w 69193"/>
                <a:gd name="connsiteY10" fmla="*/ 29865 h 72371"/>
                <a:gd name="connsiteX11" fmla="*/ 54007 w 69193"/>
                <a:gd name="connsiteY11" fmla="*/ 29865 h 72371"/>
                <a:gd name="connsiteX12" fmla="*/ 34375 w 69193"/>
                <a:gd name="connsiteY12" fmla="*/ 12197 h 72371"/>
                <a:gd name="connsiteX13" fmla="*/ 15113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83" y="39143"/>
                    <a:pt x="68675" y="41582"/>
                  </a:cubicBezTo>
                  <a:lnTo>
                    <a:pt x="15002" y="41582"/>
                  </a:lnTo>
                  <a:cubicBezTo>
                    <a:pt x="16039" y="53151"/>
                    <a:pt x="24299" y="60137"/>
                    <a:pt x="35004" y="60137"/>
                  </a:cubicBezTo>
                  <a:cubicBezTo>
                    <a:pt x="43931" y="60137"/>
                    <a:pt x="48895" y="55813"/>
                    <a:pt x="51562" y="50342"/>
                  </a:cubicBezTo>
                  <a:lnTo>
                    <a:pt x="67230" y="50342"/>
                  </a:lnTo>
                  <a:cubicBezTo>
                    <a:pt x="63267" y="62540"/>
                    <a:pt x="52192" y="72335"/>
                    <a:pt x="34967" y="72335"/>
                  </a:cubicBezTo>
                  <a:close/>
                  <a:moveTo>
                    <a:pt x="15150" y="29865"/>
                  </a:moveTo>
                  <a:lnTo>
                    <a:pt x="54007" y="29865"/>
                  </a:lnTo>
                  <a:cubicBezTo>
                    <a:pt x="53747" y="19072"/>
                    <a:pt x="45228" y="12197"/>
                    <a:pt x="34375" y="12197"/>
                  </a:cubicBezTo>
                  <a:cubicBezTo>
                    <a:pt x="24559" y="12197"/>
                    <a:pt x="16669" y="18814"/>
                    <a:pt x="15113" y="29865"/>
                  </a:cubicBezTo>
                  <a:close/>
                </a:path>
              </a:pathLst>
            </a:custGeom>
            <a:grpFill/>
            <a:ln w="3692"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15C928F9-978B-4A03-8820-AF604258C39F}"/>
                </a:ext>
              </a:extLst>
            </p:cNvPr>
            <p:cNvSpPr/>
            <p:nvPr/>
          </p:nvSpPr>
          <p:spPr>
            <a:xfrm>
              <a:off x="4432442" y="6013428"/>
              <a:ext cx="61933" cy="88376"/>
            </a:xfrm>
            <a:custGeom>
              <a:avLst/>
              <a:gdLst>
                <a:gd name="connsiteX0" fmla="*/ 30596 w 61933"/>
                <a:gd name="connsiteY0" fmla="*/ 52523 h 88376"/>
                <a:gd name="connsiteX1" fmla="*/ 14520 w 61933"/>
                <a:gd name="connsiteY1" fmla="*/ 52523 h 88376"/>
                <a:gd name="connsiteX2" fmla="*/ 14520 w 61933"/>
                <a:gd name="connsiteY2" fmla="*/ 88376 h 88376"/>
                <a:gd name="connsiteX3" fmla="*/ 0 w 61933"/>
                <a:gd name="connsiteY3" fmla="*/ 88376 h 88376"/>
                <a:gd name="connsiteX4" fmla="*/ 0 w 61933"/>
                <a:gd name="connsiteY4" fmla="*/ 0 h 88376"/>
                <a:gd name="connsiteX5" fmla="*/ 30596 w 61933"/>
                <a:gd name="connsiteY5" fmla="*/ 0 h 88376"/>
                <a:gd name="connsiteX6" fmla="*/ 61933 w 61933"/>
                <a:gd name="connsiteY6" fmla="*/ 26317 h 88376"/>
                <a:gd name="connsiteX7" fmla="*/ 30596 w 61933"/>
                <a:gd name="connsiteY7" fmla="*/ 52523 h 88376"/>
                <a:gd name="connsiteX8" fmla="*/ 30596 w 61933"/>
                <a:gd name="connsiteY8" fmla="*/ 40695 h 88376"/>
                <a:gd name="connsiteX9" fmla="*/ 47043 w 61933"/>
                <a:gd name="connsiteY9" fmla="*/ 26317 h 88376"/>
                <a:gd name="connsiteX10" fmla="*/ 30596 w 61933"/>
                <a:gd name="connsiteY10" fmla="*/ 11828 h 88376"/>
                <a:gd name="connsiteX11" fmla="*/ 14520 w 61933"/>
                <a:gd name="connsiteY11" fmla="*/ 11828 h 88376"/>
                <a:gd name="connsiteX12" fmla="*/ 14520 w 61933"/>
                <a:gd name="connsiteY12" fmla="*/ 40695 h 88376"/>
                <a:gd name="connsiteX13" fmla="*/ 30596 w 61933"/>
                <a:gd name="connsiteY13" fmla="*/ 40695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933" h="88376">
                  <a:moveTo>
                    <a:pt x="30596" y="52523"/>
                  </a:moveTo>
                  <a:lnTo>
                    <a:pt x="14520" y="52523"/>
                  </a:lnTo>
                  <a:lnTo>
                    <a:pt x="14520" y="88376"/>
                  </a:lnTo>
                  <a:lnTo>
                    <a:pt x="0" y="88376"/>
                  </a:lnTo>
                  <a:lnTo>
                    <a:pt x="0" y="0"/>
                  </a:lnTo>
                  <a:lnTo>
                    <a:pt x="30596" y="0"/>
                  </a:lnTo>
                  <a:cubicBezTo>
                    <a:pt x="51636" y="0"/>
                    <a:pt x="61933" y="11939"/>
                    <a:pt x="61933" y="26317"/>
                  </a:cubicBezTo>
                  <a:cubicBezTo>
                    <a:pt x="61933" y="38921"/>
                    <a:pt x="53636" y="52523"/>
                    <a:pt x="30596" y="52523"/>
                  </a:cubicBezTo>
                  <a:close/>
                  <a:moveTo>
                    <a:pt x="30596" y="40695"/>
                  </a:moveTo>
                  <a:cubicBezTo>
                    <a:pt x="41931" y="40695"/>
                    <a:pt x="47043" y="35225"/>
                    <a:pt x="47043" y="26317"/>
                  </a:cubicBezTo>
                  <a:cubicBezTo>
                    <a:pt x="47043" y="17409"/>
                    <a:pt x="41931" y="11828"/>
                    <a:pt x="30596" y="11828"/>
                  </a:cubicBezTo>
                  <a:lnTo>
                    <a:pt x="14520" y="11828"/>
                  </a:lnTo>
                  <a:lnTo>
                    <a:pt x="14520" y="40695"/>
                  </a:lnTo>
                  <a:lnTo>
                    <a:pt x="30596" y="40695"/>
                  </a:lnTo>
                  <a:close/>
                </a:path>
              </a:pathLst>
            </a:custGeom>
            <a:grpFill/>
            <a:ln w="3692"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895891BB-224B-7EB5-B05C-15DECA662AB2}"/>
                </a:ext>
              </a:extLst>
            </p:cNvPr>
            <p:cNvSpPr/>
            <p:nvPr/>
          </p:nvSpPr>
          <p:spPr>
            <a:xfrm>
              <a:off x="4505117"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CDCBCD76-93B6-72CF-C239-CA3E0FC44EFB}"/>
                </a:ext>
              </a:extLst>
            </p:cNvPr>
            <p:cNvSpPr/>
            <p:nvPr/>
          </p:nvSpPr>
          <p:spPr>
            <a:xfrm>
              <a:off x="4532861"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190 w 72157"/>
                <a:gd name="connsiteY10" fmla="*/ 12604 h 72371"/>
                <a:gd name="connsiteX11" fmla="*/ 14891 w 72157"/>
                <a:gd name="connsiteY11" fmla="*/ 35890 h 72371"/>
                <a:gd name="connsiteX12" fmla="*/ 36190 w 72157"/>
                <a:gd name="connsiteY12" fmla="*/ 59804 h 72371"/>
                <a:gd name="connsiteX13" fmla="*/ 57489 w 72157"/>
                <a:gd name="connsiteY13" fmla="*/ 36149 h 72371"/>
                <a:gd name="connsiteX14" fmla="*/ 36190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190" y="12604"/>
                  </a:moveTo>
                  <a:cubicBezTo>
                    <a:pt x="25374" y="12604"/>
                    <a:pt x="14891" y="20736"/>
                    <a:pt x="14891" y="35890"/>
                  </a:cubicBezTo>
                  <a:cubicBezTo>
                    <a:pt x="14891" y="51044"/>
                    <a:pt x="25337" y="59804"/>
                    <a:pt x="36190" y="59804"/>
                  </a:cubicBezTo>
                  <a:cubicBezTo>
                    <a:pt x="47043" y="59804"/>
                    <a:pt x="57489" y="51266"/>
                    <a:pt x="57489" y="36149"/>
                  </a:cubicBezTo>
                  <a:cubicBezTo>
                    <a:pt x="57489" y="21031"/>
                    <a:pt x="47154" y="12604"/>
                    <a:pt x="36190" y="12604"/>
                  </a:cubicBezTo>
                  <a:close/>
                </a:path>
              </a:pathLst>
            </a:custGeom>
            <a:grpFill/>
            <a:ln w="3692" cap="flat">
              <a:no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2CA603B3-6E9B-09C2-5A2C-A01D6E599C98}"/>
                </a:ext>
              </a:extLst>
            </p:cNvPr>
            <p:cNvSpPr/>
            <p:nvPr/>
          </p:nvSpPr>
          <p:spPr>
            <a:xfrm>
              <a:off x="4616427"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8FBBA106-97FD-BE53-6FA1-90436756C2B2}"/>
                </a:ext>
              </a:extLst>
            </p:cNvPr>
            <p:cNvSpPr/>
            <p:nvPr/>
          </p:nvSpPr>
          <p:spPr>
            <a:xfrm>
              <a:off x="4663804" y="6003670"/>
              <a:ext cx="35967" cy="98170"/>
            </a:xfrm>
            <a:custGeom>
              <a:avLst/>
              <a:gdLst>
                <a:gd name="connsiteX0" fmla="*/ 8297 w 35967"/>
                <a:gd name="connsiteY0" fmla="*/ 39919 h 98170"/>
                <a:gd name="connsiteX1" fmla="*/ 0 w 35967"/>
                <a:gd name="connsiteY1" fmla="*/ 39919 h 98170"/>
                <a:gd name="connsiteX2" fmla="*/ 0 w 35967"/>
                <a:gd name="connsiteY2" fmla="*/ 28091 h 98170"/>
                <a:gd name="connsiteX3" fmla="*/ 8297 w 35967"/>
                <a:gd name="connsiteY3" fmla="*/ 28091 h 98170"/>
                <a:gd name="connsiteX4" fmla="*/ 8297 w 35967"/>
                <a:gd name="connsiteY4" fmla="*/ 23138 h 98170"/>
                <a:gd name="connsiteX5" fmla="*/ 34930 w 35967"/>
                <a:gd name="connsiteY5" fmla="*/ 0 h 98170"/>
                <a:gd name="connsiteX6" fmla="*/ 34930 w 35967"/>
                <a:gd name="connsiteY6" fmla="*/ 12087 h 98170"/>
                <a:gd name="connsiteX7" fmla="*/ 22966 w 35967"/>
                <a:gd name="connsiteY7" fmla="*/ 23138 h 98170"/>
                <a:gd name="connsiteX8" fmla="*/ 22966 w 35967"/>
                <a:gd name="connsiteY8" fmla="*/ 28091 h 98170"/>
                <a:gd name="connsiteX9" fmla="*/ 35967 w 35967"/>
                <a:gd name="connsiteY9" fmla="*/ 28091 h 98170"/>
                <a:gd name="connsiteX10" fmla="*/ 35967 w 35967"/>
                <a:gd name="connsiteY10" fmla="*/ 39919 h 98170"/>
                <a:gd name="connsiteX11" fmla="*/ 22966 w 35967"/>
                <a:gd name="connsiteY11" fmla="*/ 39919 h 98170"/>
                <a:gd name="connsiteX12" fmla="*/ 22966 w 35967"/>
                <a:gd name="connsiteY12" fmla="*/ 98171 h 98170"/>
                <a:gd name="connsiteX13" fmla="*/ 8297 w 35967"/>
                <a:gd name="connsiteY13" fmla="*/ 98171 h 98170"/>
                <a:gd name="connsiteX14" fmla="*/ 8297 w 35967"/>
                <a:gd name="connsiteY14" fmla="*/ 39919 h 9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67" h="98170">
                  <a:moveTo>
                    <a:pt x="8297" y="39919"/>
                  </a:moveTo>
                  <a:lnTo>
                    <a:pt x="0" y="39919"/>
                  </a:lnTo>
                  <a:lnTo>
                    <a:pt x="0" y="28091"/>
                  </a:lnTo>
                  <a:lnTo>
                    <a:pt x="8297" y="28091"/>
                  </a:lnTo>
                  <a:lnTo>
                    <a:pt x="8297" y="23138"/>
                  </a:lnTo>
                  <a:cubicBezTo>
                    <a:pt x="8297" y="6986"/>
                    <a:pt x="16595" y="0"/>
                    <a:pt x="34930" y="0"/>
                  </a:cubicBezTo>
                  <a:lnTo>
                    <a:pt x="34930" y="12087"/>
                  </a:lnTo>
                  <a:cubicBezTo>
                    <a:pt x="26003" y="12087"/>
                    <a:pt x="22966" y="15154"/>
                    <a:pt x="22966" y="23138"/>
                  </a:cubicBezTo>
                  <a:lnTo>
                    <a:pt x="22966" y="28091"/>
                  </a:lnTo>
                  <a:lnTo>
                    <a:pt x="35967" y="28091"/>
                  </a:lnTo>
                  <a:lnTo>
                    <a:pt x="35967" y="39919"/>
                  </a:lnTo>
                  <a:lnTo>
                    <a:pt x="22966" y="39919"/>
                  </a:lnTo>
                  <a:lnTo>
                    <a:pt x="22966" y="98171"/>
                  </a:lnTo>
                  <a:lnTo>
                    <a:pt x="8297" y="98171"/>
                  </a:lnTo>
                  <a:lnTo>
                    <a:pt x="8297" y="39919"/>
                  </a:lnTo>
                  <a:close/>
                </a:path>
              </a:pathLst>
            </a:custGeom>
            <a:grpFill/>
            <a:ln w="3692" cap="flat">
              <a:noFill/>
              <a:prstDash val="solid"/>
              <a:miter/>
            </a:ln>
          </p:spPr>
          <p:txBody>
            <a:bodyPr rtlCol="0" anchor="ctr"/>
            <a:lstStyle/>
            <a:p>
              <a:endParaRPr lang="en-US"/>
            </a:p>
          </p:txBody>
        </p:sp>
        <p:sp>
          <p:nvSpPr>
            <p:cNvPr id="78" name="Freeform 77">
              <a:extLst>
                <a:ext uri="{FF2B5EF4-FFF2-40B4-BE49-F238E27FC236}">
                  <a16:creationId xmlns:a16="http://schemas.microsoft.com/office/drawing/2014/main" id="{F33AABDA-DF0C-46C1-9102-9728C0CC0249}"/>
                </a:ext>
              </a:extLst>
            </p:cNvPr>
            <p:cNvSpPr/>
            <p:nvPr/>
          </p:nvSpPr>
          <p:spPr>
            <a:xfrm>
              <a:off x="4704364" y="6030615"/>
              <a:ext cx="71638" cy="72371"/>
            </a:xfrm>
            <a:custGeom>
              <a:avLst/>
              <a:gdLst>
                <a:gd name="connsiteX0" fmla="*/ 35190 w 71638"/>
                <a:gd name="connsiteY0" fmla="*/ 72372 h 72371"/>
                <a:gd name="connsiteX1" fmla="*/ 0 w 71638"/>
                <a:gd name="connsiteY1" fmla="*/ 36112 h 72371"/>
                <a:gd name="connsiteX2" fmla="*/ 35819 w 71638"/>
                <a:gd name="connsiteY2" fmla="*/ 0 h 72371"/>
                <a:gd name="connsiteX3" fmla="*/ 71639 w 71638"/>
                <a:gd name="connsiteY3" fmla="*/ 36112 h 72371"/>
                <a:gd name="connsiteX4" fmla="*/ 35190 w 71638"/>
                <a:gd name="connsiteY4" fmla="*/ 72372 h 72371"/>
                <a:gd name="connsiteX5" fmla="*/ 35190 w 71638"/>
                <a:gd name="connsiteY5" fmla="*/ 59767 h 72371"/>
                <a:gd name="connsiteX6" fmla="*/ 56711 w 71638"/>
                <a:gd name="connsiteY6" fmla="*/ 36112 h 72371"/>
                <a:gd name="connsiteX7" fmla="*/ 35560 w 71638"/>
                <a:gd name="connsiteY7" fmla="*/ 12567 h 72371"/>
                <a:gd name="connsiteX8" fmla="*/ 14780 w 71638"/>
                <a:gd name="connsiteY8" fmla="*/ 36112 h 72371"/>
                <a:gd name="connsiteX9" fmla="*/ 35190 w 71638"/>
                <a:gd name="connsiteY9" fmla="*/ 59767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638" h="72371">
                  <a:moveTo>
                    <a:pt x="35190" y="72372"/>
                  </a:moveTo>
                  <a:cubicBezTo>
                    <a:pt x="15187" y="72372"/>
                    <a:pt x="0" y="58141"/>
                    <a:pt x="0" y="36112"/>
                  </a:cubicBezTo>
                  <a:cubicBezTo>
                    <a:pt x="0" y="14083"/>
                    <a:pt x="15817" y="0"/>
                    <a:pt x="35819" y="0"/>
                  </a:cubicBezTo>
                  <a:cubicBezTo>
                    <a:pt x="55822" y="0"/>
                    <a:pt x="71639" y="14119"/>
                    <a:pt x="71639" y="36112"/>
                  </a:cubicBezTo>
                  <a:cubicBezTo>
                    <a:pt x="71639" y="58104"/>
                    <a:pt x="55340" y="72372"/>
                    <a:pt x="35190" y="72372"/>
                  </a:cubicBezTo>
                  <a:close/>
                  <a:moveTo>
                    <a:pt x="35190" y="59767"/>
                  </a:moveTo>
                  <a:cubicBezTo>
                    <a:pt x="46006" y="59767"/>
                    <a:pt x="56711" y="52006"/>
                    <a:pt x="56711" y="36112"/>
                  </a:cubicBezTo>
                  <a:cubicBezTo>
                    <a:pt x="56711" y="20218"/>
                    <a:pt x="46376" y="12567"/>
                    <a:pt x="35560" y="12567"/>
                  </a:cubicBezTo>
                  <a:cubicBezTo>
                    <a:pt x="24744" y="12567"/>
                    <a:pt x="14780" y="20181"/>
                    <a:pt x="14780" y="36112"/>
                  </a:cubicBezTo>
                  <a:cubicBezTo>
                    <a:pt x="14780" y="52042"/>
                    <a:pt x="24225" y="59767"/>
                    <a:pt x="35190" y="59767"/>
                  </a:cubicBezTo>
                  <a:close/>
                </a:path>
              </a:pathLst>
            </a:custGeom>
            <a:grpFill/>
            <a:ln w="3692"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65D805C3-2566-8C58-783D-4FDD8CD9F19A}"/>
                </a:ext>
              </a:extLst>
            </p:cNvPr>
            <p:cNvSpPr/>
            <p:nvPr/>
          </p:nvSpPr>
          <p:spPr>
            <a:xfrm>
              <a:off x="4786560" y="6030615"/>
              <a:ext cx="35560" cy="71225"/>
            </a:xfrm>
            <a:custGeom>
              <a:avLst/>
              <a:gdLst>
                <a:gd name="connsiteX0" fmla="*/ 14520 w 35560"/>
                <a:gd name="connsiteY0" fmla="*/ 71226 h 71225"/>
                <a:gd name="connsiteX1" fmla="*/ 0 w 35560"/>
                <a:gd name="connsiteY1" fmla="*/ 71226 h 71225"/>
                <a:gd name="connsiteX2" fmla="*/ 0 w 35560"/>
                <a:gd name="connsiteY2" fmla="*/ 1146 h 71225"/>
                <a:gd name="connsiteX3" fmla="*/ 14520 w 35560"/>
                <a:gd name="connsiteY3" fmla="*/ 1146 h 71225"/>
                <a:gd name="connsiteX4" fmla="*/ 14520 w 35560"/>
                <a:gd name="connsiteY4" fmla="*/ 11310 h 71225"/>
                <a:gd name="connsiteX5" fmla="*/ 35560 w 35560"/>
                <a:gd name="connsiteY5" fmla="*/ 0 h 71225"/>
                <a:gd name="connsiteX6" fmla="*/ 35560 w 35560"/>
                <a:gd name="connsiteY6" fmla="*/ 15007 h 71225"/>
                <a:gd name="connsiteX7" fmla="*/ 31856 w 35560"/>
                <a:gd name="connsiteY7" fmla="*/ 15007 h 71225"/>
                <a:gd name="connsiteX8" fmla="*/ 14520 w 35560"/>
                <a:gd name="connsiteY8" fmla="*/ 34338 h 71225"/>
                <a:gd name="connsiteX9" fmla="*/ 14520 w 35560"/>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p>
          </p:txBody>
        </p:sp>
        <p:sp>
          <p:nvSpPr>
            <p:cNvPr id="80" name="Freeform 79">
              <a:extLst>
                <a:ext uri="{FF2B5EF4-FFF2-40B4-BE49-F238E27FC236}">
                  <a16:creationId xmlns:a16="http://schemas.microsoft.com/office/drawing/2014/main" id="{47F29C76-DA18-34AA-FFE8-A73C6335697B}"/>
                </a:ext>
              </a:extLst>
            </p:cNvPr>
            <p:cNvSpPr/>
            <p:nvPr/>
          </p:nvSpPr>
          <p:spPr>
            <a:xfrm>
              <a:off x="4832602" y="6030615"/>
              <a:ext cx="113939" cy="71225"/>
            </a:xfrm>
            <a:custGeom>
              <a:avLst/>
              <a:gdLst>
                <a:gd name="connsiteX0" fmla="*/ 99531 w 113939"/>
                <a:gd name="connsiteY0" fmla="*/ 32046 h 71225"/>
                <a:gd name="connsiteX1" fmla="*/ 81936 w 113939"/>
                <a:gd name="connsiteY1" fmla="*/ 12604 h 71225"/>
                <a:gd name="connsiteX2" fmla="*/ 64230 w 113939"/>
                <a:gd name="connsiteY2" fmla="*/ 32046 h 71225"/>
                <a:gd name="connsiteX3" fmla="*/ 64230 w 113939"/>
                <a:gd name="connsiteY3" fmla="*/ 71226 h 71225"/>
                <a:gd name="connsiteX4" fmla="*/ 49821 w 113939"/>
                <a:gd name="connsiteY4" fmla="*/ 71226 h 71225"/>
                <a:gd name="connsiteX5" fmla="*/ 49821 w 113939"/>
                <a:gd name="connsiteY5" fmla="*/ 32046 h 71225"/>
                <a:gd name="connsiteX6" fmla="*/ 32226 w 113939"/>
                <a:gd name="connsiteY6" fmla="*/ 12604 h 71225"/>
                <a:gd name="connsiteX7" fmla="*/ 14520 w 113939"/>
                <a:gd name="connsiteY7" fmla="*/ 32046 h 71225"/>
                <a:gd name="connsiteX8" fmla="*/ 14520 w 113939"/>
                <a:gd name="connsiteY8" fmla="*/ 71226 h 71225"/>
                <a:gd name="connsiteX9" fmla="*/ 0 w 113939"/>
                <a:gd name="connsiteY9" fmla="*/ 71226 h 71225"/>
                <a:gd name="connsiteX10" fmla="*/ 0 w 113939"/>
                <a:gd name="connsiteY10" fmla="*/ 1146 h 71225"/>
                <a:gd name="connsiteX11" fmla="*/ 14520 w 113939"/>
                <a:gd name="connsiteY11" fmla="*/ 1146 h 71225"/>
                <a:gd name="connsiteX12" fmla="*/ 14520 w 113939"/>
                <a:gd name="connsiteY12" fmla="*/ 9167 h 71225"/>
                <a:gd name="connsiteX13" fmla="*/ 35301 w 113939"/>
                <a:gd name="connsiteY13" fmla="*/ 0 h 71225"/>
                <a:gd name="connsiteX14" fmla="*/ 60526 w 113939"/>
                <a:gd name="connsiteY14" fmla="*/ 13861 h 71225"/>
                <a:gd name="connsiteX15" fmla="*/ 85010 w 113939"/>
                <a:gd name="connsiteY15" fmla="*/ 0 h 71225"/>
                <a:gd name="connsiteX16" fmla="*/ 113940 w 113939"/>
                <a:gd name="connsiteY16" fmla="*/ 29902 h 71225"/>
                <a:gd name="connsiteX17" fmla="*/ 113940 w 113939"/>
                <a:gd name="connsiteY17" fmla="*/ 71226 h 71225"/>
                <a:gd name="connsiteX18" fmla="*/ 99531 w 113939"/>
                <a:gd name="connsiteY18" fmla="*/ 71226 h 71225"/>
                <a:gd name="connsiteX19" fmla="*/ 99531 w 113939"/>
                <a:gd name="connsiteY19" fmla="*/ 3204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939" h="71225">
                  <a:moveTo>
                    <a:pt x="99531" y="32046"/>
                  </a:moveTo>
                  <a:cubicBezTo>
                    <a:pt x="99531" y="19183"/>
                    <a:pt x="92530" y="12604"/>
                    <a:pt x="81936" y="12604"/>
                  </a:cubicBezTo>
                  <a:cubicBezTo>
                    <a:pt x="71342" y="12604"/>
                    <a:pt x="64230" y="19220"/>
                    <a:pt x="64230" y="32046"/>
                  </a:cubicBezTo>
                  <a:lnTo>
                    <a:pt x="64230" y="71226"/>
                  </a:lnTo>
                  <a:lnTo>
                    <a:pt x="49821" y="71226"/>
                  </a:lnTo>
                  <a:lnTo>
                    <a:pt x="49821" y="32046"/>
                  </a:lnTo>
                  <a:cubicBezTo>
                    <a:pt x="49821" y="19183"/>
                    <a:pt x="42820" y="12604"/>
                    <a:pt x="32226" y="12604"/>
                  </a:cubicBezTo>
                  <a:cubicBezTo>
                    <a:pt x="21632" y="12604"/>
                    <a:pt x="14520" y="19220"/>
                    <a:pt x="14520" y="32046"/>
                  </a:cubicBezTo>
                  <a:lnTo>
                    <a:pt x="14520" y="71226"/>
                  </a:lnTo>
                  <a:lnTo>
                    <a:pt x="0" y="71226"/>
                  </a:lnTo>
                  <a:lnTo>
                    <a:pt x="0" y="1146"/>
                  </a:lnTo>
                  <a:lnTo>
                    <a:pt x="14520" y="1146"/>
                  </a:lnTo>
                  <a:lnTo>
                    <a:pt x="14520" y="9167"/>
                  </a:lnTo>
                  <a:cubicBezTo>
                    <a:pt x="19224" y="3437"/>
                    <a:pt x="26892" y="0"/>
                    <a:pt x="35301" y="0"/>
                  </a:cubicBezTo>
                  <a:cubicBezTo>
                    <a:pt x="46376" y="0"/>
                    <a:pt x="55673" y="4694"/>
                    <a:pt x="60526" y="13861"/>
                  </a:cubicBezTo>
                  <a:cubicBezTo>
                    <a:pt x="64860" y="5359"/>
                    <a:pt x="74787" y="0"/>
                    <a:pt x="85010" y="0"/>
                  </a:cubicBezTo>
                  <a:cubicBezTo>
                    <a:pt x="101457" y="0"/>
                    <a:pt x="113940" y="10312"/>
                    <a:pt x="113940" y="29902"/>
                  </a:cubicBezTo>
                  <a:lnTo>
                    <a:pt x="113940" y="71226"/>
                  </a:lnTo>
                  <a:lnTo>
                    <a:pt x="99531" y="71226"/>
                  </a:lnTo>
                  <a:lnTo>
                    <a:pt x="99531" y="32046"/>
                  </a:lnTo>
                  <a:close/>
                </a:path>
              </a:pathLst>
            </a:custGeom>
            <a:grpFill/>
            <a:ln w="3692" cap="flat">
              <a:noFill/>
              <a:prstDash val="solid"/>
              <a:miter/>
            </a:ln>
          </p:spPr>
          <p:txBody>
            <a:bodyPr rtlCol="0" anchor="ctr"/>
            <a:lstStyle/>
            <a:p>
              <a:endParaRPr lang="en-US"/>
            </a:p>
          </p:txBody>
        </p:sp>
      </p:grpSp>
    </p:spTree>
    <p:extLst>
      <p:ext uri="{BB962C8B-B14F-4D97-AF65-F5344CB8AC3E}">
        <p14:creationId xmlns:p14="http://schemas.microsoft.com/office/powerpoint/2010/main" val="10054060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branded (Cor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6" name="Freeform 45">
            <a:extLst>
              <a:ext uri="{FF2B5EF4-FFF2-40B4-BE49-F238E27FC236}">
                <a16:creationId xmlns:a16="http://schemas.microsoft.com/office/drawing/2014/main" id="{92414BA5-6D0E-E05A-9681-7D0DD27BABF3}"/>
              </a:ext>
            </a:extLst>
          </p:cNvPr>
          <p:cNvSpPr/>
          <p:nvPr userDrawn="1"/>
        </p:nvSpPr>
        <p:spPr>
          <a:xfrm>
            <a:off x="0" y="0"/>
            <a:ext cx="6400800" cy="6858000"/>
          </a:xfrm>
          <a:custGeom>
            <a:avLst/>
            <a:gdLst>
              <a:gd name="connsiteX0" fmla="*/ 0 w 6400800"/>
              <a:gd name="connsiteY0" fmla="*/ 0 h 6858000"/>
              <a:gd name="connsiteX1" fmla="*/ 5403646 w 6400800"/>
              <a:gd name="connsiteY1" fmla="*/ 0 h 6858000"/>
              <a:gd name="connsiteX2" fmla="*/ 5474135 w 6400800"/>
              <a:gd name="connsiteY2" fmla="*/ 109953 h 6858000"/>
              <a:gd name="connsiteX3" fmla="*/ 6400800 w 6400800"/>
              <a:gd name="connsiteY3" fmla="*/ 3429000 h 6858000"/>
              <a:gd name="connsiteX4" fmla="*/ 5474135 w 6400800"/>
              <a:gd name="connsiteY4" fmla="*/ 6748048 h 6858000"/>
              <a:gd name="connsiteX5" fmla="*/ 5403646 w 6400800"/>
              <a:gd name="connsiteY5" fmla="*/ 6858000 h 6858000"/>
              <a:gd name="connsiteX6" fmla="*/ 0 w 64008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00800" h="6858000">
                <a:moveTo>
                  <a:pt x="0" y="0"/>
                </a:moveTo>
                <a:lnTo>
                  <a:pt x="5403646" y="0"/>
                </a:lnTo>
                <a:lnTo>
                  <a:pt x="5474135" y="109953"/>
                </a:lnTo>
                <a:cubicBezTo>
                  <a:pt x="6062173" y="1077734"/>
                  <a:pt x="6400800" y="2213822"/>
                  <a:pt x="6400800" y="3429000"/>
                </a:cubicBezTo>
                <a:cubicBezTo>
                  <a:pt x="6400800" y="4644179"/>
                  <a:pt x="6062173" y="5780266"/>
                  <a:pt x="5474135" y="6748048"/>
                </a:cubicBezTo>
                <a:lnTo>
                  <a:pt x="5403646" y="6858000"/>
                </a:lnTo>
                <a:lnTo>
                  <a:pt x="0" y="685800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nchorCtr="0">
            <a:noAutofit/>
          </a:bodyPr>
          <a:lstStyle/>
          <a:p>
            <a:pPr algn="ctr"/>
            <a:endParaRPr lang="en-US"/>
          </a:p>
        </p:txBody>
      </p:sp>
      <p:sp>
        <p:nvSpPr>
          <p:cNvPr id="6" name="Picture Placeholder 9">
            <a:extLst>
              <a:ext uri="{FF2B5EF4-FFF2-40B4-BE49-F238E27FC236}">
                <a16:creationId xmlns:a16="http://schemas.microsoft.com/office/drawing/2014/main" id="{0B22C4AA-EF0B-AD50-CCA1-8B13B2DDB27C}"/>
              </a:ext>
            </a:extLst>
          </p:cNvPr>
          <p:cNvSpPr>
            <a:spLocks noGrp="1"/>
          </p:cNvSpPr>
          <p:nvPr>
            <p:ph type="pic" sz="quarter" idx="13"/>
          </p:nvPr>
        </p:nvSpPr>
        <p:spPr>
          <a:xfrm>
            <a:off x="3312012" y="3086561"/>
            <a:ext cx="1902737" cy="557588"/>
          </a:xfrm>
        </p:spPr>
        <p:txBody>
          <a:bodyPr/>
          <a:lstStyle>
            <a:lvl1pPr marL="0" indent="0" algn="ctr">
              <a:buNone/>
              <a:defRPr b="0" i="0">
                <a:solidFill>
                  <a:srgbClr val="301E03"/>
                </a:solidFill>
              </a:defRPr>
            </a:lvl1pPr>
          </a:lstStyle>
          <a:p>
            <a:r>
              <a:rPr lang="en-US"/>
              <a:t>Click icon to add picture</a:t>
            </a:r>
            <a:endParaRPr lang="en-IL"/>
          </a:p>
        </p:txBody>
      </p:sp>
      <p:sp>
        <p:nvSpPr>
          <p:cNvPr id="8" name="Text Placeholder 2">
            <a:extLst>
              <a:ext uri="{FF2B5EF4-FFF2-40B4-BE49-F238E27FC236}">
                <a16:creationId xmlns:a16="http://schemas.microsoft.com/office/drawing/2014/main" id="{C7D9480F-FC23-DDA0-38FC-0CDE99917138}"/>
              </a:ext>
            </a:extLst>
          </p:cNvPr>
          <p:cNvSpPr>
            <a:spLocks noGrp="1"/>
          </p:cNvSpPr>
          <p:nvPr>
            <p:ph type="body" idx="1"/>
          </p:nvPr>
        </p:nvSpPr>
        <p:spPr>
          <a:xfrm>
            <a:off x="711842" y="5003757"/>
            <a:ext cx="4502895" cy="658835"/>
          </a:xfrm>
        </p:spPr>
        <p:txBody>
          <a:bodyPr wrap="square" anchor="t" anchorCtr="0">
            <a:spAutoFit/>
          </a:bodyPr>
          <a:lstStyle>
            <a:lvl1pPr marL="0" indent="0" algn="l">
              <a:lnSpc>
                <a:spcPts val="1800"/>
              </a:lnSpc>
              <a:spcBef>
                <a:spcPts val="1600"/>
              </a:spcBef>
              <a:buNone/>
              <a:defRPr sz="1400" b="0" i="0">
                <a:solidFill>
                  <a:srgbClr val="301E03"/>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cxnSp>
        <p:nvCxnSpPr>
          <p:cNvPr id="9" name="Straight Connector 8">
            <a:extLst>
              <a:ext uri="{FF2B5EF4-FFF2-40B4-BE49-F238E27FC236}">
                <a16:creationId xmlns:a16="http://schemas.microsoft.com/office/drawing/2014/main" id="{3505A867-22F7-CD8D-C315-2EBB58D80F38}"/>
              </a:ext>
            </a:extLst>
          </p:cNvPr>
          <p:cNvCxnSpPr>
            <a:cxnSpLocks/>
          </p:cNvCxnSpPr>
          <p:nvPr userDrawn="1"/>
        </p:nvCxnSpPr>
        <p:spPr>
          <a:xfrm>
            <a:off x="2890861" y="3086561"/>
            <a:ext cx="0" cy="557588"/>
          </a:xfrm>
          <a:prstGeom prst="line">
            <a:avLst/>
          </a:prstGeom>
          <a:ln w="9525">
            <a:solidFill>
              <a:srgbClr val="301E03">
                <a:alpha val="25000"/>
              </a:srgbClr>
            </a:solidFill>
          </a:ln>
        </p:spPr>
        <p:style>
          <a:lnRef idx="2">
            <a:schemeClr val="accent1"/>
          </a:lnRef>
          <a:fillRef idx="0">
            <a:schemeClr val="accent1"/>
          </a:fillRef>
          <a:effectRef idx="1">
            <a:schemeClr val="accent1"/>
          </a:effectRef>
          <a:fontRef idx="minor">
            <a:schemeClr val="tx1"/>
          </a:fontRef>
        </p:style>
      </p:cxnSp>
      <p:grpSp>
        <p:nvGrpSpPr>
          <p:cNvPr id="47" name="Group 46">
            <a:extLst>
              <a:ext uri="{FF2B5EF4-FFF2-40B4-BE49-F238E27FC236}">
                <a16:creationId xmlns:a16="http://schemas.microsoft.com/office/drawing/2014/main" id="{E81976A4-57A6-9F6D-0124-A1D5D0125067}"/>
              </a:ext>
            </a:extLst>
          </p:cNvPr>
          <p:cNvGrpSpPr/>
          <p:nvPr userDrawn="1"/>
        </p:nvGrpSpPr>
        <p:grpSpPr>
          <a:xfrm>
            <a:off x="744890" y="3086561"/>
            <a:ext cx="1803739" cy="530056"/>
            <a:chOff x="2649665" y="5459914"/>
            <a:chExt cx="2297877" cy="675266"/>
          </a:xfrm>
          <a:solidFill>
            <a:schemeClr val="tx1"/>
          </a:solidFill>
        </p:grpSpPr>
        <p:sp>
          <p:nvSpPr>
            <p:cNvPr id="48" name="Freeform 47">
              <a:extLst>
                <a:ext uri="{FF2B5EF4-FFF2-40B4-BE49-F238E27FC236}">
                  <a16:creationId xmlns:a16="http://schemas.microsoft.com/office/drawing/2014/main" id="{17A2F305-1180-475D-8805-FDA380F044E6}"/>
                </a:ext>
              </a:extLst>
            </p:cNvPr>
            <p:cNvSpPr/>
            <p:nvPr/>
          </p:nvSpPr>
          <p:spPr>
            <a:xfrm>
              <a:off x="3209512" y="5624255"/>
              <a:ext cx="144721" cy="250528"/>
            </a:xfrm>
            <a:custGeom>
              <a:avLst/>
              <a:gdLst>
                <a:gd name="connsiteX0" fmla="*/ 141203 w 144721"/>
                <a:gd name="connsiteY0" fmla="*/ 204511 h 250528"/>
                <a:gd name="connsiteX1" fmla="*/ 144722 w 144721"/>
                <a:gd name="connsiteY1" fmla="*/ 208022 h 250528"/>
                <a:gd name="connsiteX2" fmla="*/ 144722 w 144721"/>
                <a:gd name="connsiteY2" fmla="*/ 247017 h 250528"/>
                <a:gd name="connsiteX3" fmla="*/ 141203 w 144721"/>
                <a:gd name="connsiteY3" fmla="*/ 250528 h 250528"/>
                <a:gd name="connsiteX4" fmla="*/ 3519 w 144721"/>
                <a:gd name="connsiteY4" fmla="*/ 250528 h 250528"/>
                <a:gd name="connsiteX5" fmla="*/ 0 w 144721"/>
                <a:gd name="connsiteY5" fmla="*/ 247017 h 250528"/>
                <a:gd name="connsiteX6" fmla="*/ 0 w 144721"/>
                <a:gd name="connsiteY6" fmla="*/ 3511 h 250528"/>
                <a:gd name="connsiteX7" fmla="*/ 3519 w 144721"/>
                <a:gd name="connsiteY7" fmla="*/ 0 h 250528"/>
                <a:gd name="connsiteX8" fmla="*/ 48599 w 144721"/>
                <a:gd name="connsiteY8" fmla="*/ 0 h 250528"/>
                <a:gd name="connsiteX9" fmla="*/ 52118 w 144721"/>
                <a:gd name="connsiteY9" fmla="*/ 3511 h 250528"/>
                <a:gd name="connsiteX10" fmla="*/ 52118 w 144721"/>
                <a:gd name="connsiteY10" fmla="*/ 200999 h 250528"/>
                <a:gd name="connsiteX11" fmla="*/ 55636 w 144721"/>
                <a:gd name="connsiteY11" fmla="*/ 204511 h 250528"/>
                <a:gd name="connsiteX12" fmla="*/ 141203 w 144721"/>
                <a:gd name="connsiteY12" fmla="*/ 204511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21" h="250528">
                  <a:moveTo>
                    <a:pt x="141203" y="204511"/>
                  </a:moveTo>
                  <a:cubicBezTo>
                    <a:pt x="143536" y="204511"/>
                    <a:pt x="144722" y="205693"/>
                    <a:pt x="144722" y="208022"/>
                  </a:cubicBezTo>
                  <a:lnTo>
                    <a:pt x="144722" y="247017"/>
                  </a:lnTo>
                  <a:cubicBezTo>
                    <a:pt x="144722" y="249345"/>
                    <a:pt x="143536" y="250528"/>
                    <a:pt x="141203" y="250528"/>
                  </a:cubicBezTo>
                  <a:lnTo>
                    <a:pt x="3519" y="250528"/>
                  </a:lnTo>
                  <a:cubicBezTo>
                    <a:pt x="1185" y="250528"/>
                    <a:pt x="0" y="249345"/>
                    <a:pt x="0" y="247017"/>
                  </a:cubicBezTo>
                  <a:lnTo>
                    <a:pt x="0" y="3511"/>
                  </a:lnTo>
                  <a:cubicBezTo>
                    <a:pt x="0" y="1183"/>
                    <a:pt x="1185" y="0"/>
                    <a:pt x="3519" y="0"/>
                  </a:cubicBezTo>
                  <a:lnTo>
                    <a:pt x="48599" y="0"/>
                  </a:lnTo>
                  <a:cubicBezTo>
                    <a:pt x="50932" y="0"/>
                    <a:pt x="52118" y="1183"/>
                    <a:pt x="52118" y="3511"/>
                  </a:cubicBezTo>
                  <a:lnTo>
                    <a:pt x="52118" y="200999"/>
                  </a:lnTo>
                  <a:cubicBezTo>
                    <a:pt x="52118" y="203328"/>
                    <a:pt x="53303" y="204511"/>
                    <a:pt x="55636" y="204511"/>
                  </a:cubicBezTo>
                  <a:lnTo>
                    <a:pt x="141203" y="204511"/>
                  </a:lnTo>
                  <a:close/>
                </a:path>
              </a:pathLst>
            </a:custGeom>
            <a:grpFill/>
            <a:ln w="3692" cap="flat">
              <a:noFill/>
              <a:prstDash val="solid"/>
              <a:miter/>
            </a:ln>
          </p:spPr>
          <p:txBody>
            <a:bodyPr rtlCol="0" anchor="ctr"/>
            <a:lstStyle/>
            <a:p>
              <a:endParaRPr lang="en-US"/>
            </a:p>
          </p:txBody>
        </p:sp>
        <p:sp>
          <p:nvSpPr>
            <p:cNvPr id="49" name="Freeform 48">
              <a:extLst>
                <a:ext uri="{FF2B5EF4-FFF2-40B4-BE49-F238E27FC236}">
                  <a16:creationId xmlns:a16="http://schemas.microsoft.com/office/drawing/2014/main" id="{F11CB9E3-6D0B-A76A-DBE4-4229ACD3ACE3}"/>
                </a:ext>
              </a:extLst>
            </p:cNvPr>
            <p:cNvSpPr/>
            <p:nvPr/>
          </p:nvSpPr>
          <p:spPr>
            <a:xfrm>
              <a:off x="3418177" y="5624255"/>
              <a:ext cx="255689" cy="250602"/>
            </a:xfrm>
            <a:custGeom>
              <a:avLst/>
              <a:gdLst>
                <a:gd name="connsiteX0" fmla="*/ 113412 w 255689"/>
                <a:gd name="connsiteY0" fmla="*/ 2476 h 250602"/>
                <a:gd name="connsiteX1" fmla="*/ 117635 w 255689"/>
                <a:gd name="connsiteY1" fmla="*/ 0 h 250602"/>
                <a:gd name="connsiteX2" fmla="*/ 138415 w 255689"/>
                <a:gd name="connsiteY2" fmla="*/ 0 h 250602"/>
                <a:gd name="connsiteX3" fmla="*/ 142638 w 255689"/>
                <a:gd name="connsiteY3" fmla="*/ 2476 h 250602"/>
                <a:gd name="connsiteX4" fmla="*/ 255319 w 255689"/>
                <a:gd name="connsiteY4" fmla="*/ 246352 h 250602"/>
                <a:gd name="connsiteX5" fmla="*/ 255689 w 255689"/>
                <a:gd name="connsiteY5" fmla="*/ 248126 h 250602"/>
                <a:gd name="connsiteX6" fmla="*/ 252874 w 255689"/>
                <a:gd name="connsiteY6" fmla="*/ 250602 h 250602"/>
                <a:gd name="connsiteX7" fmla="*/ 202868 w 255689"/>
                <a:gd name="connsiteY7" fmla="*/ 250602 h 250602"/>
                <a:gd name="connsiteX8" fmla="*/ 198645 w 255689"/>
                <a:gd name="connsiteY8" fmla="*/ 248126 h 250602"/>
                <a:gd name="connsiteX9" fmla="*/ 181050 w 255689"/>
                <a:gd name="connsiteY9" fmla="*/ 210166 h 250602"/>
                <a:gd name="connsiteX10" fmla="*/ 177161 w 255689"/>
                <a:gd name="connsiteY10" fmla="*/ 207689 h 250602"/>
                <a:gd name="connsiteX11" fmla="*/ 78556 w 255689"/>
                <a:gd name="connsiteY11" fmla="*/ 207689 h 250602"/>
                <a:gd name="connsiteX12" fmla="*/ 74333 w 255689"/>
                <a:gd name="connsiteY12" fmla="*/ 210166 h 250602"/>
                <a:gd name="connsiteX13" fmla="*/ 56739 w 255689"/>
                <a:gd name="connsiteY13" fmla="*/ 248126 h 250602"/>
                <a:gd name="connsiteX14" fmla="*/ 52849 w 255689"/>
                <a:gd name="connsiteY14" fmla="*/ 250602 h 250602"/>
                <a:gd name="connsiteX15" fmla="*/ 2843 w 255689"/>
                <a:gd name="connsiteY15" fmla="*/ 250602 h 250602"/>
                <a:gd name="connsiteX16" fmla="*/ 361 w 255689"/>
                <a:gd name="connsiteY16" fmla="*/ 249382 h 250602"/>
                <a:gd name="connsiteX17" fmla="*/ 361 w 255689"/>
                <a:gd name="connsiteY17" fmla="*/ 246388 h 250602"/>
                <a:gd name="connsiteX18" fmla="*/ 113412 w 255689"/>
                <a:gd name="connsiteY18" fmla="*/ 2513 h 250602"/>
                <a:gd name="connsiteX19" fmla="*/ 96188 w 255689"/>
                <a:gd name="connsiteY19" fmla="*/ 157421 h 250602"/>
                <a:gd name="connsiteX20" fmla="*/ 95817 w 255689"/>
                <a:gd name="connsiteY20" fmla="*/ 159195 h 250602"/>
                <a:gd name="connsiteX21" fmla="*/ 98633 w 255689"/>
                <a:gd name="connsiteY21" fmla="*/ 161672 h 250602"/>
                <a:gd name="connsiteX22" fmla="*/ 157084 w 255689"/>
                <a:gd name="connsiteY22" fmla="*/ 161672 h 250602"/>
                <a:gd name="connsiteX23" fmla="*/ 159566 w 255689"/>
                <a:gd name="connsiteY23" fmla="*/ 160452 h 250602"/>
                <a:gd name="connsiteX24" fmla="*/ 159566 w 255689"/>
                <a:gd name="connsiteY24" fmla="*/ 157458 h 250602"/>
                <a:gd name="connsiteX25" fmla="*/ 130340 w 255689"/>
                <a:gd name="connsiteY25" fmla="*/ 89633 h 250602"/>
                <a:gd name="connsiteX26" fmla="*/ 127859 w 255689"/>
                <a:gd name="connsiteY26" fmla="*/ 87859 h 250602"/>
                <a:gd name="connsiteX27" fmla="*/ 125377 w 255689"/>
                <a:gd name="connsiteY27" fmla="*/ 89633 h 250602"/>
                <a:gd name="connsiteX28" fmla="*/ 96151 w 255689"/>
                <a:gd name="connsiteY28" fmla="*/ 157458 h 25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5689" h="250602">
                  <a:moveTo>
                    <a:pt x="113412" y="2476"/>
                  </a:moveTo>
                  <a:cubicBezTo>
                    <a:pt x="114116" y="850"/>
                    <a:pt x="115524" y="0"/>
                    <a:pt x="117635" y="0"/>
                  </a:cubicBezTo>
                  <a:lnTo>
                    <a:pt x="138415" y="0"/>
                  </a:lnTo>
                  <a:cubicBezTo>
                    <a:pt x="140527" y="0"/>
                    <a:pt x="141934" y="813"/>
                    <a:pt x="142638" y="2476"/>
                  </a:cubicBezTo>
                  <a:lnTo>
                    <a:pt x="255319" y="246352"/>
                  </a:lnTo>
                  <a:cubicBezTo>
                    <a:pt x="255541" y="246832"/>
                    <a:pt x="255689" y="247423"/>
                    <a:pt x="255689" y="248126"/>
                  </a:cubicBezTo>
                  <a:cubicBezTo>
                    <a:pt x="255689" y="249752"/>
                    <a:pt x="254763" y="250602"/>
                    <a:pt x="252874" y="250602"/>
                  </a:cubicBezTo>
                  <a:lnTo>
                    <a:pt x="202868" y="250602"/>
                  </a:lnTo>
                  <a:cubicBezTo>
                    <a:pt x="200756" y="250602"/>
                    <a:pt x="199349" y="249789"/>
                    <a:pt x="198645" y="248126"/>
                  </a:cubicBezTo>
                  <a:lnTo>
                    <a:pt x="181050" y="210166"/>
                  </a:lnTo>
                  <a:cubicBezTo>
                    <a:pt x="180346" y="208539"/>
                    <a:pt x="179050" y="207689"/>
                    <a:pt x="177161" y="207689"/>
                  </a:cubicBezTo>
                  <a:lnTo>
                    <a:pt x="78556" y="207689"/>
                  </a:lnTo>
                  <a:cubicBezTo>
                    <a:pt x="76445" y="207689"/>
                    <a:pt x="75037" y="208502"/>
                    <a:pt x="74333" y="210166"/>
                  </a:cubicBezTo>
                  <a:lnTo>
                    <a:pt x="56739" y="248126"/>
                  </a:lnTo>
                  <a:cubicBezTo>
                    <a:pt x="56035" y="249752"/>
                    <a:pt x="54738" y="250602"/>
                    <a:pt x="52849" y="250602"/>
                  </a:cubicBezTo>
                  <a:lnTo>
                    <a:pt x="2843" y="250602"/>
                  </a:lnTo>
                  <a:cubicBezTo>
                    <a:pt x="1658" y="250602"/>
                    <a:pt x="843" y="250196"/>
                    <a:pt x="361" y="249382"/>
                  </a:cubicBezTo>
                  <a:cubicBezTo>
                    <a:pt x="-120" y="248569"/>
                    <a:pt x="-120" y="247571"/>
                    <a:pt x="361" y="246388"/>
                  </a:cubicBezTo>
                  <a:lnTo>
                    <a:pt x="113412" y="2513"/>
                  </a:lnTo>
                  <a:close/>
                  <a:moveTo>
                    <a:pt x="96188" y="157421"/>
                  </a:moveTo>
                  <a:cubicBezTo>
                    <a:pt x="95966" y="157902"/>
                    <a:pt x="95817" y="158493"/>
                    <a:pt x="95817" y="159195"/>
                  </a:cubicBezTo>
                  <a:cubicBezTo>
                    <a:pt x="95817" y="160822"/>
                    <a:pt x="96743" y="161672"/>
                    <a:pt x="98633" y="161672"/>
                  </a:cubicBezTo>
                  <a:lnTo>
                    <a:pt x="157084" y="161672"/>
                  </a:lnTo>
                  <a:cubicBezTo>
                    <a:pt x="158270" y="161672"/>
                    <a:pt x="159085" y="161265"/>
                    <a:pt x="159566" y="160452"/>
                  </a:cubicBezTo>
                  <a:cubicBezTo>
                    <a:pt x="160048" y="159639"/>
                    <a:pt x="160048" y="158641"/>
                    <a:pt x="159566" y="157458"/>
                  </a:cubicBezTo>
                  <a:lnTo>
                    <a:pt x="130340" y="89633"/>
                  </a:lnTo>
                  <a:cubicBezTo>
                    <a:pt x="130118" y="88450"/>
                    <a:pt x="129266" y="87859"/>
                    <a:pt x="127859" y="87859"/>
                  </a:cubicBezTo>
                  <a:cubicBezTo>
                    <a:pt x="126932" y="87859"/>
                    <a:pt x="126080" y="88450"/>
                    <a:pt x="125377" y="89633"/>
                  </a:cubicBezTo>
                  <a:lnTo>
                    <a:pt x="96151" y="157458"/>
                  </a:lnTo>
                  <a:close/>
                </a:path>
              </a:pathLst>
            </a:custGeom>
            <a:grpFill/>
            <a:ln w="3692"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67379B68-30C9-B55A-B06C-CD707D31EB18}"/>
                </a:ext>
              </a:extLst>
            </p:cNvPr>
            <p:cNvSpPr/>
            <p:nvPr/>
          </p:nvSpPr>
          <p:spPr>
            <a:xfrm>
              <a:off x="3736096"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2 w 202839"/>
                <a:gd name="connsiteY3" fmla="*/ 248421 h 250528"/>
                <a:gd name="connsiteX4" fmla="*/ 56377 w 202839"/>
                <a:gd name="connsiteY4" fmla="*/ 105748 h 250528"/>
                <a:gd name="connsiteX5" fmla="*/ 53896 w 202839"/>
                <a:gd name="connsiteY5" fmla="*/ 104344 h 250528"/>
                <a:gd name="connsiteX6" fmla="*/ 52117 w 202839"/>
                <a:gd name="connsiteY6" fmla="*/ 107522 h 250528"/>
                <a:gd name="connsiteX7" fmla="*/ 52117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7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2" y="248421"/>
                  </a:cubicBezTo>
                  <a:lnTo>
                    <a:pt x="56377" y="105748"/>
                  </a:lnTo>
                  <a:cubicBezTo>
                    <a:pt x="55451" y="104824"/>
                    <a:pt x="54599" y="104344"/>
                    <a:pt x="53896" y="104344"/>
                  </a:cubicBezTo>
                  <a:cubicBezTo>
                    <a:pt x="52710" y="104344"/>
                    <a:pt x="52117" y="105416"/>
                    <a:pt x="52117" y="107522"/>
                  </a:cubicBezTo>
                  <a:lnTo>
                    <a:pt x="52117" y="247017"/>
                  </a:lnTo>
                  <a:cubicBezTo>
                    <a:pt x="52117"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7" y="2107"/>
                  </a:cubicBezTo>
                  <a:lnTo>
                    <a:pt x="146463" y="144410"/>
                  </a:lnTo>
                  <a:cubicBezTo>
                    <a:pt x="147166"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7253B047-7486-FFC4-04BE-6167D2BF6C88}"/>
                </a:ext>
              </a:extLst>
            </p:cNvPr>
            <p:cNvSpPr/>
            <p:nvPr/>
          </p:nvSpPr>
          <p:spPr>
            <a:xfrm>
              <a:off x="4009389" y="5624255"/>
              <a:ext cx="176058" cy="250528"/>
            </a:xfrm>
            <a:custGeom>
              <a:avLst/>
              <a:gdLst>
                <a:gd name="connsiteX0" fmla="*/ 172540 w 176058"/>
                <a:gd name="connsiteY0" fmla="*/ 0 h 250528"/>
                <a:gd name="connsiteX1" fmla="*/ 176059 w 176058"/>
                <a:gd name="connsiteY1" fmla="*/ 3511 h 250528"/>
                <a:gd name="connsiteX2" fmla="*/ 176059 w 176058"/>
                <a:gd name="connsiteY2" fmla="*/ 42506 h 250528"/>
                <a:gd name="connsiteX3" fmla="*/ 172540 w 176058"/>
                <a:gd name="connsiteY3" fmla="*/ 46018 h 250528"/>
                <a:gd name="connsiteX4" fmla="*/ 117607 w 176058"/>
                <a:gd name="connsiteY4" fmla="*/ 46018 h 250528"/>
                <a:gd name="connsiteX5" fmla="*/ 114088 w 176058"/>
                <a:gd name="connsiteY5" fmla="*/ 49529 h 250528"/>
                <a:gd name="connsiteX6" fmla="*/ 114088 w 176058"/>
                <a:gd name="connsiteY6" fmla="*/ 247017 h 250528"/>
                <a:gd name="connsiteX7" fmla="*/ 110569 w 176058"/>
                <a:gd name="connsiteY7" fmla="*/ 250528 h 250528"/>
                <a:gd name="connsiteX8" fmla="*/ 65860 w 176058"/>
                <a:gd name="connsiteY8" fmla="*/ 250528 h 250528"/>
                <a:gd name="connsiteX9" fmla="*/ 62341 w 176058"/>
                <a:gd name="connsiteY9" fmla="*/ 247017 h 250528"/>
                <a:gd name="connsiteX10" fmla="*/ 62341 w 176058"/>
                <a:gd name="connsiteY10" fmla="*/ 49529 h 250528"/>
                <a:gd name="connsiteX11" fmla="*/ 58822 w 176058"/>
                <a:gd name="connsiteY11" fmla="*/ 46018 h 250528"/>
                <a:gd name="connsiteX12" fmla="*/ 3519 w 176058"/>
                <a:gd name="connsiteY12" fmla="*/ 46018 h 250528"/>
                <a:gd name="connsiteX13" fmla="*/ 0 w 176058"/>
                <a:gd name="connsiteY13" fmla="*/ 42506 h 250528"/>
                <a:gd name="connsiteX14" fmla="*/ 0 w 176058"/>
                <a:gd name="connsiteY14" fmla="*/ 3511 h 250528"/>
                <a:gd name="connsiteX15" fmla="*/ 3519 w 176058"/>
                <a:gd name="connsiteY15" fmla="*/ 0 h 250528"/>
                <a:gd name="connsiteX16" fmla="*/ 172540 w 176058"/>
                <a:gd name="connsiteY16" fmla="*/ 0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058" h="250528">
                  <a:moveTo>
                    <a:pt x="172540" y="0"/>
                  </a:moveTo>
                  <a:cubicBezTo>
                    <a:pt x="174873" y="0"/>
                    <a:pt x="176059" y="1183"/>
                    <a:pt x="176059" y="3511"/>
                  </a:cubicBezTo>
                  <a:lnTo>
                    <a:pt x="176059" y="42506"/>
                  </a:lnTo>
                  <a:cubicBezTo>
                    <a:pt x="176059" y="44835"/>
                    <a:pt x="174873" y="46018"/>
                    <a:pt x="172540" y="46018"/>
                  </a:cubicBezTo>
                  <a:lnTo>
                    <a:pt x="117607" y="46018"/>
                  </a:lnTo>
                  <a:cubicBezTo>
                    <a:pt x="115274" y="46018"/>
                    <a:pt x="114088" y="47200"/>
                    <a:pt x="114088" y="49529"/>
                  </a:cubicBezTo>
                  <a:lnTo>
                    <a:pt x="114088" y="247017"/>
                  </a:lnTo>
                  <a:cubicBezTo>
                    <a:pt x="114088" y="249345"/>
                    <a:pt x="112903" y="250528"/>
                    <a:pt x="110569" y="250528"/>
                  </a:cubicBezTo>
                  <a:lnTo>
                    <a:pt x="65860" y="250528"/>
                  </a:lnTo>
                  <a:cubicBezTo>
                    <a:pt x="63526" y="250528"/>
                    <a:pt x="62341" y="249345"/>
                    <a:pt x="62341" y="247017"/>
                  </a:cubicBezTo>
                  <a:lnTo>
                    <a:pt x="62341" y="49529"/>
                  </a:lnTo>
                  <a:cubicBezTo>
                    <a:pt x="62341" y="47200"/>
                    <a:pt x="61156" y="46018"/>
                    <a:pt x="58822" y="46018"/>
                  </a:cubicBezTo>
                  <a:lnTo>
                    <a:pt x="3519" y="46018"/>
                  </a:lnTo>
                  <a:cubicBezTo>
                    <a:pt x="1185" y="46018"/>
                    <a:pt x="0" y="44835"/>
                    <a:pt x="0" y="42506"/>
                  </a:cubicBezTo>
                  <a:lnTo>
                    <a:pt x="0" y="3511"/>
                  </a:lnTo>
                  <a:cubicBezTo>
                    <a:pt x="0" y="1183"/>
                    <a:pt x="1185" y="0"/>
                    <a:pt x="3519" y="0"/>
                  </a:cubicBezTo>
                  <a:lnTo>
                    <a:pt x="172540" y="0"/>
                  </a:lnTo>
                  <a:close/>
                </a:path>
              </a:pathLst>
            </a:custGeom>
            <a:grpFill/>
            <a:ln w="3692"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49EB456A-1FD6-8969-9EE2-0C00E7E1EE6F}"/>
                </a:ext>
              </a:extLst>
            </p:cNvPr>
            <p:cNvSpPr/>
            <p:nvPr/>
          </p:nvSpPr>
          <p:spPr>
            <a:xfrm>
              <a:off x="4251012" y="5624255"/>
              <a:ext cx="156352" cy="250528"/>
            </a:xfrm>
            <a:custGeom>
              <a:avLst/>
              <a:gdLst>
                <a:gd name="connsiteX0" fmla="*/ 152834 w 156352"/>
                <a:gd name="connsiteY0" fmla="*/ 204511 h 250528"/>
                <a:gd name="connsiteX1" fmla="*/ 156353 w 156352"/>
                <a:gd name="connsiteY1" fmla="*/ 208022 h 250528"/>
                <a:gd name="connsiteX2" fmla="*/ 156353 w 156352"/>
                <a:gd name="connsiteY2" fmla="*/ 247017 h 250528"/>
                <a:gd name="connsiteX3" fmla="*/ 152834 w 156352"/>
                <a:gd name="connsiteY3" fmla="*/ 250528 h 250528"/>
                <a:gd name="connsiteX4" fmla="*/ 3519 w 156352"/>
                <a:gd name="connsiteY4" fmla="*/ 250528 h 250528"/>
                <a:gd name="connsiteX5" fmla="*/ 0 w 156352"/>
                <a:gd name="connsiteY5" fmla="*/ 247017 h 250528"/>
                <a:gd name="connsiteX6" fmla="*/ 0 w 156352"/>
                <a:gd name="connsiteY6" fmla="*/ 3511 h 250528"/>
                <a:gd name="connsiteX7" fmla="*/ 3519 w 156352"/>
                <a:gd name="connsiteY7" fmla="*/ 0 h 250528"/>
                <a:gd name="connsiteX8" fmla="*/ 149315 w 156352"/>
                <a:gd name="connsiteY8" fmla="*/ 0 h 250528"/>
                <a:gd name="connsiteX9" fmla="*/ 152834 w 156352"/>
                <a:gd name="connsiteY9" fmla="*/ 3511 h 250528"/>
                <a:gd name="connsiteX10" fmla="*/ 152834 w 156352"/>
                <a:gd name="connsiteY10" fmla="*/ 42506 h 250528"/>
                <a:gd name="connsiteX11" fmla="*/ 149315 w 156352"/>
                <a:gd name="connsiteY11" fmla="*/ 46018 h 250528"/>
                <a:gd name="connsiteX12" fmla="*/ 55636 w 156352"/>
                <a:gd name="connsiteY12" fmla="*/ 46018 h 250528"/>
                <a:gd name="connsiteX13" fmla="*/ 52118 w 156352"/>
                <a:gd name="connsiteY13" fmla="*/ 49529 h 250528"/>
                <a:gd name="connsiteX14" fmla="*/ 52118 w 156352"/>
                <a:gd name="connsiteY14" fmla="*/ 100832 h 250528"/>
                <a:gd name="connsiteX15" fmla="*/ 55636 w 156352"/>
                <a:gd name="connsiteY15" fmla="*/ 104344 h 250528"/>
                <a:gd name="connsiteX16" fmla="*/ 122904 w 156352"/>
                <a:gd name="connsiteY16" fmla="*/ 104344 h 250528"/>
                <a:gd name="connsiteX17" fmla="*/ 126423 w 156352"/>
                <a:gd name="connsiteY17" fmla="*/ 107855 h 250528"/>
                <a:gd name="connsiteX18" fmla="*/ 126423 w 156352"/>
                <a:gd name="connsiteY18" fmla="*/ 146850 h 250528"/>
                <a:gd name="connsiteX19" fmla="*/ 122904 w 156352"/>
                <a:gd name="connsiteY19" fmla="*/ 150361 h 250528"/>
                <a:gd name="connsiteX20" fmla="*/ 55636 w 156352"/>
                <a:gd name="connsiteY20" fmla="*/ 150361 h 250528"/>
                <a:gd name="connsiteX21" fmla="*/ 52118 w 156352"/>
                <a:gd name="connsiteY21" fmla="*/ 153873 h 250528"/>
                <a:gd name="connsiteX22" fmla="*/ 52118 w 156352"/>
                <a:gd name="connsiteY22" fmla="*/ 200962 h 250528"/>
                <a:gd name="connsiteX23" fmla="*/ 55636 w 156352"/>
                <a:gd name="connsiteY23" fmla="*/ 204474 h 250528"/>
                <a:gd name="connsiteX24" fmla="*/ 152834 w 156352"/>
                <a:gd name="connsiteY24" fmla="*/ 204474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52" h="250528">
                  <a:moveTo>
                    <a:pt x="152834" y="204511"/>
                  </a:moveTo>
                  <a:cubicBezTo>
                    <a:pt x="155167" y="204511"/>
                    <a:pt x="156353" y="205693"/>
                    <a:pt x="156353" y="208022"/>
                  </a:cubicBezTo>
                  <a:lnTo>
                    <a:pt x="156353" y="247017"/>
                  </a:lnTo>
                  <a:cubicBezTo>
                    <a:pt x="156353" y="249345"/>
                    <a:pt x="155167" y="250528"/>
                    <a:pt x="152834" y="250528"/>
                  </a:cubicBezTo>
                  <a:lnTo>
                    <a:pt x="3519" y="250528"/>
                  </a:lnTo>
                  <a:cubicBezTo>
                    <a:pt x="1185" y="250528"/>
                    <a:pt x="0" y="249345"/>
                    <a:pt x="0" y="247017"/>
                  </a:cubicBezTo>
                  <a:lnTo>
                    <a:pt x="0" y="3511"/>
                  </a:lnTo>
                  <a:cubicBezTo>
                    <a:pt x="0" y="1183"/>
                    <a:pt x="1185" y="0"/>
                    <a:pt x="3519" y="0"/>
                  </a:cubicBezTo>
                  <a:lnTo>
                    <a:pt x="149315" y="0"/>
                  </a:lnTo>
                  <a:cubicBezTo>
                    <a:pt x="151649" y="0"/>
                    <a:pt x="152834" y="1183"/>
                    <a:pt x="152834" y="3511"/>
                  </a:cubicBezTo>
                  <a:lnTo>
                    <a:pt x="152834" y="42506"/>
                  </a:lnTo>
                  <a:cubicBezTo>
                    <a:pt x="152834" y="44835"/>
                    <a:pt x="151649" y="46018"/>
                    <a:pt x="149315" y="46018"/>
                  </a:cubicBezTo>
                  <a:lnTo>
                    <a:pt x="55636" y="46018"/>
                  </a:lnTo>
                  <a:cubicBezTo>
                    <a:pt x="53303" y="46018"/>
                    <a:pt x="52118" y="47200"/>
                    <a:pt x="52118" y="49529"/>
                  </a:cubicBezTo>
                  <a:lnTo>
                    <a:pt x="52118" y="100832"/>
                  </a:lnTo>
                  <a:cubicBezTo>
                    <a:pt x="52118" y="103161"/>
                    <a:pt x="53303" y="104344"/>
                    <a:pt x="55636" y="104344"/>
                  </a:cubicBezTo>
                  <a:lnTo>
                    <a:pt x="122904" y="104344"/>
                  </a:lnTo>
                  <a:cubicBezTo>
                    <a:pt x="125238" y="104344"/>
                    <a:pt x="126423" y="105526"/>
                    <a:pt x="126423" y="107855"/>
                  </a:cubicBezTo>
                  <a:lnTo>
                    <a:pt x="126423" y="146850"/>
                  </a:lnTo>
                  <a:cubicBezTo>
                    <a:pt x="126423" y="149178"/>
                    <a:pt x="125238" y="150361"/>
                    <a:pt x="122904" y="150361"/>
                  </a:cubicBezTo>
                  <a:lnTo>
                    <a:pt x="55636" y="150361"/>
                  </a:lnTo>
                  <a:cubicBezTo>
                    <a:pt x="53303" y="150361"/>
                    <a:pt x="52118" y="151544"/>
                    <a:pt x="52118" y="153873"/>
                  </a:cubicBezTo>
                  <a:lnTo>
                    <a:pt x="52118" y="200962"/>
                  </a:lnTo>
                  <a:cubicBezTo>
                    <a:pt x="52118" y="203291"/>
                    <a:pt x="53303" y="204474"/>
                    <a:pt x="55636" y="204474"/>
                  </a:cubicBezTo>
                  <a:lnTo>
                    <a:pt x="152834" y="204474"/>
                  </a:lnTo>
                  <a:close/>
                </a:path>
              </a:pathLst>
            </a:custGeom>
            <a:grpFill/>
            <a:ln w="3692"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25CFB29E-DD0A-F6B3-F3F1-5733F3BE9051}"/>
                </a:ext>
              </a:extLst>
            </p:cNvPr>
            <p:cNvSpPr/>
            <p:nvPr/>
          </p:nvSpPr>
          <p:spPr>
            <a:xfrm>
              <a:off x="4479596" y="5624255"/>
              <a:ext cx="196839" cy="250565"/>
            </a:xfrm>
            <a:custGeom>
              <a:avLst/>
              <a:gdLst>
                <a:gd name="connsiteX0" fmla="*/ 3519 w 196839"/>
                <a:gd name="connsiteY0" fmla="*/ 250528 h 250565"/>
                <a:gd name="connsiteX1" fmla="*/ 0 w 196839"/>
                <a:gd name="connsiteY1" fmla="*/ 247017 h 250565"/>
                <a:gd name="connsiteX2" fmla="*/ 0 w 196839"/>
                <a:gd name="connsiteY2" fmla="*/ 3511 h 250565"/>
                <a:gd name="connsiteX3" fmla="*/ 3519 w 196839"/>
                <a:gd name="connsiteY3" fmla="*/ 0 h 250565"/>
                <a:gd name="connsiteX4" fmla="*/ 106717 w 196839"/>
                <a:gd name="connsiteY4" fmla="*/ 0 h 250565"/>
                <a:gd name="connsiteX5" fmla="*/ 152315 w 196839"/>
                <a:gd name="connsiteY5" fmla="*/ 11052 h 250565"/>
                <a:gd name="connsiteX6" fmla="*/ 184875 w 196839"/>
                <a:gd name="connsiteY6" fmla="*/ 41989 h 250565"/>
                <a:gd name="connsiteX7" fmla="*/ 196839 w 196839"/>
                <a:gd name="connsiteY7" fmla="*/ 86787 h 250565"/>
                <a:gd name="connsiteX8" fmla="*/ 185394 w 196839"/>
                <a:gd name="connsiteY8" fmla="*/ 130365 h 250565"/>
                <a:gd name="connsiteX9" fmla="*/ 153167 w 196839"/>
                <a:gd name="connsiteY9" fmla="*/ 161635 h 250565"/>
                <a:gd name="connsiteX10" fmla="*/ 151575 w 196839"/>
                <a:gd name="connsiteY10" fmla="*/ 163557 h 250565"/>
                <a:gd name="connsiteX11" fmla="*/ 152093 w 196839"/>
                <a:gd name="connsiteY11" fmla="*/ 166551 h 250565"/>
                <a:gd name="connsiteX12" fmla="*/ 194691 w 196839"/>
                <a:gd name="connsiteY12" fmla="*/ 246315 h 250565"/>
                <a:gd name="connsiteX13" fmla="*/ 195395 w 196839"/>
                <a:gd name="connsiteY13" fmla="*/ 248089 h 250565"/>
                <a:gd name="connsiteX14" fmla="*/ 194506 w 196839"/>
                <a:gd name="connsiteY14" fmla="*/ 249863 h 250565"/>
                <a:gd name="connsiteX15" fmla="*/ 192209 w 196839"/>
                <a:gd name="connsiteY15" fmla="*/ 250565 h 250565"/>
                <a:gd name="connsiteX16" fmla="*/ 143610 w 196839"/>
                <a:gd name="connsiteY16" fmla="*/ 250565 h 250565"/>
                <a:gd name="connsiteX17" fmla="*/ 139388 w 196839"/>
                <a:gd name="connsiteY17" fmla="*/ 248089 h 250565"/>
                <a:gd name="connsiteX18" fmla="*/ 102420 w 196839"/>
                <a:gd name="connsiteY18" fmla="*/ 176050 h 250565"/>
                <a:gd name="connsiteX19" fmla="*/ 98197 w 196839"/>
                <a:gd name="connsiteY19" fmla="*/ 173573 h 250565"/>
                <a:gd name="connsiteX20" fmla="*/ 55600 w 196839"/>
                <a:gd name="connsiteY20" fmla="*/ 173573 h 250565"/>
                <a:gd name="connsiteX21" fmla="*/ 52081 w 196839"/>
                <a:gd name="connsiteY21" fmla="*/ 177085 h 250565"/>
                <a:gd name="connsiteX22" fmla="*/ 52081 w 196839"/>
                <a:gd name="connsiteY22" fmla="*/ 247017 h 250565"/>
                <a:gd name="connsiteX23" fmla="*/ 48562 w 196839"/>
                <a:gd name="connsiteY23" fmla="*/ 250528 h 250565"/>
                <a:gd name="connsiteX24" fmla="*/ 3482 w 196839"/>
                <a:gd name="connsiteY24" fmla="*/ 250528 h 250565"/>
                <a:gd name="connsiteX25" fmla="*/ 102828 w 196839"/>
                <a:gd name="connsiteY25" fmla="*/ 127556 h 250565"/>
                <a:gd name="connsiteX26" fmla="*/ 123423 w 196839"/>
                <a:gd name="connsiteY26" fmla="*/ 122455 h 250565"/>
                <a:gd name="connsiteX27" fmla="*/ 139091 w 196839"/>
                <a:gd name="connsiteY27" fmla="*/ 108225 h 250565"/>
                <a:gd name="connsiteX28" fmla="*/ 145092 w 196839"/>
                <a:gd name="connsiteY28" fmla="*/ 86787 h 250565"/>
                <a:gd name="connsiteX29" fmla="*/ 132239 w 196839"/>
                <a:gd name="connsiteY29" fmla="*/ 56921 h 250565"/>
                <a:gd name="connsiteX30" fmla="*/ 101087 w 196839"/>
                <a:gd name="connsiteY30" fmla="*/ 46018 h 250565"/>
                <a:gd name="connsiteX31" fmla="*/ 55674 w 196839"/>
                <a:gd name="connsiteY31" fmla="*/ 46018 h 250565"/>
                <a:gd name="connsiteX32" fmla="*/ 52155 w 196839"/>
                <a:gd name="connsiteY32" fmla="*/ 49529 h 250565"/>
                <a:gd name="connsiteX33" fmla="*/ 52155 w 196839"/>
                <a:gd name="connsiteY33" fmla="*/ 124007 h 250565"/>
                <a:gd name="connsiteX34" fmla="*/ 55674 w 196839"/>
                <a:gd name="connsiteY34" fmla="*/ 127519 h 250565"/>
                <a:gd name="connsiteX35" fmla="*/ 102865 w 196839"/>
                <a:gd name="connsiteY35" fmla="*/ 127519 h 2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6839" h="250565">
                  <a:moveTo>
                    <a:pt x="3519" y="250528"/>
                  </a:moveTo>
                  <a:cubicBezTo>
                    <a:pt x="1185" y="250528"/>
                    <a:pt x="0" y="249345"/>
                    <a:pt x="0" y="247017"/>
                  </a:cubicBezTo>
                  <a:lnTo>
                    <a:pt x="0" y="3511"/>
                  </a:lnTo>
                  <a:cubicBezTo>
                    <a:pt x="0" y="1183"/>
                    <a:pt x="1185" y="0"/>
                    <a:pt x="3519" y="0"/>
                  </a:cubicBezTo>
                  <a:lnTo>
                    <a:pt x="106717" y="0"/>
                  </a:lnTo>
                  <a:cubicBezTo>
                    <a:pt x="123386" y="0"/>
                    <a:pt x="138573" y="3696"/>
                    <a:pt x="152315" y="11052"/>
                  </a:cubicBezTo>
                  <a:cubicBezTo>
                    <a:pt x="166058" y="18444"/>
                    <a:pt x="176911" y="28756"/>
                    <a:pt x="184875" y="41989"/>
                  </a:cubicBezTo>
                  <a:cubicBezTo>
                    <a:pt x="192839" y="55221"/>
                    <a:pt x="196839" y="70154"/>
                    <a:pt x="196839" y="86787"/>
                  </a:cubicBezTo>
                  <a:cubicBezTo>
                    <a:pt x="196839" y="103420"/>
                    <a:pt x="193024" y="117724"/>
                    <a:pt x="185394" y="130365"/>
                  </a:cubicBezTo>
                  <a:cubicBezTo>
                    <a:pt x="177763" y="143006"/>
                    <a:pt x="167021" y="153429"/>
                    <a:pt x="153167" y="161635"/>
                  </a:cubicBezTo>
                  <a:cubicBezTo>
                    <a:pt x="152241" y="161856"/>
                    <a:pt x="151686" y="162522"/>
                    <a:pt x="151575" y="163557"/>
                  </a:cubicBezTo>
                  <a:cubicBezTo>
                    <a:pt x="151463" y="164592"/>
                    <a:pt x="151648" y="165627"/>
                    <a:pt x="152093" y="166551"/>
                  </a:cubicBezTo>
                  <a:lnTo>
                    <a:pt x="194691" y="246315"/>
                  </a:lnTo>
                  <a:lnTo>
                    <a:pt x="195395" y="248089"/>
                  </a:lnTo>
                  <a:cubicBezTo>
                    <a:pt x="195395" y="248791"/>
                    <a:pt x="195098" y="249382"/>
                    <a:pt x="194506" y="249863"/>
                  </a:cubicBezTo>
                  <a:cubicBezTo>
                    <a:pt x="193913" y="250343"/>
                    <a:pt x="193172" y="250565"/>
                    <a:pt x="192209" y="250565"/>
                  </a:cubicBezTo>
                  <a:lnTo>
                    <a:pt x="143610" y="250565"/>
                  </a:lnTo>
                  <a:cubicBezTo>
                    <a:pt x="141499" y="250565"/>
                    <a:pt x="140091" y="249752"/>
                    <a:pt x="139388" y="248089"/>
                  </a:cubicBezTo>
                  <a:lnTo>
                    <a:pt x="102420" y="176050"/>
                  </a:lnTo>
                  <a:cubicBezTo>
                    <a:pt x="101716" y="174424"/>
                    <a:pt x="100309" y="173573"/>
                    <a:pt x="98197" y="173573"/>
                  </a:cubicBezTo>
                  <a:lnTo>
                    <a:pt x="55600" y="173573"/>
                  </a:lnTo>
                  <a:cubicBezTo>
                    <a:pt x="53266" y="173573"/>
                    <a:pt x="52081" y="174756"/>
                    <a:pt x="52081" y="177085"/>
                  </a:cubicBezTo>
                  <a:lnTo>
                    <a:pt x="52081" y="247017"/>
                  </a:lnTo>
                  <a:cubicBezTo>
                    <a:pt x="52081" y="249345"/>
                    <a:pt x="50895" y="250528"/>
                    <a:pt x="48562" y="250528"/>
                  </a:cubicBezTo>
                  <a:lnTo>
                    <a:pt x="3482" y="250528"/>
                  </a:lnTo>
                  <a:close/>
                  <a:moveTo>
                    <a:pt x="102828" y="127556"/>
                  </a:moveTo>
                  <a:cubicBezTo>
                    <a:pt x="110088" y="127556"/>
                    <a:pt x="116978" y="125855"/>
                    <a:pt x="123423" y="122455"/>
                  </a:cubicBezTo>
                  <a:cubicBezTo>
                    <a:pt x="129868" y="119054"/>
                    <a:pt x="135091" y="114323"/>
                    <a:pt x="139091" y="108225"/>
                  </a:cubicBezTo>
                  <a:cubicBezTo>
                    <a:pt x="143092" y="102126"/>
                    <a:pt x="145092" y="94992"/>
                    <a:pt x="145092" y="86787"/>
                  </a:cubicBezTo>
                  <a:cubicBezTo>
                    <a:pt x="145092" y="74146"/>
                    <a:pt x="140795" y="64166"/>
                    <a:pt x="132239" y="56921"/>
                  </a:cubicBezTo>
                  <a:cubicBezTo>
                    <a:pt x="123682" y="49677"/>
                    <a:pt x="113273" y="46018"/>
                    <a:pt x="101087" y="46018"/>
                  </a:cubicBezTo>
                  <a:lnTo>
                    <a:pt x="55674" y="46018"/>
                  </a:lnTo>
                  <a:cubicBezTo>
                    <a:pt x="53340" y="46018"/>
                    <a:pt x="52155" y="47200"/>
                    <a:pt x="52155" y="49529"/>
                  </a:cubicBezTo>
                  <a:lnTo>
                    <a:pt x="52155" y="124007"/>
                  </a:lnTo>
                  <a:cubicBezTo>
                    <a:pt x="52155" y="126336"/>
                    <a:pt x="53340" y="127519"/>
                    <a:pt x="55674" y="127519"/>
                  </a:cubicBezTo>
                  <a:lnTo>
                    <a:pt x="102865" y="127519"/>
                  </a:lnTo>
                  <a:close/>
                </a:path>
              </a:pathLst>
            </a:custGeom>
            <a:grpFill/>
            <a:ln w="3692"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8B912D34-FE74-E7E4-CBBC-D6AD7AF36AFE}"/>
                </a:ext>
              </a:extLst>
            </p:cNvPr>
            <p:cNvSpPr/>
            <p:nvPr/>
          </p:nvSpPr>
          <p:spPr>
            <a:xfrm>
              <a:off x="4744703"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3 w 202839"/>
                <a:gd name="connsiteY3" fmla="*/ 248421 h 250528"/>
                <a:gd name="connsiteX4" fmla="*/ 56377 w 202839"/>
                <a:gd name="connsiteY4" fmla="*/ 105748 h 250528"/>
                <a:gd name="connsiteX5" fmla="*/ 53896 w 202839"/>
                <a:gd name="connsiteY5" fmla="*/ 104344 h 250528"/>
                <a:gd name="connsiteX6" fmla="*/ 52118 w 202839"/>
                <a:gd name="connsiteY6" fmla="*/ 107522 h 250528"/>
                <a:gd name="connsiteX7" fmla="*/ 52118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8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3" y="248421"/>
                  </a:cubicBezTo>
                  <a:lnTo>
                    <a:pt x="56377" y="105748"/>
                  </a:lnTo>
                  <a:cubicBezTo>
                    <a:pt x="55451" y="104824"/>
                    <a:pt x="54599" y="104344"/>
                    <a:pt x="53896" y="104344"/>
                  </a:cubicBezTo>
                  <a:cubicBezTo>
                    <a:pt x="52710" y="104344"/>
                    <a:pt x="52118" y="105416"/>
                    <a:pt x="52118" y="107522"/>
                  </a:cubicBezTo>
                  <a:lnTo>
                    <a:pt x="52118" y="247017"/>
                  </a:lnTo>
                  <a:cubicBezTo>
                    <a:pt x="52118"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8" y="2107"/>
                  </a:cubicBezTo>
                  <a:lnTo>
                    <a:pt x="146463" y="144410"/>
                  </a:lnTo>
                  <a:cubicBezTo>
                    <a:pt x="147167"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4D6DB0D5-8848-32C4-F8AF-A4AE132FFBBE}"/>
                </a:ext>
              </a:extLst>
            </p:cNvPr>
            <p:cNvSpPr/>
            <p:nvPr/>
          </p:nvSpPr>
          <p:spPr>
            <a:xfrm>
              <a:off x="2649665" y="5714387"/>
              <a:ext cx="129608" cy="253611"/>
            </a:xfrm>
            <a:custGeom>
              <a:avLst/>
              <a:gdLst>
                <a:gd name="connsiteX0" fmla="*/ 51488 w 129608"/>
                <a:gd name="connsiteY0" fmla="*/ 172003 h 253611"/>
                <a:gd name="connsiteX1" fmla="*/ 114866 w 129608"/>
                <a:gd name="connsiteY1" fmla="*/ 95454 h 253611"/>
                <a:gd name="connsiteX2" fmla="*/ 129609 w 129608"/>
                <a:gd name="connsiteY2" fmla="*/ 77491 h 253611"/>
                <a:gd name="connsiteX3" fmla="*/ 129609 w 129608"/>
                <a:gd name="connsiteY3" fmla="*/ 18463 h 253611"/>
                <a:gd name="connsiteX4" fmla="*/ 108310 w 129608"/>
                <a:gd name="connsiteY4" fmla="*/ 277 h 253611"/>
                <a:gd name="connsiteX5" fmla="*/ 0 w 129608"/>
                <a:gd name="connsiteY5" fmla="*/ 127870 h 253611"/>
                <a:gd name="connsiteX6" fmla="*/ 98716 w 129608"/>
                <a:gd name="connsiteY6" fmla="*/ 253467 h 253611"/>
                <a:gd name="connsiteX7" fmla="*/ 104531 w 129608"/>
                <a:gd name="connsiteY7" fmla="*/ 248994 h 253611"/>
                <a:gd name="connsiteX8" fmla="*/ 104531 w 129608"/>
                <a:gd name="connsiteY8" fmla="*/ 248994 h 253611"/>
                <a:gd name="connsiteX9" fmla="*/ 101494 w 129608"/>
                <a:gd name="connsiteY9" fmla="*/ 244670 h 253611"/>
                <a:gd name="connsiteX10" fmla="*/ 51525 w 129608"/>
                <a:gd name="connsiteY10" fmla="*/ 172040 h 25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08" h="253611">
                  <a:moveTo>
                    <a:pt x="51488" y="172003"/>
                  </a:moveTo>
                  <a:cubicBezTo>
                    <a:pt x="51488" y="133969"/>
                    <a:pt x="78751" y="102329"/>
                    <a:pt x="114866" y="95454"/>
                  </a:cubicBezTo>
                  <a:cubicBezTo>
                    <a:pt x="122978" y="93902"/>
                    <a:pt x="129609" y="85733"/>
                    <a:pt x="129609" y="77491"/>
                  </a:cubicBezTo>
                  <a:lnTo>
                    <a:pt x="129609" y="18463"/>
                  </a:lnTo>
                  <a:cubicBezTo>
                    <a:pt x="129609" y="6635"/>
                    <a:pt x="120015" y="-1645"/>
                    <a:pt x="108310" y="277"/>
                  </a:cubicBezTo>
                  <a:cubicBezTo>
                    <a:pt x="46858" y="10405"/>
                    <a:pt x="0" y="63704"/>
                    <a:pt x="0" y="127870"/>
                  </a:cubicBezTo>
                  <a:cubicBezTo>
                    <a:pt x="0" y="188673"/>
                    <a:pt x="42042" y="239643"/>
                    <a:pt x="98716" y="253467"/>
                  </a:cubicBezTo>
                  <a:cubicBezTo>
                    <a:pt x="101679" y="254206"/>
                    <a:pt x="104531" y="252025"/>
                    <a:pt x="104531" y="248994"/>
                  </a:cubicBezTo>
                  <a:lnTo>
                    <a:pt x="104531" y="248994"/>
                  </a:lnTo>
                  <a:cubicBezTo>
                    <a:pt x="104531" y="247073"/>
                    <a:pt x="103309" y="245372"/>
                    <a:pt x="101494" y="244670"/>
                  </a:cubicBezTo>
                  <a:cubicBezTo>
                    <a:pt x="72268" y="233397"/>
                    <a:pt x="51525" y="205158"/>
                    <a:pt x="51525" y="172040"/>
                  </a:cubicBezTo>
                  <a:close/>
                </a:path>
              </a:pathLst>
            </a:custGeom>
            <a:grpFill/>
            <a:ln w="3692"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B98DA85C-99EC-2067-7D55-B44C1C4D4B5A}"/>
                </a:ext>
              </a:extLst>
            </p:cNvPr>
            <p:cNvSpPr/>
            <p:nvPr/>
          </p:nvSpPr>
          <p:spPr>
            <a:xfrm>
              <a:off x="2779274" y="5459914"/>
              <a:ext cx="234362" cy="508006"/>
            </a:xfrm>
            <a:custGeom>
              <a:avLst/>
              <a:gdLst>
                <a:gd name="connsiteX0" fmla="*/ 234362 w 234362"/>
                <a:gd name="connsiteY0" fmla="*/ 255009 h 508006"/>
                <a:gd name="connsiteX1" fmla="*/ 21632 w 234362"/>
                <a:gd name="connsiteY1" fmla="*/ 341 h 508006"/>
                <a:gd name="connsiteX2" fmla="*/ 0 w 234362"/>
                <a:gd name="connsiteY2" fmla="*/ 18452 h 508006"/>
                <a:gd name="connsiteX3" fmla="*/ 0 w 234362"/>
                <a:gd name="connsiteY3" fmla="*/ 163047 h 508006"/>
                <a:gd name="connsiteX4" fmla="*/ 14076 w 234362"/>
                <a:gd name="connsiteY4" fmla="*/ 180863 h 508006"/>
                <a:gd name="connsiteX5" fmla="*/ 144055 w 234362"/>
                <a:gd name="connsiteY5" fmla="*/ 345085 h 508006"/>
                <a:gd name="connsiteX6" fmla="*/ 123830 w 234362"/>
                <a:gd name="connsiteY6" fmla="*/ 425108 h 508006"/>
                <a:gd name="connsiteX7" fmla="*/ 50599 w 234362"/>
                <a:gd name="connsiteY7" fmla="*/ 491528 h 508006"/>
                <a:gd name="connsiteX8" fmla="*/ 27966 w 234362"/>
                <a:gd name="connsiteY8" fmla="*/ 498625 h 508006"/>
                <a:gd name="connsiteX9" fmla="*/ 24262 w 234362"/>
                <a:gd name="connsiteY9" fmla="*/ 503245 h 508006"/>
                <a:gd name="connsiteX10" fmla="*/ 24262 w 234362"/>
                <a:gd name="connsiteY10" fmla="*/ 503245 h 508006"/>
                <a:gd name="connsiteX11" fmla="*/ 30004 w 234362"/>
                <a:gd name="connsiteY11" fmla="*/ 507902 h 508006"/>
                <a:gd name="connsiteX12" fmla="*/ 234362 w 234362"/>
                <a:gd name="connsiteY12" fmla="*/ 254972 h 50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362" h="508006">
                  <a:moveTo>
                    <a:pt x="234362" y="255009"/>
                  </a:moveTo>
                  <a:cubicBezTo>
                    <a:pt x="234362" y="127970"/>
                    <a:pt x="142610" y="22296"/>
                    <a:pt x="21632" y="341"/>
                  </a:cubicBezTo>
                  <a:cubicBezTo>
                    <a:pt x="9742" y="-1803"/>
                    <a:pt x="0" y="6402"/>
                    <a:pt x="0" y="18452"/>
                  </a:cubicBezTo>
                  <a:lnTo>
                    <a:pt x="0" y="163047"/>
                  </a:lnTo>
                  <a:cubicBezTo>
                    <a:pt x="0" y="170994"/>
                    <a:pt x="6334" y="179052"/>
                    <a:pt x="14076" y="180863"/>
                  </a:cubicBezTo>
                  <a:cubicBezTo>
                    <a:pt x="88604" y="198494"/>
                    <a:pt x="144055" y="265321"/>
                    <a:pt x="144055" y="345085"/>
                  </a:cubicBezTo>
                  <a:cubicBezTo>
                    <a:pt x="144055" y="374063"/>
                    <a:pt x="136721" y="401304"/>
                    <a:pt x="123830" y="425108"/>
                  </a:cubicBezTo>
                  <a:cubicBezTo>
                    <a:pt x="102679" y="461441"/>
                    <a:pt x="74157" y="480994"/>
                    <a:pt x="50599" y="491528"/>
                  </a:cubicBezTo>
                  <a:cubicBezTo>
                    <a:pt x="43302" y="494411"/>
                    <a:pt x="35745" y="496777"/>
                    <a:pt x="27966" y="498625"/>
                  </a:cubicBezTo>
                  <a:cubicBezTo>
                    <a:pt x="25818" y="499142"/>
                    <a:pt x="24262" y="501028"/>
                    <a:pt x="24262" y="503245"/>
                  </a:cubicBezTo>
                  <a:lnTo>
                    <a:pt x="24262" y="503245"/>
                  </a:lnTo>
                  <a:cubicBezTo>
                    <a:pt x="24262" y="506239"/>
                    <a:pt x="27040" y="508531"/>
                    <a:pt x="30004" y="507902"/>
                  </a:cubicBezTo>
                  <a:cubicBezTo>
                    <a:pt x="146833" y="482694"/>
                    <a:pt x="234362" y="379090"/>
                    <a:pt x="234362" y="254972"/>
                  </a:cubicBezTo>
                  <a:close/>
                </a:path>
              </a:pathLst>
            </a:custGeom>
            <a:grpFill/>
            <a:ln w="3692"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A5F2BED1-D9D7-89B2-80D5-0579BC77D2DD}"/>
                </a:ext>
              </a:extLst>
            </p:cNvPr>
            <p:cNvSpPr/>
            <p:nvPr/>
          </p:nvSpPr>
          <p:spPr>
            <a:xfrm>
              <a:off x="3210809" y="6013428"/>
              <a:ext cx="61822" cy="88376"/>
            </a:xfrm>
            <a:custGeom>
              <a:avLst/>
              <a:gdLst>
                <a:gd name="connsiteX0" fmla="*/ 0 w 61822"/>
                <a:gd name="connsiteY0" fmla="*/ 0 h 88376"/>
                <a:gd name="connsiteX1" fmla="*/ 61822 w 61822"/>
                <a:gd name="connsiteY1" fmla="*/ 0 h 88376"/>
                <a:gd name="connsiteX2" fmla="*/ 61822 w 61822"/>
                <a:gd name="connsiteY2" fmla="*/ 11828 h 88376"/>
                <a:gd name="connsiteX3" fmla="*/ 38227 w 61822"/>
                <a:gd name="connsiteY3" fmla="*/ 11828 h 88376"/>
                <a:gd name="connsiteX4" fmla="*/ 38227 w 61822"/>
                <a:gd name="connsiteY4" fmla="*/ 88376 h 88376"/>
                <a:gd name="connsiteX5" fmla="*/ 23707 w 61822"/>
                <a:gd name="connsiteY5" fmla="*/ 88376 h 88376"/>
                <a:gd name="connsiteX6" fmla="*/ 23707 w 61822"/>
                <a:gd name="connsiteY6" fmla="*/ 11828 h 88376"/>
                <a:gd name="connsiteX7" fmla="*/ 0 w 61822"/>
                <a:gd name="connsiteY7" fmla="*/ 11828 h 88376"/>
                <a:gd name="connsiteX8" fmla="*/ 0 w 61822"/>
                <a:gd name="connsiteY8" fmla="*/ 0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22" h="88376">
                  <a:moveTo>
                    <a:pt x="0" y="0"/>
                  </a:moveTo>
                  <a:lnTo>
                    <a:pt x="61822" y="0"/>
                  </a:lnTo>
                  <a:lnTo>
                    <a:pt x="61822" y="11828"/>
                  </a:lnTo>
                  <a:lnTo>
                    <a:pt x="38227" y="11828"/>
                  </a:lnTo>
                  <a:lnTo>
                    <a:pt x="38227" y="88376"/>
                  </a:lnTo>
                  <a:lnTo>
                    <a:pt x="23707" y="88376"/>
                  </a:lnTo>
                  <a:lnTo>
                    <a:pt x="23707" y="11828"/>
                  </a:lnTo>
                  <a:lnTo>
                    <a:pt x="0" y="11828"/>
                  </a:lnTo>
                  <a:lnTo>
                    <a:pt x="0" y="0"/>
                  </a:lnTo>
                  <a:close/>
                </a:path>
              </a:pathLst>
            </a:custGeom>
            <a:grpFill/>
            <a:ln w="3692"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115D7C4E-13B8-8723-EBAA-3A8D03868A5A}"/>
                </a:ext>
              </a:extLst>
            </p:cNvPr>
            <p:cNvSpPr/>
            <p:nvPr/>
          </p:nvSpPr>
          <p:spPr>
            <a:xfrm>
              <a:off x="3283707" y="6007735"/>
              <a:ext cx="64230" cy="94142"/>
            </a:xfrm>
            <a:custGeom>
              <a:avLst/>
              <a:gdLst>
                <a:gd name="connsiteX0" fmla="*/ 0 w 64230"/>
                <a:gd name="connsiteY0" fmla="*/ 0 h 94142"/>
                <a:gd name="connsiteX1" fmla="*/ 14520 w 64230"/>
                <a:gd name="connsiteY1" fmla="*/ 0 h 94142"/>
                <a:gd name="connsiteX2" fmla="*/ 14520 w 64230"/>
                <a:gd name="connsiteY2" fmla="*/ 32194 h 94142"/>
                <a:gd name="connsiteX3" fmla="*/ 36301 w 64230"/>
                <a:gd name="connsiteY3" fmla="*/ 22916 h 94142"/>
                <a:gd name="connsiteX4" fmla="*/ 64230 w 64230"/>
                <a:gd name="connsiteY4" fmla="*/ 52819 h 94142"/>
                <a:gd name="connsiteX5" fmla="*/ 64230 w 64230"/>
                <a:gd name="connsiteY5" fmla="*/ 94142 h 94142"/>
                <a:gd name="connsiteX6" fmla="*/ 49821 w 64230"/>
                <a:gd name="connsiteY6" fmla="*/ 94142 h 94142"/>
                <a:gd name="connsiteX7" fmla="*/ 49821 w 64230"/>
                <a:gd name="connsiteY7" fmla="*/ 54962 h 94142"/>
                <a:gd name="connsiteX8" fmla="*/ 32226 w 64230"/>
                <a:gd name="connsiteY8" fmla="*/ 35520 h 94142"/>
                <a:gd name="connsiteX9" fmla="*/ 14520 w 64230"/>
                <a:gd name="connsiteY9" fmla="*/ 54962 h 94142"/>
                <a:gd name="connsiteX10" fmla="*/ 14520 w 64230"/>
                <a:gd name="connsiteY10" fmla="*/ 94142 h 94142"/>
                <a:gd name="connsiteX11" fmla="*/ 0 w 64230"/>
                <a:gd name="connsiteY11" fmla="*/ 94142 h 94142"/>
                <a:gd name="connsiteX12" fmla="*/ 0 w 64230"/>
                <a:gd name="connsiteY12" fmla="*/ 37 h 9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0" h="94142">
                  <a:moveTo>
                    <a:pt x="0" y="0"/>
                  </a:moveTo>
                  <a:lnTo>
                    <a:pt x="14520" y="0"/>
                  </a:lnTo>
                  <a:lnTo>
                    <a:pt x="14520" y="32194"/>
                  </a:lnTo>
                  <a:cubicBezTo>
                    <a:pt x="19373" y="26354"/>
                    <a:pt x="27263" y="22916"/>
                    <a:pt x="36301" y="22916"/>
                  </a:cubicBezTo>
                  <a:cubicBezTo>
                    <a:pt x="51969" y="22916"/>
                    <a:pt x="64230" y="33229"/>
                    <a:pt x="64230" y="52819"/>
                  </a:cubicBezTo>
                  <a:lnTo>
                    <a:pt x="64230" y="94142"/>
                  </a:lnTo>
                  <a:lnTo>
                    <a:pt x="49821" y="94142"/>
                  </a:lnTo>
                  <a:lnTo>
                    <a:pt x="49821" y="54962"/>
                  </a:lnTo>
                  <a:cubicBezTo>
                    <a:pt x="49821" y="42100"/>
                    <a:pt x="42820" y="35520"/>
                    <a:pt x="32226" y="35520"/>
                  </a:cubicBezTo>
                  <a:cubicBezTo>
                    <a:pt x="21632" y="35520"/>
                    <a:pt x="14520" y="42137"/>
                    <a:pt x="14520" y="54962"/>
                  </a:cubicBezTo>
                  <a:lnTo>
                    <a:pt x="14520" y="94142"/>
                  </a:lnTo>
                  <a:lnTo>
                    <a:pt x="0" y="94142"/>
                  </a:lnTo>
                  <a:lnTo>
                    <a:pt x="0" y="37"/>
                  </a:lnTo>
                  <a:close/>
                </a:path>
              </a:pathLst>
            </a:custGeom>
            <a:grpFill/>
            <a:ln w="3692"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453D1684-04F6-72AA-FEC6-5F986324A47A}"/>
                </a:ext>
              </a:extLst>
            </p:cNvPr>
            <p:cNvSpPr/>
            <p:nvPr/>
          </p:nvSpPr>
          <p:spPr>
            <a:xfrm>
              <a:off x="3360420"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D0C6EE6D-0ACD-64BD-3B20-1CE207355CF8}"/>
                </a:ext>
              </a:extLst>
            </p:cNvPr>
            <p:cNvSpPr/>
            <p:nvPr/>
          </p:nvSpPr>
          <p:spPr>
            <a:xfrm>
              <a:off x="3474916" y="6012282"/>
              <a:ext cx="61896" cy="90445"/>
            </a:xfrm>
            <a:custGeom>
              <a:avLst/>
              <a:gdLst>
                <a:gd name="connsiteX0" fmla="*/ 31337 w 61896"/>
                <a:gd name="connsiteY0" fmla="*/ 90446 h 90445"/>
                <a:gd name="connsiteX1" fmla="*/ 0 w 61896"/>
                <a:gd name="connsiteY1" fmla="*/ 65127 h 90445"/>
                <a:gd name="connsiteX2" fmla="*/ 15558 w 61896"/>
                <a:gd name="connsiteY2" fmla="*/ 65127 h 90445"/>
                <a:gd name="connsiteX3" fmla="*/ 31374 w 61896"/>
                <a:gd name="connsiteY3" fmla="*/ 78211 h 90445"/>
                <a:gd name="connsiteX4" fmla="*/ 47302 w 61896"/>
                <a:gd name="connsiteY4" fmla="*/ 65238 h 90445"/>
                <a:gd name="connsiteX5" fmla="*/ 259 w 61896"/>
                <a:gd name="connsiteY5" fmla="*/ 25171 h 90445"/>
                <a:gd name="connsiteX6" fmla="*/ 30708 w 61896"/>
                <a:gd name="connsiteY6" fmla="*/ 0 h 90445"/>
                <a:gd name="connsiteX7" fmla="*/ 60934 w 61896"/>
                <a:gd name="connsiteY7" fmla="*/ 24025 h 90445"/>
                <a:gd name="connsiteX8" fmla="*/ 44857 w 61896"/>
                <a:gd name="connsiteY8" fmla="*/ 24025 h 90445"/>
                <a:gd name="connsiteX9" fmla="*/ 29930 w 61896"/>
                <a:gd name="connsiteY9" fmla="*/ 12308 h 90445"/>
                <a:gd name="connsiteX10" fmla="*/ 15002 w 61896"/>
                <a:gd name="connsiteY10" fmla="*/ 24654 h 90445"/>
                <a:gd name="connsiteX11" fmla="*/ 61897 w 61896"/>
                <a:gd name="connsiteY11" fmla="*/ 64462 h 90445"/>
                <a:gd name="connsiteX12" fmla="*/ 31300 w 61896"/>
                <a:gd name="connsiteY12" fmla="*/ 90409 h 9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896" h="90445">
                  <a:moveTo>
                    <a:pt x="31337" y="90446"/>
                  </a:moveTo>
                  <a:cubicBezTo>
                    <a:pt x="13631" y="90446"/>
                    <a:pt x="0" y="80762"/>
                    <a:pt x="0" y="65127"/>
                  </a:cubicBezTo>
                  <a:lnTo>
                    <a:pt x="15558" y="65127"/>
                  </a:lnTo>
                  <a:cubicBezTo>
                    <a:pt x="16187" y="72372"/>
                    <a:pt x="21299" y="78211"/>
                    <a:pt x="31374" y="78211"/>
                  </a:cubicBezTo>
                  <a:cubicBezTo>
                    <a:pt x="41450" y="78211"/>
                    <a:pt x="47302" y="72741"/>
                    <a:pt x="47302" y="65238"/>
                  </a:cubicBezTo>
                  <a:cubicBezTo>
                    <a:pt x="47302" y="43874"/>
                    <a:pt x="259" y="57735"/>
                    <a:pt x="259" y="25171"/>
                  </a:cubicBezTo>
                  <a:cubicBezTo>
                    <a:pt x="259" y="9647"/>
                    <a:pt x="12631" y="0"/>
                    <a:pt x="30708" y="0"/>
                  </a:cubicBezTo>
                  <a:cubicBezTo>
                    <a:pt x="47673" y="0"/>
                    <a:pt x="59637" y="8908"/>
                    <a:pt x="60934" y="24025"/>
                  </a:cubicBezTo>
                  <a:lnTo>
                    <a:pt x="44857" y="24025"/>
                  </a:lnTo>
                  <a:cubicBezTo>
                    <a:pt x="44339" y="18037"/>
                    <a:pt x="39116" y="12567"/>
                    <a:pt x="29930" y="12308"/>
                  </a:cubicBezTo>
                  <a:cubicBezTo>
                    <a:pt x="21521" y="12050"/>
                    <a:pt x="15002" y="16115"/>
                    <a:pt x="15002" y="24654"/>
                  </a:cubicBezTo>
                  <a:cubicBezTo>
                    <a:pt x="15002" y="44613"/>
                    <a:pt x="61897" y="32157"/>
                    <a:pt x="61897" y="64462"/>
                  </a:cubicBezTo>
                  <a:cubicBezTo>
                    <a:pt x="61897" y="77694"/>
                    <a:pt x="51080" y="90409"/>
                    <a:pt x="31300" y="90409"/>
                  </a:cubicBezTo>
                  <a:close/>
                </a:path>
              </a:pathLst>
            </a:custGeom>
            <a:grpFill/>
            <a:ln w="3692"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6F42E420-2B62-569A-6BA3-C5FE2BE80723}"/>
                </a:ext>
              </a:extLst>
            </p:cNvPr>
            <p:cNvSpPr/>
            <p:nvPr/>
          </p:nvSpPr>
          <p:spPr>
            <a:xfrm>
              <a:off x="3552073" y="6030615"/>
              <a:ext cx="72008" cy="104565"/>
            </a:xfrm>
            <a:custGeom>
              <a:avLst/>
              <a:gdLst>
                <a:gd name="connsiteX0" fmla="*/ 39005 w 72008"/>
                <a:gd name="connsiteY0" fmla="*/ 0 h 104565"/>
                <a:gd name="connsiteX1" fmla="*/ 72009 w 72008"/>
                <a:gd name="connsiteY1" fmla="*/ 35853 h 104565"/>
                <a:gd name="connsiteX2" fmla="*/ 39005 w 72008"/>
                <a:gd name="connsiteY2" fmla="*/ 72372 h 104565"/>
                <a:gd name="connsiteX3" fmla="*/ 14520 w 72008"/>
                <a:gd name="connsiteY3" fmla="*/ 61061 h 104565"/>
                <a:gd name="connsiteX4" fmla="*/ 14520 w 72008"/>
                <a:gd name="connsiteY4" fmla="*/ 104565 h 104565"/>
                <a:gd name="connsiteX5" fmla="*/ 0 w 72008"/>
                <a:gd name="connsiteY5" fmla="*/ 104565 h 104565"/>
                <a:gd name="connsiteX6" fmla="*/ 0 w 72008"/>
                <a:gd name="connsiteY6" fmla="*/ 1183 h 104565"/>
                <a:gd name="connsiteX7" fmla="*/ 14520 w 72008"/>
                <a:gd name="connsiteY7" fmla="*/ 1183 h 104565"/>
                <a:gd name="connsiteX8" fmla="*/ 14520 w 72008"/>
                <a:gd name="connsiteY8" fmla="*/ 11495 h 104565"/>
                <a:gd name="connsiteX9" fmla="*/ 39005 w 72008"/>
                <a:gd name="connsiteY9" fmla="*/ 37 h 104565"/>
                <a:gd name="connsiteX10" fmla="*/ 35819 w 72008"/>
                <a:gd name="connsiteY10" fmla="*/ 12604 h 104565"/>
                <a:gd name="connsiteX11" fmla="*/ 14520 w 72008"/>
                <a:gd name="connsiteY11" fmla="*/ 36149 h 104565"/>
                <a:gd name="connsiteX12" fmla="*/ 35819 w 72008"/>
                <a:gd name="connsiteY12" fmla="*/ 59804 h 104565"/>
                <a:gd name="connsiteX13" fmla="*/ 57229 w 72008"/>
                <a:gd name="connsiteY13" fmla="*/ 35890 h 104565"/>
                <a:gd name="connsiteX14" fmla="*/ 35819 w 72008"/>
                <a:gd name="connsiteY14" fmla="*/ 12604 h 10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008" h="104565">
                  <a:moveTo>
                    <a:pt x="39005" y="0"/>
                  </a:moveTo>
                  <a:cubicBezTo>
                    <a:pt x="57489" y="0"/>
                    <a:pt x="72009" y="14230"/>
                    <a:pt x="72009" y="35853"/>
                  </a:cubicBezTo>
                  <a:cubicBezTo>
                    <a:pt x="72009" y="57476"/>
                    <a:pt x="57489" y="72372"/>
                    <a:pt x="39005" y="72372"/>
                  </a:cubicBezTo>
                  <a:cubicBezTo>
                    <a:pt x="27411" y="72372"/>
                    <a:pt x="19113" y="66532"/>
                    <a:pt x="14520" y="61061"/>
                  </a:cubicBezTo>
                  <a:lnTo>
                    <a:pt x="14520" y="104565"/>
                  </a:lnTo>
                  <a:lnTo>
                    <a:pt x="0" y="104565"/>
                  </a:lnTo>
                  <a:lnTo>
                    <a:pt x="0" y="1183"/>
                  </a:lnTo>
                  <a:lnTo>
                    <a:pt x="14520" y="1183"/>
                  </a:lnTo>
                  <a:lnTo>
                    <a:pt x="14520" y="11495"/>
                  </a:lnTo>
                  <a:cubicBezTo>
                    <a:pt x="18965" y="5655"/>
                    <a:pt x="27522" y="37"/>
                    <a:pt x="39005" y="37"/>
                  </a:cubicBezTo>
                  <a:close/>
                  <a:moveTo>
                    <a:pt x="35819" y="12604"/>
                  </a:moveTo>
                  <a:cubicBezTo>
                    <a:pt x="25003" y="12604"/>
                    <a:pt x="14520" y="21142"/>
                    <a:pt x="14520" y="36149"/>
                  </a:cubicBezTo>
                  <a:cubicBezTo>
                    <a:pt x="14520" y="51155"/>
                    <a:pt x="24966" y="59804"/>
                    <a:pt x="35819" y="59804"/>
                  </a:cubicBezTo>
                  <a:cubicBezTo>
                    <a:pt x="46672" y="59804"/>
                    <a:pt x="57229" y="51044"/>
                    <a:pt x="57229" y="35890"/>
                  </a:cubicBezTo>
                  <a:cubicBezTo>
                    <a:pt x="57229" y="20736"/>
                    <a:pt x="46784" y="12604"/>
                    <a:pt x="35819" y="12604"/>
                  </a:cubicBezTo>
                  <a:close/>
                </a:path>
              </a:pathLst>
            </a:custGeom>
            <a:grpFill/>
            <a:ln w="3692"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529C9E47-4B19-461E-78B5-528BE4648503}"/>
                </a:ext>
              </a:extLst>
            </p:cNvPr>
            <p:cNvSpPr/>
            <p:nvPr/>
          </p:nvSpPr>
          <p:spPr>
            <a:xfrm>
              <a:off x="363319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2C0E50E7-F709-225C-A8B9-7A3ED5CFF457}"/>
                </a:ext>
              </a:extLst>
            </p:cNvPr>
            <p:cNvSpPr/>
            <p:nvPr/>
          </p:nvSpPr>
          <p:spPr>
            <a:xfrm>
              <a:off x="3711463" y="6030615"/>
              <a:ext cx="66786" cy="72408"/>
            </a:xfrm>
            <a:custGeom>
              <a:avLst/>
              <a:gdLst>
                <a:gd name="connsiteX0" fmla="*/ 34412 w 66786"/>
                <a:gd name="connsiteY0" fmla="*/ 0 h 72408"/>
                <a:gd name="connsiteX1" fmla="*/ 66786 w 66786"/>
                <a:gd name="connsiteY1" fmla="*/ 23286 h 72408"/>
                <a:gd name="connsiteX2" fmla="*/ 51118 w 66786"/>
                <a:gd name="connsiteY2" fmla="*/ 23286 h 72408"/>
                <a:gd name="connsiteX3" fmla="*/ 34412 w 66786"/>
                <a:gd name="connsiteY3" fmla="*/ 12234 h 72408"/>
                <a:gd name="connsiteX4" fmla="*/ 14928 w 66786"/>
                <a:gd name="connsiteY4" fmla="*/ 36149 h 72408"/>
                <a:gd name="connsiteX5" fmla="*/ 34412 w 66786"/>
                <a:gd name="connsiteY5" fmla="*/ 60174 h 72408"/>
                <a:gd name="connsiteX6" fmla="*/ 51118 w 66786"/>
                <a:gd name="connsiteY6" fmla="*/ 49122 h 72408"/>
                <a:gd name="connsiteX7" fmla="*/ 66786 w 66786"/>
                <a:gd name="connsiteY7" fmla="*/ 49122 h 72408"/>
                <a:gd name="connsiteX8" fmla="*/ 34412 w 66786"/>
                <a:gd name="connsiteY8" fmla="*/ 72408 h 72408"/>
                <a:gd name="connsiteX9" fmla="*/ 0 w 66786"/>
                <a:gd name="connsiteY9" fmla="*/ 36149 h 72408"/>
                <a:gd name="connsiteX10" fmla="*/ 34412 w 66786"/>
                <a:gd name="connsiteY10" fmla="*/ 37 h 7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86" h="72408">
                  <a:moveTo>
                    <a:pt x="34412" y="0"/>
                  </a:moveTo>
                  <a:cubicBezTo>
                    <a:pt x="51599" y="0"/>
                    <a:pt x="62823" y="8501"/>
                    <a:pt x="66786" y="23286"/>
                  </a:cubicBezTo>
                  <a:lnTo>
                    <a:pt x="51118" y="23286"/>
                  </a:lnTo>
                  <a:cubicBezTo>
                    <a:pt x="48710" y="16559"/>
                    <a:pt x="43079" y="12234"/>
                    <a:pt x="34412" y="12234"/>
                  </a:cubicBezTo>
                  <a:cubicBezTo>
                    <a:pt x="22670" y="12234"/>
                    <a:pt x="14928" y="20884"/>
                    <a:pt x="14928" y="36149"/>
                  </a:cubicBezTo>
                  <a:cubicBezTo>
                    <a:pt x="14928" y="51414"/>
                    <a:pt x="22707" y="60174"/>
                    <a:pt x="34412" y="60174"/>
                  </a:cubicBezTo>
                  <a:cubicBezTo>
                    <a:pt x="43079" y="60174"/>
                    <a:pt x="48413" y="56367"/>
                    <a:pt x="51118" y="49122"/>
                  </a:cubicBezTo>
                  <a:lnTo>
                    <a:pt x="66786" y="49122"/>
                  </a:lnTo>
                  <a:cubicBezTo>
                    <a:pt x="62823" y="62872"/>
                    <a:pt x="51636" y="72408"/>
                    <a:pt x="34412" y="72408"/>
                  </a:cubicBezTo>
                  <a:cubicBezTo>
                    <a:pt x="14261" y="72408"/>
                    <a:pt x="0" y="58178"/>
                    <a:pt x="0" y="36149"/>
                  </a:cubicBezTo>
                  <a:cubicBezTo>
                    <a:pt x="0" y="14119"/>
                    <a:pt x="14261" y="37"/>
                    <a:pt x="34412" y="37"/>
                  </a:cubicBezTo>
                  <a:close/>
                </a:path>
              </a:pathLst>
            </a:custGeom>
            <a:grpFill/>
            <a:ln w="3692"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61CFA517-6768-2088-241D-A15A8A896940}"/>
                </a:ext>
              </a:extLst>
            </p:cNvPr>
            <p:cNvSpPr/>
            <p:nvPr/>
          </p:nvSpPr>
          <p:spPr>
            <a:xfrm>
              <a:off x="3789066" y="6003891"/>
              <a:ext cx="18483" cy="97949"/>
            </a:xfrm>
            <a:custGeom>
              <a:avLst/>
              <a:gdLst>
                <a:gd name="connsiteX0" fmla="*/ 0 w 18483"/>
                <a:gd name="connsiteY0" fmla="*/ 9277 h 97949"/>
                <a:gd name="connsiteX1" fmla="*/ 9297 w 18483"/>
                <a:gd name="connsiteY1" fmla="*/ 0 h 97949"/>
                <a:gd name="connsiteX2" fmla="*/ 18484 w 18483"/>
                <a:gd name="connsiteY2" fmla="*/ 9277 h 97949"/>
                <a:gd name="connsiteX3" fmla="*/ 9297 w 18483"/>
                <a:gd name="connsiteY3" fmla="*/ 18555 h 97949"/>
                <a:gd name="connsiteX4" fmla="*/ 0 w 18483"/>
                <a:gd name="connsiteY4" fmla="*/ 9277 h 97949"/>
                <a:gd name="connsiteX5" fmla="*/ 1926 w 18483"/>
                <a:gd name="connsiteY5" fmla="*/ 27869 h 97949"/>
                <a:gd name="connsiteX6" fmla="*/ 16446 w 18483"/>
                <a:gd name="connsiteY6" fmla="*/ 27869 h 97949"/>
                <a:gd name="connsiteX7" fmla="*/ 16446 w 18483"/>
                <a:gd name="connsiteY7" fmla="*/ 97949 h 97949"/>
                <a:gd name="connsiteX8" fmla="*/ 1926 w 18483"/>
                <a:gd name="connsiteY8" fmla="*/ 97949 h 97949"/>
                <a:gd name="connsiteX9" fmla="*/ 1926 w 18483"/>
                <a:gd name="connsiteY9" fmla="*/ 27869 h 97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83" h="97949">
                  <a:moveTo>
                    <a:pt x="0" y="9277"/>
                  </a:moveTo>
                  <a:cubicBezTo>
                    <a:pt x="0" y="4066"/>
                    <a:pt x="4075" y="0"/>
                    <a:pt x="9297" y="0"/>
                  </a:cubicBezTo>
                  <a:cubicBezTo>
                    <a:pt x="14520" y="0"/>
                    <a:pt x="18484" y="4066"/>
                    <a:pt x="18484" y="9277"/>
                  </a:cubicBezTo>
                  <a:cubicBezTo>
                    <a:pt x="18484" y="14489"/>
                    <a:pt x="14409" y="18555"/>
                    <a:pt x="9297" y="18555"/>
                  </a:cubicBezTo>
                  <a:cubicBezTo>
                    <a:pt x="4186" y="18555"/>
                    <a:pt x="0" y="14489"/>
                    <a:pt x="0" y="9277"/>
                  </a:cubicBezTo>
                  <a:close/>
                  <a:moveTo>
                    <a:pt x="1926" y="27869"/>
                  </a:moveTo>
                  <a:lnTo>
                    <a:pt x="16446" y="27869"/>
                  </a:lnTo>
                  <a:lnTo>
                    <a:pt x="16446" y="97949"/>
                  </a:lnTo>
                  <a:lnTo>
                    <a:pt x="1926" y="97949"/>
                  </a:lnTo>
                  <a:lnTo>
                    <a:pt x="1926" y="27869"/>
                  </a:lnTo>
                  <a:close/>
                </a:path>
              </a:pathLst>
            </a:custGeom>
            <a:grpFill/>
            <a:ln w="3692"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DD549D2B-6FB5-7CFB-59E8-81F0F5059F9E}"/>
                </a:ext>
              </a:extLst>
            </p:cNvPr>
            <p:cNvSpPr/>
            <p:nvPr/>
          </p:nvSpPr>
          <p:spPr>
            <a:xfrm>
              <a:off x="3818328"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4D14A19E-7265-60D3-52F7-3A8E0A50E8A3}"/>
                </a:ext>
              </a:extLst>
            </p:cNvPr>
            <p:cNvSpPr/>
            <p:nvPr/>
          </p:nvSpPr>
          <p:spPr>
            <a:xfrm>
              <a:off x="3907969"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93A329E9-B18D-5BD5-7F20-17E67289BB05}"/>
                </a:ext>
              </a:extLst>
            </p:cNvPr>
            <p:cNvSpPr/>
            <p:nvPr/>
          </p:nvSpPr>
          <p:spPr>
            <a:xfrm>
              <a:off x="3933935"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5C95B42E-0A94-D1B2-592D-1FB9483C3246}"/>
                </a:ext>
              </a:extLst>
            </p:cNvPr>
            <p:cNvSpPr/>
            <p:nvPr/>
          </p:nvSpPr>
          <p:spPr>
            <a:xfrm>
              <a:off x="3980460" y="6031761"/>
              <a:ext cx="71527" cy="103013"/>
            </a:xfrm>
            <a:custGeom>
              <a:avLst/>
              <a:gdLst>
                <a:gd name="connsiteX0" fmla="*/ 56488 w 71527"/>
                <a:gd name="connsiteY0" fmla="*/ 0 h 103013"/>
                <a:gd name="connsiteX1" fmla="*/ 71527 w 71527"/>
                <a:gd name="connsiteY1" fmla="*/ 0 h 103013"/>
                <a:gd name="connsiteX2" fmla="*/ 28448 w 71527"/>
                <a:gd name="connsiteY2" fmla="*/ 103013 h 103013"/>
                <a:gd name="connsiteX3" fmla="*/ 13409 w 71527"/>
                <a:gd name="connsiteY3" fmla="*/ 103013 h 103013"/>
                <a:gd name="connsiteX4" fmla="*/ 27670 w 71527"/>
                <a:gd name="connsiteY4" fmla="*/ 68934 h 103013"/>
                <a:gd name="connsiteX5" fmla="*/ 0 w 71527"/>
                <a:gd name="connsiteY5" fmla="*/ 0 h 103013"/>
                <a:gd name="connsiteX6" fmla="*/ 16187 w 71527"/>
                <a:gd name="connsiteY6" fmla="*/ 0 h 103013"/>
                <a:gd name="connsiteX7" fmla="*/ 35930 w 71527"/>
                <a:gd name="connsiteY7" fmla="*/ 53410 h 103013"/>
                <a:gd name="connsiteX8" fmla="*/ 56451 w 71527"/>
                <a:gd name="connsiteY8" fmla="*/ 0 h 10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 h="103013">
                  <a:moveTo>
                    <a:pt x="56488" y="0"/>
                  </a:moveTo>
                  <a:lnTo>
                    <a:pt x="71527" y="0"/>
                  </a:lnTo>
                  <a:lnTo>
                    <a:pt x="28448" y="103013"/>
                  </a:lnTo>
                  <a:lnTo>
                    <a:pt x="13409" y="103013"/>
                  </a:lnTo>
                  <a:lnTo>
                    <a:pt x="27670" y="68934"/>
                  </a:lnTo>
                  <a:lnTo>
                    <a:pt x="0" y="0"/>
                  </a:lnTo>
                  <a:lnTo>
                    <a:pt x="16187" y="0"/>
                  </a:lnTo>
                  <a:lnTo>
                    <a:pt x="35930" y="53410"/>
                  </a:lnTo>
                  <a:lnTo>
                    <a:pt x="56451" y="0"/>
                  </a:lnTo>
                  <a:close/>
                </a:path>
              </a:pathLst>
            </a:custGeom>
            <a:grpFill/>
            <a:ln w="3692"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8C3107DD-B894-67CE-7D25-F8BDC8A2E1E8}"/>
                </a:ext>
              </a:extLst>
            </p:cNvPr>
            <p:cNvSpPr/>
            <p:nvPr/>
          </p:nvSpPr>
          <p:spPr>
            <a:xfrm>
              <a:off x="4091251" y="6012282"/>
              <a:ext cx="86380" cy="90298"/>
            </a:xfrm>
            <a:custGeom>
              <a:avLst/>
              <a:gdLst>
                <a:gd name="connsiteX0" fmla="*/ 45228 w 86380"/>
                <a:gd name="connsiteY0" fmla="*/ 0 h 90298"/>
                <a:gd name="connsiteX1" fmla="*/ 86381 w 86380"/>
                <a:gd name="connsiteY1" fmla="*/ 26576 h 90298"/>
                <a:gd name="connsiteX2" fmla="*/ 68934 w 86380"/>
                <a:gd name="connsiteY2" fmla="*/ 26576 h 90298"/>
                <a:gd name="connsiteX3" fmla="*/ 45228 w 86380"/>
                <a:gd name="connsiteY3" fmla="*/ 12715 h 90298"/>
                <a:gd name="connsiteX4" fmla="*/ 14891 w 86380"/>
                <a:gd name="connsiteY4" fmla="*/ 45131 h 90298"/>
                <a:gd name="connsiteX5" fmla="*/ 45228 w 86380"/>
                <a:gd name="connsiteY5" fmla="*/ 77694 h 90298"/>
                <a:gd name="connsiteX6" fmla="*/ 68934 w 86380"/>
                <a:gd name="connsiteY6" fmla="*/ 63833 h 90298"/>
                <a:gd name="connsiteX7" fmla="*/ 86381 w 86380"/>
                <a:gd name="connsiteY7" fmla="*/ 63833 h 90298"/>
                <a:gd name="connsiteX8" fmla="*/ 45228 w 86380"/>
                <a:gd name="connsiteY8" fmla="*/ 90298 h 90298"/>
                <a:gd name="connsiteX9" fmla="*/ 0 w 86380"/>
                <a:gd name="connsiteY9" fmla="*/ 45168 h 90298"/>
                <a:gd name="connsiteX10" fmla="*/ 45228 w 86380"/>
                <a:gd name="connsiteY10" fmla="*/ 37 h 9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 h="90298">
                  <a:moveTo>
                    <a:pt x="45228" y="0"/>
                  </a:moveTo>
                  <a:cubicBezTo>
                    <a:pt x="63712" y="0"/>
                    <a:pt x="79640" y="9277"/>
                    <a:pt x="86381" y="26576"/>
                  </a:cubicBezTo>
                  <a:lnTo>
                    <a:pt x="68934" y="26576"/>
                  </a:lnTo>
                  <a:cubicBezTo>
                    <a:pt x="64230" y="17150"/>
                    <a:pt x="55822" y="12715"/>
                    <a:pt x="45228" y="12715"/>
                  </a:cubicBezTo>
                  <a:cubicBezTo>
                    <a:pt x="27633" y="12715"/>
                    <a:pt x="14891" y="25171"/>
                    <a:pt x="14891" y="45131"/>
                  </a:cubicBezTo>
                  <a:cubicBezTo>
                    <a:pt x="14891" y="65090"/>
                    <a:pt x="27633" y="77694"/>
                    <a:pt x="45228" y="77694"/>
                  </a:cubicBezTo>
                  <a:cubicBezTo>
                    <a:pt x="55822" y="77694"/>
                    <a:pt x="64230" y="73259"/>
                    <a:pt x="68934" y="63833"/>
                  </a:cubicBezTo>
                  <a:lnTo>
                    <a:pt x="86381" y="63833"/>
                  </a:lnTo>
                  <a:cubicBezTo>
                    <a:pt x="79640" y="81132"/>
                    <a:pt x="63712" y="90298"/>
                    <a:pt x="45228" y="90298"/>
                  </a:cubicBezTo>
                  <a:cubicBezTo>
                    <a:pt x="20262" y="90298"/>
                    <a:pt x="0" y="71743"/>
                    <a:pt x="0" y="45168"/>
                  </a:cubicBezTo>
                  <a:cubicBezTo>
                    <a:pt x="0" y="18592"/>
                    <a:pt x="20262" y="37"/>
                    <a:pt x="45228" y="37"/>
                  </a:cubicBezTo>
                  <a:close/>
                </a:path>
              </a:pathLst>
            </a:custGeom>
            <a:grpFill/>
            <a:ln w="3692" cap="flat">
              <a:no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DFCEEDE6-67E5-CD8E-2851-E07F19C00522}"/>
                </a:ext>
              </a:extLst>
            </p:cNvPr>
            <p:cNvSpPr/>
            <p:nvPr/>
          </p:nvSpPr>
          <p:spPr>
            <a:xfrm>
              <a:off x="4187300"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8" y="72372"/>
                    <a:pt x="0" y="57476"/>
                    <a:pt x="0" y="35853"/>
                  </a:cubicBezTo>
                  <a:cubicBezTo>
                    <a:pt x="0" y="14230"/>
                    <a:pt x="14668"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94EBDB0D-721A-EBF1-FA04-E6C403D8A755}"/>
                </a:ext>
              </a:extLst>
            </p:cNvPr>
            <p:cNvSpPr/>
            <p:nvPr/>
          </p:nvSpPr>
          <p:spPr>
            <a:xfrm>
              <a:off x="4274422" y="6030615"/>
              <a:ext cx="35559" cy="71225"/>
            </a:xfrm>
            <a:custGeom>
              <a:avLst/>
              <a:gdLst>
                <a:gd name="connsiteX0" fmla="*/ 14520 w 35559"/>
                <a:gd name="connsiteY0" fmla="*/ 71226 h 71225"/>
                <a:gd name="connsiteX1" fmla="*/ 0 w 35559"/>
                <a:gd name="connsiteY1" fmla="*/ 71226 h 71225"/>
                <a:gd name="connsiteX2" fmla="*/ 0 w 35559"/>
                <a:gd name="connsiteY2" fmla="*/ 1146 h 71225"/>
                <a:gd name="connsiteX3" fmla="*/ 14520 w 35559"/>
                <a:gd name="connsiteY3" fmla="*/ 1146 h 71225"/>
                <a:gd name="connsiteX4" fmla="*/ 14520 w 35559"/>
                <a:gd name="connsiteY4" fmla="*/ 11310 h 71225"/>
                <a:gd name="connsiteX5" fmla="*/ 35560 w 35559"/>
                <a:gd name="connsiteY5" fmla="*/ 0 h 71225"/>
                <a:gd name="connsiteX6" fmla="*/ 35560 w 35559"/>
                <a:gd name="connsiteY6" fmla="*/ 15007 h 71225"/>
                <a:gd name="connsiteX7" fmla="*/ 31856 w 35559"/>
                <a:gd name="connsiteY7" fmla="*/ 15007 h 71225"/>
                <a:gd name="connsiteX8" fmla="*/ 14520 w 35559"/>
                <a:gd name="connsiteY8" fmla="*/ 34338 h 71225"/>
                <a:gd name="connsiteX9" fmla="*/ 14520 w 35559"/>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59"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60D315A6-41B8-B572-0062-B5D9D5177D13}"/>
                </a:ext>
              </a:extLst>
            </p:cNvPr>
            <p:cNvSpPr/>
            <p:nvPr/>
          </p:nvSpPr>
          <p:spPr>
            <a:xfrm>
              <a:off x="431583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0 w 69193"/>
                <a:gd name="connsiteY8" fmla="*/ 50342 h 72371"/>
                <a:gd name="connsiteX9" fmla="*/ 34967 w 69193"/>
                <a:gd name="connsiteY9" fmla="*/ 72335 h 72371"/>
                <a:gd name="connsiteX10" fmla="*/ 15150 w 69193"/>
                <a:gd name="connsiteY10" fmla="*/ 29865 h 72371"/>
                <a:gd name="connsiteX11" fmla="*/ 54007 w 69193"/>
                <a:gd name="connsiteY11" fmla="*/ 29865 h 72371"/>
                <a:gd name="connsiteX12" fmla="*/ 34375 w 69193"/>
                <a:gd name="connsiteY12" fmla="*/ 12197 h 72371"/>
                <a:gd name="connsiteX13" fmla="*/ 15113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83" y="39143"/>
                    <a:pt x="68675" y="41582"/>
                  </a:cubicBezTo>
                  <a:lnTo>
                    <a:pt x="15002" y="41582"/>
                  </a:lnTo>
                  <a:cubicBezTo>
                    <a:pt x="16039" y="53151"/>
                    <a:pt x="24299" y="60137"/>
                    <a:pt x="35004" y="60137"/>
                  </a:cubicBezTo>
                  <a:cubicBezTo>
                    <a:pt x="43931" y="60137"/>
                    <a:pt x="48895" y="55813"/>
                    <a:pt x="51562" y="50342"/>
                  </a:cubicBezTo>
                  <a:lnTo>
                    <a:pt x="67230" y="50342"/>
                  </a:lnTo>
                  <a:cubicBezTo>
                    <a:pt x="63267" y="62540"/>
                    <a:pt x="52192" y="72335"/>
                    <a:pt x="34967" y="72335"/>
                  </a:cubicBezTo>
                  <a:close/>
                  <a:moveTo>
                    <a:pt x="15150" y="29865"/>
                  </a:moveTo>
                  <a:lnTo>
                    <a:pt x="54007" y="29865"/>
                  </a:lnTo>
                  <a:cubicBezTo>
                    <a:pt x="53747" y="19072"/>
                    <a:pt x="45228" y="12197"/>
                    <a:pt x="34375" y="12197"/>
                  </a:cubicBezTo>
                  <a:cubicBezTo>
                    <a:pt x="24559" y="12197"/>
                    <a:pt x="16669" y="18814"/>
                    <a:pt x="15113" y="29865"/>
                  </a:cubicBezTo>
                  <a:close/>
                </a:path>
              </a:pathLst>
            </a:custGeom>
            <a:grpFill/>
            <a:ln w="3692"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15C928F9-978B-4A03-8820-AF604258C39F}"/>
                </a:ext>
              </a:extLst>
            </p:cNvPr>
            <p:cNvSpPr/>
            <p:nvPr/>
          </p:nvSpPr>
          <p:spPr>
            <a:xfrm>
              <a:off x="4432442" y="6013428"/>
              <a:ext cx="61933" cy="88376"/>
            </a:xfrm>
            <a:custGeom>
              <a:avLst/>
              <a:gdLst>
                <a:gd name="connsiteX0" fmla="*/ 30596 w 61933"/>
                <a:gd name="connsiteY0" fmla="*/ 52523 h 88376"/>
                <a:gd name="connsiteX1" fmla="*/ 14520 w 61933"/>
                <a:gd name="connsiteY1" fmla="*/ 52523 h 88376"/>
                <a:gd name="connsiteX2" fmla="*/ 14520 w 61933"/>
                <a:gd name="connsiteY2" fmla="*/ 88376 h 88376"/>
                <a:gd name="connsiteX3" fmla="*/ 0 w 61933"/>
                <a:gd name="connsiteY3" fmla="*/ 88376 h 88376"/>
                <a:gd name="connsiteX4" fmla="*/ 0 w 61933"/>
                <a:gd name="connsiteY4" fmla="*/ 0 h 88376"/>
                <a:gd name="connsiteX5" fmla="*/ 30596 w 61933"/>
                <a:gd name="connsiteY5" fmla="*/ 0 h 88376"/>
                <a:gd name="connsiteX6" fmla="*/ 61933 w 61933"/>
                <a:gd name="connsiteY6" fmla="*/ 26317 h 88376"/>
                <a:gd name="connsiteX7" fmla="*/ 30596 w 61933"/>
                <a:gd name="connsiteY7" fmla="*/ 52523 h 88376"/>
                <a:gd name="connsiteX8" fmla="*/ 30596 w 61933"/>
                <a:gd name="connsiteY8" fmla="*/ 40695 h 88376"/>
                <a:gd name="connsiteX9" fmla="*/ 47043 w 61933"/>
                <a:gd name="connsiteY9" fmla="*/ 26317 h 88376"/>
                <a:gd name="connsiteX10" fmla="*/ 30596 w 61933"/>
                <a:gd name="connsiteY10" fmla="*/ 11828 h 88376"/>
                <a:gd name="connsiteX11" fmla="*/ 14520 w 61933"/>
                <a:gd name="connsiteY11" fmla="*/ 11828 h 88376"/>
                <a:gd name="connsiteX12" fmla="*/ 14520 w 61933"/>
                <a:gd name="connsiteY12" fmla="*/ 40695 h 88376"/>
                <a:gd name="connsiteX13" fmla="*/ 30596 w 61933"/>
                <a:gd name="connsiteY13" fmla="*/ 40695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933" h="88376">
                  <a:moveTo>
                    <a:pt x="30596" y="52523"/>
                  </a:moveTo>
                  <a:lnTo>
                    <a:pt x="14520" y="52523"/>
                  </a:lnTo>
                  <a:lnTo>
                    <a:pt x="14520" y="88376"/>
                  </a:lnTo>
                  <a:lnTo>
                    <a:pt x="0" y="88376"/>
                  </a:lnTo>
                  <a:lnTo>
                    <a:pt x="0" y="0"/>
                  </a:lnTo>
                  <a:lnTo>
                    <a:pt x="30596" y="0"/>
                  </a:lnTo>
                  <a:cubicBezTo>
                    <a:pt x="51636" y="0"/>
                    <a:pt x="61933" y="11939"/>
                    <a:pt x="61933" y="26317"/>
                  </a:cubicBezTo>
                  <a:cubicBezTo>
                    <a:pt x="61933" y="38921"/>
                    <a:pt x="53636" y="52523"/>
                    <a:pt x="30596" y="52523"/>
                  </a:cubicBezTo>
                  <a:close/>
                  <a:moveTo>
                    <a:pt x="30596" y="40695"/>
                  </a:moveTo>
                  <a:cubicBezTo>
                    <a:pt x="41931" y="40695"/>
                    <a:pt x="47043" y="35225"/>
                    <a:pt x="47043" y="26317"/>
                  </a:cubicBezTo>
                  <a:cubicBezTo>
                    <a:pt x="47043" y="17409"/>
                    <a:pt x="41931" y="11828"/>
                    <a:pt x="30596" y="11828"/>
                  </a:cubicBezTo>
                  <a:lnTo>
                    <a:pt x="14520" y="11828"/>
                  </a:lnTo>
                  <a:lnTo>
                    <a:pt x="14520" y="40695"/>
                  </a:lnTo>
                  <a:lnTo>
                    <a:pt x="30596" y="40695"/>
                  </a:lnTo>
                  <a:close/>
                </a:path>
              </a:pathLst>
            </a:custGeom>
            <a:grpFill/>
            <a:ln w="3692"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895891BB-224B-7EB5-B05C-15DECA662AB2}"/>
                </a:ext>
              </a:extLst>
            </p:cNvPr>
            <p:cNvSpPr/>
            <p:nvPr/>
          </p:nvSpPr>
          <p:spPr>
            <a:xfrm>
              <a:off x="4505117"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CDCBCD76-93B6-72CF-C239-CA3E0FC44EFB}"/>
                </a:ext>
              </a:extLst>
            </p:cNvPr>
            <p:cNvSpPr/>
            <p:nvPr/>
          </p:nvSpPr>
          <p:spPr>
            <a:xfrm>
              <a:off x="4532861"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190 w 72157"/>
                <a:gd name="connsiteY10" fmla="*/ 12604 h 72371"/>
                <a:gd name="connsiteX11" fmla="*/ 14891 w 72157"/>
                <a:gd name="connsiteY11" fmla="*/ 35890 h 72371"/>
                <a:gd name="connsiteX12" fmla="*/ 36190 w 72157"/>
                <a:gd name="connsiteY12" fmla="*/ 59804 h 72371"/>
                <a:gd name="connsiteX13" fmla="*/ 57489 w 72157"/>
                <a:gd name="connsiteY13" fmla="*/ 36149 h 72371"/>
                <a:gd name="connsiteX14" fmla="*/ 36190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190" y="12604"/>
                  </a:moveTo>
                  <a:cubicBezTo>
                    <a:pt x="25374" y="12604"/>
                    <a:pt x="14891" y="20736"/>
                    <a:pt x="14891" y="35890"/>
                  </a:cubicBezTo>
                  <a:cubicBezTo>
                    <a:pt x="14891" y="51044"/>
                    <a:pt x="25337" y="59804"/>
                    <a:pt x="36190" y="59804"/>
                  </a:cubicBezTo>
                  <a:cubicBezTo>
                    <a:pt x="47043" y="59804"/>
                    <a:pt x="57489" y="51266"/>
                    <a:pt x="57489" y="36149"/>
                  </a:cubicBezTo>
                  <a:cubicBezTo>
                    <a:pt x="57489" y="21031"/>
                    <a:pt x="47154" y="12604"/>
                    <a:pt x="36190" y="12604"/>
                  </a:cubicBezTo>
                  <a:close/>
                </a:path>
              </a:pathLst>
            </a:custGeom>
            <a:grpFill/>
            <a:ln w="3692" cap="flat">
              <a:no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2CA603B3-6E9B-09C2-5A2C-A01D6E599C98}"/>
                </a:ext>
              </a:extLst>
            </p:cNvPr>
            <p:cNvSpPr/>
            <p:nvPr/>
          </p:nvSpPr>
          <p:spPr>
            <a:xfrm>
              <a:off x="4616427"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8FBBA106-97FD-BE53-6FA1-90436756C2B2}"/>
                </a:ext>
              </a:extLst>
            </p:cNvPr>
            <p:cNvSpPr/>
            <p:nvPr/>
          </p:nvSpPr>
          <p:spPr>
            <a:xfrm>
              <a:off x="4663804" y="6003670"/>
              <a:ext cx="35967" cy="98170"/>
            </a:xfrm>
            <a:custGeom>
              <a:avLst/>
              <a:gdLst>
                <a:gd name="connsiteX0" fmla="*/ 8297 w 35967"/>
                <a:gd name="connsiteY0" fmla="*/ 39919 h 98170"/>
                <a:gd name="connsiteX1" fmla="*/ 0 w 35967"/>
                <a:gd name="connsiteY1" fmla="*/ 39919 h 98170"/>
                <a:gd name="connsiteX2" fmla="*/ 0 w 35967"/>
                <a:gd name="connsiteY2" fmla="*/ 28091 h 98170"/>
                <a:gd name="connsiteX3" fmla="*/ 8297 w 35967"/>
                <a:gd name="connsiteY3" fmla="*/ 28091 h 98170"/>
                <a:gd name="connsiteX4" fmla="*/ 8297 w 35967"/>
                <a:gd name="connsiteY4" fmla="*/ 23138 h 98170"/>
                <a:gd name="connsiteX5" fmla="*/ 34930 w 35967"/>
                <a:gd name="connsiteY5" fmla="*/ 0 h 98170"/>
                <a:gd name="connsiteX6" fmla="*/ 34930 w 35967"/>
                <a:gd name="connsiteY6" fmla="*/ 12087 h 98170"/>
                <a:gd name="connsiteX7" fmla="*/ 22966 w 35967"/>
                <a:gd name="connsiteY7" fmla="*/ 23138 h 98170"/>
                <a:gd name="connsiteX8" fmla="*/ 22966 w 35967"/>
                <a:gd name="connsiteY8" fmla="*/ 28091 h 98170"/>
                <a:gd name="connsiteX9" fmla="*/ 35967 w 35967"/>
                <a:gd name="connsiteY9" fmla="*/ 28091 h 98170"/>
                <a:gd name="connsiteX10" fmla="*/ 35967 w 35967"/>
                <a:gd name="connsiteY10" fmla="*/ 39919 h 98170"/>
                <a:gd name="connsiteX11" fmla="*/ 22966 w 35967"/>
                <a:gd name="connsiteY11" fmla="*/ 39919 h 98170"/>
                <a:gd name="connsiteX12" fmla="*/ 22966 w 35967"/>
                <a:gd name="connsiteY12" fmla="*/ 98171 h 98170"/>
                <a:gd name="connsiteX13" fmla="*/ 8297 w 35967"/>
                <a:gd name="connsiteY13" fmla="*/ 98171 h 98170"/>
                <a:gd name="connsiteX14" fmla="*/ 8297 w 35967"/>
                <a:gd name="connsiteY14" fmla="*/ 39919 h 9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67" h="98170">
                  <a:moveTo>
                    <a:pt x="8297" y="39919"/>
                  </a:moveTo>
                  <a:lnTo>
                    <a:pt x="0" y="39919"/>
                  </a:lnTo>
                  <a:lnTo>
                    <a:pt x="0" y="28091"/>
                  </a:lnTo>
                  <a:lnTo>
                    <a:pt x="8297" y="28091"/>
                  </a:lnTo>
                  <a:lnTo>
                    <a:pt x="8297" y="23138"/>
                  </a:lnTo>
                  <a:cubicBezTo>
                    <a:pt x="8297" y="6986"/>
                    <a:pt x="16595" y="0"/>
                    <a:pt x="34930" y="0"/>
                  </a:cubicBezTo>
                  <a:lnTo>
                    <a:pt x="34930" y="12087"/>
                  </a:lnTo>
                  <a:cubicBezTo>
                    <a:pt x="26003" y="12087"/>
                    <a:pt x="22966" y="15154"/>
                    <a:pt x="22966" y="23138"/>
                  </a:cubicBezTo>
                  <a:lnTo>
                    <a:pt x="22966" y="28091"/>
                  </a:lnTo>
                  <a:lnTo>
                    <a:pt x="35967" y="28091"/>
                  </a:lnTo>
                  <a:lnTo>
                    <a:pt x="35967" y="39919"/>
                  </a:lnTo>
                  <a:lnTo>
                    <a:pt x="22966" y="39919"/>
                  </a:lnTo>
                  <a:lnTo>
                    <a:pt x="22966" y="98171"/>
                  </a:lnTo>
                  <a:lnTo>
                    <a:pt x="8297" y="98171"/>
                  </a:lnTo>
                  <a:lnTo>
                    <a:pt x="8297" y="39919"/>
                  </a:lnTo>
                  <a:close/>
                </a:path>
              </a:pathLst>
            </a:custGeom>
            <a:grpFill/>
            <a:ln w="3692" cap="flat">
              <a:noFill/>
              <a:prstDash val="solid"/>
              <a:miter/>
            </a:ln>
          </p:spPr>
          <p:txBody>
            <a:bodyPr rtlCol="0" anchor="ctr"/>
            <a:lstStyle/>
            <a:p>
              <a:endParaRPr lang="en-US"/>
            </a:p>
          </p:txBody>
        </p:sp>
        <p:sp>
          <p:nvSpPr>
            <p:cNvPr id="78" name="Freeform 77">
              <a:extLst>
                <a:ext uri="{FF2B5EF4-FFF2-40B4-BE49-F238E27FC236}">
                  <a16:creationId xmlns:a16="http://schemas.microsoft.com/office/drawing/2014/main" id="{F33AABDA-DF0C-46C1-9102-9728C0CC0249}"/>
                </a:ext>
              </a:extLst>
            </p:cNvPr>
            <p:cNvSpPr/>
            <p:nvPr/>
          </p:nvSpPr>
          <p:spPr>
            <a:xfrm>
              <a:off x="4704364" y="6030615"/>
              <a:ext cx="71638" cy="72371"/>
            </a:xfrm>
            <a:custGeom>
              <a:avLst/>
              <a:gdLst>
                <a:gd name="connsiteX0" fmla="*/ 35190 w 71638"/>
                <a:gd name="connsiteY0" fmla="*/ 72372 h 72371"/>
                <a:gd name="connsiteX1" fmla="*/ 0 w 71638"/>
                <a:gd name="connsiteY1" fmla="*/ 36112 h 72371"/>
                <a:gd name="connsiteX2" fmla="*/ 35819 w 71638"/>
                <a:gd name="connsiteY2" fmla="*/ 0 h 72371"/>
                <a:gd name="connsiteX3" fmla="*/ 71639 w 71638"/>
                <a:gd name="connsiteY3" fmla="*/ 36112 h 72371"/>
                <a:gd name="connsiteX4" fmla="*/ 35190 w 71638"/>
                <a:gd name="connsiteY4" fmla="*/ 72372 h 72371"/>
                <a:gd name="connsiteX5" fmla="*/ 35190 w 71638"/>
                <a:gd name="connsiteY5" fmla="*/ 59767 h 72371"/>
                <a:gd name="connsiteX6" fmla="*/ 56711 w 71638"/>
                <a:gd name="connsiteY6" fmla="*/ 36112 h 72371"/>
                <a:gd name="connsiteX7" fmla="*/ 35560 w 71638"/>
                <a:gd name="connsiteY7" fmla="*/ 12567 h 72371"/>
                <a:gd name="connsiteX8" fmla="*/ 14780 w 71638"/>
                <a:gd name="connsiteY8" fmla="*/ 36112 h 72371"/>
                <a:gd name="connsiteX9" fmla="*/ 35190 w 71638"/>
                <a:gd name="connsiteY9" fmla="*/ 59767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638" h="72371">
                  <a:moveTo>
                    <a:pt x="35190" y="72372"/>
                  </a:moveTo>
                  <a:cubicBezTo>
                    <a:pt x="15187" y="72372"/>
                    <a:pt x="0" y="58141"/>
                    <a:pt x="0" y="36112"/>
                  </a:cubicBezTo>
                  <a:cubicBezTo>
                    <a:pt x="0" y="14083"/>
                    <a:pt x="15817" y="0"/>
                    <a:pt x="35819" y="0"/>
                  </a:cubicBezTo>
                  <a:cubicBezTo>
                    <a:pt x="55822" y="0"/>
                    <a:pt x="71639" y="14119"/>
                    <a:pt x="71639" y="36112"/>
                  </a:cubicBezTo>
                  <a:cubicBezTo>
                    <a:pt x="71639" y="58104"/>
                    <a:pt x="55340" y="72372"/>
                    <a:pt x="35190" y="72372"/>
                  </a:cubicBezTo>
                  <a:close/>
                  <a:moveTo>
                    <a:pt x="35190" y="59767"/>
                  </a:moveTo>
                  <a:cubicBezTo>
                    <a:pt x="46006" y="59767"/>
                    <a:pt x="56711" y="52006"/>
                    <a:pt x="56711" y="36112"/>
                  </a:cubicBezTo>
                  <a:cubicBezTo>
                    <a:pt x="56711" y="20218"/>
                    <a:pt x="46376" y="12567"/>
                    <a:pt x="35560" y="12567"/>
                  </a:cubicBezTo>
                  <a:cubicBezTo>
                    <a:pt x="24744" y="12567"/>
                    <a:pt x="14780" y="20181"/>
                    <a:pt x="14780" y="36112"/>
                  </a:cubicBezTo>
                  <a:cubicBezTo>
                    <a:pt x="14780" y="52042"/>
                    <a:pt x="24225" y="59767"/>
                    <a:pt x="35190" y="59767"/>
                  </a:cubicBezTo>
                  <a:close/>
                </a:path>
              </a:pathLst>
            </a:custGeom>
            <a:grpFill/>
            <a:ln w="3692"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65D805C3-2566-8C58-783D-4FDD8CD9F19A}"/>
                </a:ext>
              </a:extLst>
            </p:cNvPr>
            <p:cNvSpPr/>
            <p:nvPr/>
          </p:nvSpPr>
          <p:spPr>
            <a:xfrm>
              <a:off x="4786560" y="6030615"/>
              <a:ext cx="35560" cy="71225"/>
            </a:xfrm>
            <a:custGeom>
              <a:avLst/>
              <a:gdLst>
                <a:gd name="connsiteX0" fmla="*/ 14520 w 35560"/>
                <a:gd name="connsiteY0" fmla="*/ 71226 h 71225"/>
                <a:gd name="connsiteX1" fmla="*/ 0 w 35560"/>
                <a:gd name="connsiteY1" fmla="*/ 71226 h 71225"/>
                <a:gd name="connsiteX2" fmla="*/ 0 w 35560"/>
                <a:gd name="connsiteY2" fmla="*/ 1146 h 71225"/>
                <a:gd name="connsiteX3" fmla="*/ 14520 w 35560"/>
                <a:gd name="connsiteY3" fmla="*/ 1146 h 71225"/>
                <a:gd name="connsiteX4" fmla="*/ 14520 w 35560"/>
                <a:gd name="connsiteY4" fmla="*/ 11310 h 71225"/>
                <a:gd name="connsiteX5" fmla="*/ 35560 w 35560"/>
                <a:gd name="connsiteY5" fmla="*/ 0 h 71225"/>
                <a:gd name="connsiteX6" fmla="*/ 35560 w 35560"/>
                <a:gd name="connsiteY6" fmla="*/ 15007 h 71225"/>
                <a:gd name="connsiteX7" fmla="*/ 31856 w 35560"/>
                <a:gd name="connsiteY7" fmla="*/ 15007 h 71225"/>
                <a:gd name="connsiteX8" fmla="*/ 14520 w 35560"/>
                <a:gd name="connsiteY8" fmla="*/ 34338 h 71225"/>
                <a:gd name="connsiteX9" fmla="*/ 14520 w 35560"/>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p>
          </p:txBody>
        </p:sp>
        <p:sp>
          <p:nvSpPr>
            <p:cNvPr id="80" name="Freeform 79">
              <a:extLst>
                <a:ext uri="{FF2B5EF4-FFF2-40B4-BE49-F238E27FC236}">
                  <a16:creationId xmlns:a16="http://schemas.microsoft.com/office/drawing/2014/main" id="{47F29C76-DA18-34AA-FFE8-A73C6335697B}"/>
                </a:ext>
              </a:extLst>
            </p:cNvPr>
            <p:cNvSpPr/>
            <p:nvPr/>
          </p:nvSpPr>
          <p:spPr>
            <a:xfrm>
              <a:off x="4832602" y="6030615"/>
              <a:ext cx="113939" cy="71225"/>
            </a:xfrm>
            <a:custGeom>
              <a:avLst/>
              <a:gdLst>
                <a:gd name="connsiteX0" fmla="*/ 99531 w 113939"/>
                <a:gd name="connsiteY0" fmla="*/ 32046 h 71225"/>
                <a:gd name="connsiteX1" fmla="*/ 81936 w 113939"/>
                <a:gd name="connsiteY1" fmla="*/ 12604 h 71225"/>
                <a:gd name="connsiteX2" fmla="*/ 64230 w 113939"/>
                <a:gd name="connsiteY2" fmla="*/ 32046 h 71225"/>
                <a:gd name="connsiteX3" fmla="*/ 64230 w 113939"/>
                <a:gd name="connsiteY3" fmla="*/ 71226 h 71225"/>
                <a:gd name="connsiteX4" fmla="*/ 49821 w 113939"/>
                <a:gd name="connsiteY4" fmla="*/ 71226 h 71225"/>
                <a:gd name="connsiteX5" fmla="*/ 49821 w 113939"/>
                <a:gd name="connsiteY5" fmla="*/ 32046 h 71225"/>
                <a:gd name="connsiteX6" fmla="*/ 32226 w 113939"/>
                <a:gd name="connsiteY6" fmla="*/ 12604 h 71225"/>
                <a:gd name="connsiteX7" fmla="*/ 14520 w 113939"/>
                <a:gd name="connsiteY7" fmla="*/ 32046 h 71225"/>
                <a:gd name="connsiteX8" fmla="*/ 14520 w 113939"/>
                <a:gd name="connsiteY8" fmla="*/ 71226 h 71225"/>
                <a:gd name="connsiteX9" fmla="*/ 0 w 113939"/>
                <a:gd name="connsiteY9" fmla="*/ 71226 h 71225"/>
                <a:gd name="connsiteX10" fmla="*/ 0 w 113939"/>
                <a:gd name="connsiteY10" fmla="*/ 1146 h 71225"/>
                <a:gd name="connsiteX11" fmla="*/ 14520 w 113939"/>
                <a:gd name="connsiteY11" fmla="*/ 1146 h 71225"/>
                <a:gd name="connsiteX12" fmla="*/ 14520 w 113939"/>
                <a:gd name="connsiteY12" fmla="*/ 9167 h 71225"/>
                <a:gd name="connsiteX13" fmla="*/ 35301 w 113939"/>
                <a:gd name="connsiteY13" fmla="*/ 0 h 71225"/>
                <a:gd name="connsiteX14" fmla="*/ 60526 w 113939"/>
                <a:gd name="connsiteY14" fmla="*/ 13861 h 71225"/>
                <a:gd name="connsiteX15" fmla="*/ 85010 w 113939"/>
                <a:gd name="connsiteY15" fmla="*/ 0 h 71225"/>
                <a:gd name="connsiteX16" fmla="*/ 113940 w 113939"/>
                <a:gd name="connsiteY16" fmla="*/ 29902 h 71225"/>
                <a:gd name="connsiteX17" fmla="*/ 113940 w 113939"/>
                <a:gd name="connsiteY17" fmla="*/ 71226 h 71225"/>
                <a:gd name="connsiteX18" fmla="*/ 99531 w 113939"/>
                <a:gd name="connsiteY18" fmla="*/ 71226 h 71225"/>
                <a:gd name="connsiteX19" fmla="*/ 99531 w 113939"/>
                <a:gd name="connsiteY19" fmla="*/ 3204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939" h="71225">
                  <a:moveTo>
                    <a:pt x="99531" y="32046"/>
                  </a:moveTo>
                  <a:cubicBezTo>
                    <a:pt x="99531" y="19183"/>
                    <a:pt x="92530" y="12604"/>
                    <a:pt x="81936" y="12604"/>
                  </a:cubicBezTo>
                  <a:cubicBezTo>
                    <a:pt x="71342" y="12604"/>
                    <a:pt x="64230" y="19220"/>
                    <a:pt x="64230" y="32046"/>
                  </a:cubicBezTo>
                  <a:lnTo>
                    <a:pt x="64230" y="71226"/>
                  </a:lnTo>
                  <a:lnTo>
                    <a:pt x="49821" y="71226"/>
                  </a:lnTo>
                  <a:lnTo>
                    <a:pt x="49821" y="32046"/>
                  </a:lnTo>
                  <a:cubicBezTo>
                    <a:pt x="49821" y="19183"/>
                    <a:pt x="42820" y="12604"/>
                    <a:pt x="32226" y="12604"/>
                  </a:cubicBezTo>
                  <a:cubicBezTo>
                    <a:pt x="21632" y="12604"/>
                    <a:pt x="14520" y="19220"/>
                    <a:pt x="14520" y="32046"/>
                  </a:cubicBezTo>
                  <a:lnTo>
                    <a:pt x="14520" y="71226"/>
                  </a:lnTo>
                  <a:lnTo>
                    <a:pt x="0" y="71226"/>
                  </a:lnTo>
                  <a:lnTo>
                    <a:pt x="0" y="1146"/>
                  </a:lnTo>
                  <a:lnTo>
                    <a:pt x="14520" y="1146"/>
                  </a:lnTo>
                  <a:lnTo>
                    <a:pt x="14520" y="9167"/>
                  </a:lnTo>
                  <a:cubicBezTo>
                    <a:pt x="19224" y="3437"/>
                    <a:pt x="26892" y="0"/>
                    <a:pt x="35301" y="0"/>
                  </a:cubicBezTo>
                  <a:cubicBezTo>
                    <a:pt x="46376" y="0"/>
                    <a:pt x="55673" y="4694"/>
                    <a:pt x="60526" y="13861"/>
                  </a:cubicBezTo>
                  <a:cubicBezTo>
                    <a:pt x="64860" y="5359"/>
                    <a:pt x="74787" y="0"/>
                    <a:pt x="85010" y="0"/>
                  </a:cubicBezTo>
                  <a:cubicBezTo>
                    <a:pt x="101457" y="0"/>
                    <a:pt x="113940" y="10312"/>
                    <a:pt x="113940" y="29902"/>
                  </a:cubicBezTo>
                  <a:lnTo>
                    <a:pt x="113940" y="71226"/>
                  </a:lnTo>
                  <a:lnTo>
                    <a:pt x="99531" y="71226"/>
                  </a:lnTo>
                  <a:lnTo>
                    <a:pt x="99531" y="32046"/>
                  </a:lnTo>
                  <a:close/>
                </a:path>
              </a:pathLst>
            </a:custGeom>
            <a:grpFill/>
            <a:ln w="3692" cap="flat">
              <a:noFill/>
              <a:prstDash val="solid"/>
              <a:miter/>
            </a:ln>
          </p:spPr>
          <p:txBody>
            <a:bodyPr rtlCol="0" anchor="ctr"/>
            <a:lstStyle/>
            <a:p>
              <a:endParaRPr lang="en-US"/>
            </a:p>
          </p:txBody>
        </p:sp>
      </p:grpSp>
    </p:spTree>
    <p:extLst>
      <p:ext uri="{BB962C8B-B14F-4D97-AF65-F5344CB8AC3E}">
        <p14:creationId xmlns:p14="http://schemas.microsoft.com/office/powerpoint/2010/main" val="18518326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branded (Custom Image)">
    <p:bg>
      <p:bgPr>
        <a:solidFill>
          <a:schemeClr val="bg1"/>
        </a:solidFill>
        <a:effectLst/>
      </p:bgPr>
    </p:bg>
    <p:spTree>
      <p:nvGrpSpPr>
        <p:cNvPr id="1" name=""/>
        <p:cNvGrpSpPr/>
        <p:nvPr/>
      </p:nvGrpSpPr>
      <p:grpSpPr>
        <a:xfrm>
          <a:off x="0" y="0"/>
          <a:ext cx="0" cy="0"/>
          <a:chOff x="0" y="0"/>
          <a:chExt cx="0" cy="0"/>
        </a:xfrm>
      </p:grpSpPr>
      <p:sp>
        <p:nvSpPr>
          <p:cNvPr id="2" name="Picture Placeholder 19">
            <a:extLst>
              <a:ext uri="{FF2B5EF4-FFF2-40B4-BE49-F238E27FC236}">
                <a16:creationId xmlns:a16="http://schemas.microsoft.com/office/drawing/2014/main" id="{DFA930D4-BA49-9B8E-1B0E-C041175184C0}"/>
              </a:ext>
            </a:extLst>
          </p:cNvPr>
          <p:cNvSpPr>
            <a:spLocks noGrp="1"/>
          </p:cNvSpPr>
          <p:nvPr>
            <p:ph type="pic" sz="quarter" idx="11"/>
          </p:nvPr>
        </p:nvSpPr>
        <p:spPr>
          <a:xfrm>
            <a:off x="5211010" y="0"/>
            <a:ext cx="6980990" cy="6858000"/>
          </a:xfrm>
          <a:solidFill>
            <a:schemeClr val="bg2"/>
          </a:solidFill>
        </p:spPr>
        <p:txBody>
          <a:bodyPr tIns="548640"/>
          <a:lstStyle>
            <a:lvl1pPr marL="0" indent="0" algn="ctr">
              <a:buFontTx/>
              <a:buNone/>
              <a:defRPr b="0" i="0">
                <a:solidFill>
                  <a:schemeClr val="tx1"/>
                </a:solidFill>
              </a:defRPr>
            </a:lvl1pPr>
          </a:lstStyle>
          <a:p>
            <a:r>
              <a:rPr lang="en-US"/>
              <a:t>Click icon to add picture</a:t>
            </a:r>
          </a:p>
        </p:txBody>
      </p:sp>
      <p:sp>
        <p:nvSpPr>
          <p:cNvPr id="46" name="Freeform 45">
            <a:extLst>
              <a:ext uri="{FF2B5EF4-FFF2-40B4-BE49-F238E27FC236}">
                <a16:creationId xmlns:a16="http://schemas.microsoft.com/office/drawing/2014/main" id="{92414BA5-6D0E-E05A-9681-7D0DD27BABF3}"/>
              </a:ext>
            </a:extLst>
          </p:cNvPr>
          <p:cNvSpPr/>
          <p:nvPr userDrawn="1"/>
        </p:nvSpPr>
        <p:spPr>
          <a:xfrm>
            <a:off x="0" y="0"/>
            <a:ext cx="6400800" cy="6858000"/>
          </a:xfrm>
          <a:custGeom>
            <a:avLst/>
            <a:gdLst>
              <a:gd name="connsiteX0" fmla="*/ 0 w 6400800"/>
              <a:gd name="connsiteY0" fmla="*/ 0 h 6858000"/>
              <a:gd name="connsiteX1" fmla="*/ 5403646 w 6400800"/>
              <a:gd name="connsiteY1" fmla="*/ 0 h 6858000"/>
              <a:gd name="connsiteX2" fmla="*/ 5474135 w 6400800"/>
              <a:gd name="connsiteY2" fmla="*/ 109953 h 6858000"/>
              <a:gd name="connsiteX3" fmla="*/ 6400800 w 6400800"/>
              <a:gd name="connsiteY3" fmla="*/ 3429000 h 6858000"/>
              <a:gd name="connsiteX4" fmla="*/ 5474135 w 6400800"/>
              <a:gd name="connsiteY4" fmla="*/ 6748048 h 6858000"/>
              <a:gd name="connsiteX5" fmla="*/ 5403646 w 6400800"/>
              <a:gd name="connsiteY5" fmla="*/ 6858000 h 6858000"/>
              <a:gd name="connsiteX6" fmla="*/ 0 w 64008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00800" h="6858000">
                <a:moveTo>
                  <a:pt x="0" y="0"/>
                </a:moveTo>
                <a:lnTo>
                  <a:pt x="5403646" y="0"/>
                </a:lnTo>
                <a:lnTo>
                  <a:pt x="5474135" y="109953"/>
                </a:lnTo>
                <a:cubicBezTo>
                  <a:pt x="6062173" y="1077734"/>
                  <a:pt x="6400800" y="2213822"/>
                  <a:pt x="6400800" y="3429000"/>
                </a:cubicBezTo>
                <a:cubicBezTo>
                  <a:pt x="6400800" y="4644179"/>
                  <a:pt x="6062173" y="5780266"/>
                  <a:pt x="5474135" y="6748048"/>
                </a:cubicBezTo>
                <a:lnTo>
                  <a:pt x="5403646" y="6858000"/>
                </a:lnTo>
                <a:lnTo>
                  <a:pt x="0" y="6858000"/>
                </a:lnTo>
                <a:close/>
              </a:path>
            </a:pathLst>
          </a:custGeom>
          <a:solidFill>
            <a:schemeClr val="bg1"/>
          </a:solidFill>
          <a:ln>
            <a:noFill/>
          </a:ln>
          <a:effectLst>
            <a:outerShdw blurRad="63500" sx="102000" sy="102000" algn="ctr" rotWithShape="0">
              <a:prstClr val="black">
                <a:alpha val="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nchorCtr="0">
            <a:noAutofit/>
          </a:bodyPr>
          <a:lstStyle/>
          <a:p>
            <a:pPr algn="ctr"/>
            <a:endParaRPr lang="en-US"/>
          </a:p>
        </p:txBody>
      </p:sp>
      <p:sp>
        <p:nvSpPr>
          <p:cNvPr id="6" name="Picture Placeholder 9">
            <a:extLst>
              <a:ext uri="{FF2B5EF4-FFF2-40B4-BE49-F238E27FC236}">
                <a16:creationId xmlns:a16="http://schemas.microsoft.com/office/drawing/2014/main" id="{0B22C4AA-EF0B-AD50-CCA1-8B13B2DDB27C}"/>
              </a:ext>
            </a:extLst>
          </p:cNvPr>
          <p:cNvSpPr>
            <a:spLocks noGrp="1"/>
          </p:cNvSpPr>
          <p:nvPr>
            <p:ph type="pic" sz="quarter" idx="13"/>
          </p:nvPr>
        </p:nvSpPr>
        <p:spPr>
          <a:xfrm>
            <a:off x="3312012" y="3086561"/>
            <a:ext cx="1902737" cy="557588"/>
          </a:xfrm>
        </p:spPr>
        <p:txBody>
          <a:bodyPr/>
          <a:lstStyle>
            <a:lvl1pPr marL="0" indent="0" algn="ctr">
              <a:buNone/>
              <a:defRPr b="0" i="0">
                <a:solidFill>
                  <a:srgbClr val="301E03"/>
                </a:solidFill>
              </a:defRPr>
            </a:lvl1pPr>
          </a:lstStyle>
          <a:p>
            <a:r>
              <a:rPr lang="en-US"/>
              <a:t>Click icon to add picture</a:t>
            </a:r>
            <a:endParaRPr lang="en-IL"/>
          </a:p>
        </p:txBody>
      </p:sp>
      <p:sp>
        <p:nvSpPr>
          <p:cNvPr id="8" name="Text Placeholder 2">
            <a:extLst>
              <a:ext uri="{FF2B5EF4-FFF2-40B4-BE49-F238E27FC236}">
                <a16:creationId xmlns:a16="http://schemas.microsoft.com/office/drawing/2014/main" id="{C7D9480F-FC23-DDA0-38FC-0CDE99917138}"/>
              </a:ext>
            </a:extLst>
          </p:cNvPr>
          <p:cNvSpPr>
            <a:spLocks noGrp="1"/>
          </p:cNvSpPr>
          <p:nvPr>
            <p:ph type="body" idx="1"/>
          </p:nvPr>
        </p:nvSpPr>
        <p:spPr>
          <a:xfrm>
            <a:off x="711842" y="5003757"/>
            <a:ext cx="4502895" cy="658835"/>
          </a:xfrm>
        </p:spPr>
        <p:txBody>
          <a:bodyPr wrap="square" anchor="t" anchorCtr="0">
            <a:spAutoFit/>
          </a:bodyPr>
          <a:lstStyle>
            <a:lvl1pPr marL="0" indent="0" algn="l">
              <a:lnSpc>
                <a:spcPts val="1800"/>
              </a:lnSpc>
              <a:spcBef>
                <a:spcPts val="1600"/>
              </a:spcBef>
              <a:buNone/>
              <a:defRPr sz="1400" b="0" i="0">
                <a:solidFill>
                  <a:srgbClr val="301E03"/>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cxnSp>
        <p:nvCxnSpPr>
          <p:cNvPr id="9" name="Straight Connector 8">
            <a:extLst>
              <a:ext uri="{FF2B5EF4-FFF2-40B4-BE49-F238E27FC236}">
                <a16:creationId xmlns:a16="http://schemas.microsoft.com/office/drawing/2014/main" id="{3505A867-22F7-CD8D-C315-2EBB58D80F38}"/>
              </a:ext>
            </a:extLst>
          </p:cNvPr>
          <p:cNvCxnSpPr>
            <a:cxnSpLocks/>
          </p:cNvCxnSpPr>
          <p:nvPr userDrawn="1"/>
        </p:nvCxnSpPr>
        <p:spPr>
          <a:xfrm>
            <a:off x="2890861" y="3086561"/>
            <a:ext cx="0" cy="557588"/>
          </a:xfrm>
          <a:prstGeom prst="line">
            <a:avLst/>
          </a:prstGeom>
          <a:ln w="9525">
            <a:solidFill>
              <a:srgbClr val="301E03">
                <a:alpha val="25000"/>
              </a:srgbClr>
            </a:solidFill>
          </a:ln>
        </p:spPr>
        <p:style>
          <a:lnRef idx="2">
            <a:schemeClr val="accent1"/>
          </a:lnRef>
          <a:fillRef idx="0">
            <a:schemeClr val="accent1"/>
          </a:fillRef>
          <a:effectRef idx="1">
            <a:schemeClr val="accent1"/>
          </a:effectRef>
          <a:fontRef idx="minor">
            <a:schemeClr val="tx1"/>
          </a:fontRef>
        </p:style>
      </p:cxnSp>
      <p:grpSp>
        <p:nvGrpSpPr>
          <p:cNvPr id="47" name="Group 46">
            <a:extLst>
              <a:ext uri="{FF2B5EF4-FFF2-40B4-BE49-F238E27FC236}">
                <a16:creationId xmlns:a16="http://schemas.microsoft.com/office/drawing/2014/main" id="{E81976A4-57A6-9F6D-0124-A1D5D0125067}"/>
              </a:ext>
            </a:extLst>
          </p:cNvPr>
          <p:cNvGrpSpPr/>
          <p:nvPr userDrawn="1"/>
        </p:nvGrpSpPr>
        <p:grpSpPr>
          <a:xfrm>
            <a:off x="744890" y="3086561"/>
            <a:ext cx="1803739" cy="530056"/>
            <a:chOff x="2649665" y="5459914"/>
            <a:chExt cx="2297877" cy="675266"/>
          </a:xfrm>
          <a:solidFill>
            <a:schemeClr val="tx1"/>
          </a:solidFill>
        </p:grpSpPr>
        <p:sp>
          <p:nvSpPr>
            <p:cNvPr id="48" name="Freeform 47">
              <a:extLst>
                <a:ext uri="{FF2B5EF4-FFF2-40B4-BE49-F238E27FC236}">
                  <a16:creationId xmlns:a16="http://schemas.microsoft.com/office/drawing/2014/main" id="{17A2F305-1180-475D-8805-FDA380F044E6}"/>
                </a:ext>
              </a:extLst>
            </p:cNvPr>
            <p:cNvSpPr/>
            <p:nvPr/>
          </p:nvSpPr>
          <p:spPr>
            <a:xfrm>
              <a:off x="3209512" y="5624255"/>
              <a:ext cx="144721" cy="250528"/>
            </a:xfrm>
            <a:custGeom>
              <a:avLst/>
              <a:gdLst>
                <a:gd name="connsiteX0" fmla="*/ 141203 w 144721"/>
                <a:gd name="connsiteY0" fmla="*/ 204511 h 250528"/>
                <a:gd name="connsiteX1" fmla="*/ 144722 w 144721"/>
                <a:gd name="connsiteY1" fmla="*/ 208022 h 250528"/>
                <a:gd name="connsiteX2" fmla="*/ 144722 w 144721"/>
                <a:gd name="connsiteY2" fmla="*/ 247017 h 250528"/>
                <a:gd name="connsiteX3" fmla="*/ 141203 w 144721"/>
                <a:gd name="connsiteY3" fmla="*/ 250528 h 250528"/>
                <a:gd name="connsiteX4" fmla="*/ 3519 w 144721"/>
                <a:gd name="connsiteY4" fmla="*/ 250528 h 250528"/>
                <a:gd name="connsiteX5" fmla="*/ 0 w 144721"/>
                <a:gd name="connsiteY5" fmla="*/ 247017 h 250528"/>
                <a:gd name="connsiteX6" fmla="*/ 0 w 144721"/>
                <a:gd name="connsiteY6" fmla="*/ 3511 h 250528"/>
                <a:gd name="connsiteX7" fmla="*/ 3519 w 144721"/>
                <a:gd name="connsiteY7" fmla="*/ 0 h 250528"/>
                <a:gd name="connsiteX8" fmla="*/ 48599 w 144721"/>
                <a:gd name="connsiteY8" fmla="*/ 0 h 250528"/>
                <a:gd name="connsiteX9" fmla="*/ 52118 w 144721"/>
                <a:gd name="connsiteY9" fmla="*/ 3511 h 250528"/>
                <a:gd name="connsiteX10" fmla="*/ 52118 w 144721"/>
                <a:gd name="connsiteY10" fmla="*/ 200999 h 250528"/>
                <a:gd name="connsiteX11" fmla="*/ 55636 w 144721"/>
                <a:gd name="connsiteY11" fmla="*/ 204511 h 250528"/>
                <a:gd name="connsiteX12" fmla="*/ 141203 w 144721"/>
                <a:gd name="connsiteY12" fmla="*/ 204511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21" h="250528">
                  <a:moveTo>
                    <a:pt x="141203" y="204511"/>
                  </a:moveTo>
                  <a:cubicBezTo>
                    <a:pt x="143536" y="204511"/>
                    <a:pt x="144722" y="205693"/>
                    <a:pt x="144722" y="208022"/>
                  </a:cubicBezTo>
                  <a:lnTo>
                    <a:pt x="144722" y="247017"/>
                  </a:lnTo>
                  <a:cubicBezTo>
                    <a:pt x="144722" y="249345"/>
                    <a:pt x="143536" y="250528"/>
                    <a:pt x="141203" y="250528"/>
                  </a:cubicBezTo>
                  <a:lnTo>
                    <a:pt x="3519" y="250528"/>
                  </a:lnTo>
                  <a:cubicBezTo>
                    <a:pt x="1185" y="250528"/>
                    <a:pt x="0" y="249345"/>
                    <a:pt x="0" y="247017"/>
                  </a:cubicBezTo>
                  <a:lnTo>
                    <a:pt x="0" y="3511"/>
                  </a:lnTo>
                  <a:cubicBezTo>
                    <a:pt x="0" y="1183"/>
                    <a:pt x="1185" y="0"/>
                    <a:pt x="3519" y="0"/>
                  </a:cubicBezTo>
                  <a:lnTo>
                    <a:pt x="48599" y="0"/>
                  </a:lnTo>
                  <a:cubicBezTo>
                    <a:pt x="50932" y="0"/>
                    <a:pt x="52118" y="1183"/>
                    <a:pt x="52118" y="3511"/>
                  </a:cubicBezTo>
                  <a:lnTo>
                    <a:pt x="52118" y="200999"/>
                  </a:lnTo>
                  <a:cubicBezTo>
                    <a:pt x="52118" y="203328"/>
                    <a:pt x="53303" y="204511"/>
                    <a:pt x="55636" y="204511"/>
                  </a:cubicBezTo>
                  <a:lnTo>
                    <a:pt x="141203" y="204511"/>
                  </a:lnTo>
                  <a:close/>
                </a:path>
              </a:pathLst>
            </a:custGeom>
            <a:grpFill/>
            <a:ln w="3692" cap="flat">
              <a:noFill/>
              <a:prstDash val="solid"/>
              <a:miter/>
            </a:ln>
          </p:spPr>
          <p:txBody>
            <a:bodyPr rtlCol="0" anchor="ctr"/>
            <a:lstStyle/>
            <a:p>
              <a:endParaRPr lang="en-US"/>
            </a:p>
          </p:txBody>
        </p:sp>
        <p:sp>
          <p:nvSpPr>
            <p:cNvPr id="49" name="Freeform 48">
              <a:extLst>
                <a:ext uri="{FF2B5EF4-FFF2-40B4-BE49-F238E27FC236}">
                  <a16:creationId xmlns:a16="http://schemas.microsoft.com/office/drawing/2014/main" id="{F11CB9E3-6D0B-A76A-DBE4-4229ACD3ACE3}"/>
                </a:ext>
              </a:extLst>
            </p:cNvPr>
            <p:cNvSpPr/>
            <p:nvPr/>
          </p:nvSpPr>
          <p:spPr>
            <a:xfrm>
              <a:off x="3418177" y="5624255"/>
              <a:ext cx="255689" cy="250602"/>
            </a:xfrm>
            <a:custGeom>
              <a:avLst/>
              <a:gdLst>
                <a:gd name="connsiteX0" fmla="*/ 113412 w 255689"/>
                <a:gd name="connsiteY0" fmla="*/ 2476 h 250602"/>
                <a:gd name="connsiteX1" fmla="*/ 117635 w 255689"/>
                <a:gd name="connsiteY1" fmla="*/ 0 h 250602"/>
                <a:gd name="connsiteX2" fmla="*/ 138415 w 255689"/>
                <a:gd name="connsiteY2" fmla="*/ 0 h 250602"/>
                <a:gd name="connsiteX3" fmla="*/ 142638 w 255689"/>
                <a:gd name="connsiteY3" fmla="*/ 2476 h 250602"/>
                <a:gd name="connsiteX4" fmla="*/ 255319 w 255689"/>
                <a:gd name="connsiteY4" fmla="*/ 246352 h 250602"/>
                <a:gd name="connsiteX5" fmla="*/ 255689 w 255689"/>
                <a:gd name="connsiteY5" fmla="*/ 248126 h 250602"/>
                <a:gd name="connsiteX6" fmla="*/ 252874 w 255689"/>
                <a:gd name="connsiteY6" fmla="*/ 250602 h 250602"/>
                <a:gd name="connsiteX7" fmla="*/ 202868 w 255689"/>
                <a:gd name="connsiteY7" fmla="*/ 250602 h 250602"/>
                <a:gd name="connsiteX8" fmla="*/ 198645 w 255689"/>
                <a:gd name="connsiteY8" fmla="*/ 248126 h 250602"/>
                <a:gd name="connsiteX9" fmla="*/ 181050 w 255689"/>
                <a:gd name="connsiteY9" fmla="*/ 210166 h 250602"/>
                <a:gd name="connsiteX10" fmla="*/ 177161 w 255689"/>
                <a:gd name="connsiteY10" fmla="*/ 207689 h 250602"/>
                <a:gd name="connsiteX11" fmla="*/ 78556 w 255689"/>
                <a:gd name="connsiteY11" fmla="*/ 207689 h 250602"/>
                <a:gd name="connsiteX12" fmla="*/ 74333 w 255689"/>
                <a:gd name="connsiteY12" fmla="*/ 210166 h 250602"/>
                <a:gd name="connsiteX13" fmla="*/ 56739 w 255689"/>
                <a:gd name="connsiteY13" fmla="*/ 248126 h 250602"/>
                <a:gd name="connsiteX14" fmla="*/ 52849 w 255689"/>
                <a:gd name="connsiteY14" fmla="*/ 250602 h 250602"/>
                <a:gd name="connsiteX15" fmla="*/ 2843 w 255689"/>
                <a:gd name="connsiteY15" fmla="*/ 250602 h 250602"/>
                <a:gd name="connsiteX16" fmla="*/ 361 w 255689"/>
                <a:gd name="connsiteY16" fmla="*/ 249382 h 250602"/>
                <a:gd name="connsiteX17" fmla="*/ 361 w 255689"/>
                <a:gd name="connsiteY17" fmla="*/ 246388 h 250602"/>
                <a:gd name="connsiteX18" fmla="*/ 113412 w 255689"/>
                <a:gd name="connsiteY18" fmla="*/ 2513 h 250602"/>
                <a:gd name="connsiteX19" fmla="*/ 96188 w 255689"/>
                <a:gd name="connsiteY19" fmla="*/ 157421 h 250602"/>
                <a:gd name="connsiteX20" fmla="*/ 95817 w 255689"/>
                <a:gd name="connsiteY20" fmla="*/ 159195 h 250602"/>
                <a:gd name="connsiteX21" fmla="*/ 98633 w 255689"/>
                <a:gd name="connsiteY21" fmla="*/ 161672 h 250602"/>
                <a:gd name="connsiteX22" fmla="*/ 157084 w 255689"/>
                <a:gd name="connsiteY22" fmla="*/ 161672 h 250602"/>
                <a:gd name="connsiteX23" fmla="*/ 159566 w 255689"/>
                <a:gd name="connsiteY23" fmla="*/ 160452 h 250602"/>
                <a:gd name="connsiteX24" fmla="*/ 159566 w 255689"/>
                <a:gd name="connsiteY24" fmla="*/ 157458 h 250602"/>
                <a:gd name="connsiteX25" fmla="*/ 130340 w 255689"/>
                <a:gd name="connsiteY25" fmla="*/ 89633 h 250602"/>
                <a:gd name="connsiteX26" fmla="*/ 127859 w 255689"/>
                <a:gd name="connsiteY26" fmla="*/ 87859 h 250602"/>
                <a:gd name="connsiteX27" fmla="*/ 125377 w 255689"/>
                <a:gd name="connsiteY27" fmla="*/ 89633 h 250602"/>
                <a:gd name="connsiteX28" fmla="*/ 96151 w 255689"/>
                <a:gd name="connsiteY28" fmla="*/ 157458 h 25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5689" h="250602">
                  <a:moveTo>
                    <a:pt x="113412" y="2476"/>
                  </a:moveTo>
                  <a:cubicBezTo>
                    <a:pt x="114116" y="850"/>
                    <a:pt x="115524" y="0"/>
                    <a:pt x="117635" y="0"/>
                  </a:cubicBezTo>
                  <a:lnTo>
                    <a:pt x="138415" y="0"/>
                  </a:lnTo>
                  <a:cubicBezTo>
                    <a:pt x="140527" y="0"/>
                    <a:pt x="141934" y="813"/>
                    <a:pt x="142638" y="2476"/>
                  </a:cubicBezTo>
                  <a:lnTo>
                    <a:pt x="255319" y="246352"/>
                  </a:lnTo>
                  <a:cubicBezTo>
                    <a:pt x="255541" y="246832"/>
                    <a:pt x="255689" y="247423"/>
                    <a:pt x="255689" y="248126"/>
                  </a:cubicBezTo>
                  <a:cubicBezTo>
                    <a:pt x="255689" y="249752"/>
                    <a:pt x="254763" y="250602"/>
                    <a:pt x="252874" y="250602"/>
                  </a:cubicBezTo>
                  <a:lnTo>
                    <a:pt x="202868" y="250602"/>
                  </a:lnTo>
                  <a:cubicBezTo>
                    <a:pt x="200756" y="250602"/>
                    <a:pt x="199349" y="249789"/>
                    <a:pt x="198645" y="248126"/>
                  </a:cubicBezTo>
                  <a:lnTo>
                    <a:pt x="181050" y="210166"/>
                  </a:lnTo>
                  <a:cubicBezTo>
                    <a:pt x="180346" y="208539"/>
                    <a:pt x="179050" y="207689"/>
                    <a:pt x="177161" y="207689"/>
                  </a:cubicBezTo>
                  <a:lnTo>
                    <a:pt x="78556" y="207689"/>
                  </a:lnTo>
                  <a:cubicBezTo>
                    <a:pt x="76445" y="207689"/>
                    <a:pt x="75037" y="208502"/>
                    <a:pt x="74333" y="210166"/>
                  </a:cubicBezTo>
                  <a:lnTo>
                    <a:pt x="56739" y="248126"/>
                  </a:lnTo>
                  <a:cubicBezTo>
                    <a:pt x="56035" y="249752"/>
                    <a:pt x="54738" y="250602"/>
                    <a:pt x="52849" y="250602"/>
                  </a:cubicBezTo>
                  <a:lnTo>
                    <a:pt x="2843" y="250602"/>
                  </a:lnTo>
                  <a:cubicBezTo>
                    <a:pt x="1658" y="250602"/>
                    <a:pt x="843" y="250196"/>
                    <a:pt x="361" y="249382"/>
                  </a:cubicBezTo>
                  <a:cubicBezTo>
                    <a:pt x="-120" y="248569"/>
                    <a:pt x="-120" y="247571"/>
                    <a:pt x="361" y="246388"/>
                  </a:cubicBezTo>
                  <a:lnTo>
                    <a:pt x="113412" y="2513"/>
                  </a:lnTo>
                  <a:close/>
                  <a:moveTo>
                    <a:pt x="96188" y="157421"/>
                  </a:moveTo>
                  <a:cubicBezTo>
                    <a:pt x="95966" y="157902"/>
                    <a:pt x="95817" y="158493"/>
                    <a:pt x="95817" y="159195"/>
                  </a:cubicBezTo>
                  <a:cubicBezTo>
                    <a:pt x="95817" y="160822"/>
                    <a:pt x="96743" y="161672"/>
                    <a:pt x="98633" y="161672"/>
                  </a:cubicBezTo>
                  <a:lnTo>
                    <a:pt x="157084" y="161672"/>
                  </a:lnTo>
                  <a:cubicBezTo>
                    <a:pt x="158270" y="161672"/>
                    <a:pt x="159085" y="161265"/>
                    <a:pt x="159566" y="160452"/>
                  </a:cubicBezTo>
                  <a:cubicBezTo>
                    <a:pt x="160048" y="159639"/>
                    <a:pt x="160048" y="158641"/>
                    <a:pt x="159566" y="157458"/>
                  </a:cubicBezTo>
                  <a:lnTo>
                    <a:pt x="130340" y="89633"/>
                  </a:lnTo>
                  <a:cubicBezTo>
                    <a:pt x="130118" y="88450"/>
                    <a:pt x="129266" y="87859"/>
                    <a:pt x="127859" y="87859"/>
                  </a:cubicBezTo>
                  <a:cubicBezTo>
                    <a:pt x="126932" y="87859"/>
                    <a:pt x="126080" y="88450"/>
                    <a:pt x="125377" y="89633"/>
                  </a:cubicBezTo>
                  <a:lnTo>
                    <a:pt x="96151" y="157458"/>
                  </a:lnTo>
                  <a:close/>
                </a:path>
              </a:pathLst>
            </a:custGeom>
            <a:grpFill/>
            <a:ln w="3692"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67379B68-30C9-B55A-B06C-CD707D31EB18}"/>
                </a:ext>
              </a:extLst>
            </p:cNvPr>
            <p:cNvSpPr/>
            <p:nvPr/>
          </p:nvSpPr>
          <p:spPr>
            <a:xfrm>
              <a:off x="3736096"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2 w 202839"/>
                <a:gd name="connsiteY3" fmla="*/ 248421 h 250528"/>
                <a:gd name="connsiteX4" fmla="*/ 56377 w 202839"/>
                <a:gd name="connsiteY4" fmla="*/ 105748 h 250528"/>
                <a:gd name="connsiteX5" fmla="*/ 53896 w 202839"/>
                <a:gd name="connsiteY5" fmla="*/ 104344 h 250528"/>
                <a:gd name="connsiteX6" fmla="*/ 52117 w 202839"/>
                <a:gd name="connsiteY6" fmla="*/ 107522 h 250528"/>
                <a:gd name="connsiteX7" fmla="*/ 52117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7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2" y="248421"/>
                  </a:cubicBezTo>
                  <a:lnTo>
                    <a:pt x="56377" y="105748"/>
                  </a:lnTo>
                  <a:cubicBezTo>
                    <a:pt x="55451" y="104824"/>
                    <a:pt x="54599" y="104344"/>
                    <a:pt x="53896" y="104344"/>
                  </a:cubicBezTo>
                  <a:cubicBezTo>
                    <a:pt x="52710" y="104344"/>
                    <a:pt x="52117" y="105416"/>
                    <a:pt x="52117" y="107522"/>
                  </a:cubicBezTo>
                  <a:lnTo>
                    <a:pt x="52117" y="247017"/>
                  </a:lnTo>
                  <a:cubicBezTo>
                    <a:pt x="52117"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7" y="2107"/>
                  </a:cubicBezTo>
                  <a:lnTo>
                    <a:pt x="146463" y="144410"/>
                  </a:lnTo>
                  <a:cubicBezTo>
                    <a:pt x="147166"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7253B047-7486-FFC4-04BE-6167D2BF6C88}"/>
                </a:ext>
              </a:extLst>
            </p:cNvPr>
            <p:cNvSpPr/>
            <p:nvPr/>
          </p:nvSpPr>
          <p:spPr>
            <a:xfrm>
              <a:off x="4009389" y="5624255"/>
              <a:ext cx="176058" cy="250528"/>
            </a:xfrm>
            <a:custGeom>
              <a:avLst/>
              <a:gdLst>
                <a:gd name="connsiteX0" fmla="*/ 172540 w 176058"/>
                <a:gd name="connsiteY0" fmla="*/ 0 h 250528"/>
                <a:gd name="connsiteX1" fmla="*/ 176059 w 176058"/>
                <a:gd name="connsiteY1" fmla="*/ 3511 h 250528"/>
                <a:gd name="connsiteX2" fmla="*/ 176059 w 176058"/>
                <a:gd name="connsiteY2" fmla="*/ 42506 h 250528"/>
                <a:gd name="connsiteX3" fmla="*/ 172540 w 176058"/>
                <a:gd name="connsiteY3" fmla="*/ 46018 h 250528"/>
                <a:gd name="connsiteX4" fmla="*/ 117607 w 176058"/>
                <a:gd name="connsiteY4" fmla="*/ 46018 h 250528"/>
                <a:gd name="connsiteX5" fmla="*/ 114088 w 176058"/>
                <a:gd name="connsiteY5" fmla="*/ 49529 h 250528"/>
                <a:gd name="connsiteX6" fmla="*/ 114088 w 176058"/>
                <a:gd name="connsiteY6" fmla="*/ 247017 h 250528"/>
                <a:gd name="connsiteX7" fmla="*/ 110569 w 176058"/>
                <a:gd name="connsiteY7" fmla="*/ 250528 h 250528"/>
                <a:gd name="connsiteX8" fmla="*/ 65860 w 176058"/>
                <a:gd name="connsiteY8" fmla="*/ 250528 h 250528"/>
                <a:gd name="connsiteX9" fmla="*/ 62341 w 176058"/>
                <a:gd name="connsiteY9" fmla="*/ 247017 h 250528"/>
                <a:gd name="connsiteX10" fmla="*/ 62341 w 176058"/>
                <a:gd name="connsiteY10" fmla="*/ 49529 h 250528"/>
                <a:gd name="connsiteX11" fmla="*/ 58822 w 176058"/>
                <a:gd name="connsiteY11" fmla="*/ 46018 h 250528"/>
                <a:gd name="connsiteX12" fmla="*/ 3519 w 176058"/>
                <a:gd name="connsiteY12" fmla="*/ 46018 h 250528"/>
                <a:gd name="connsiteX13" fmla="*/ 0 w 176058"/>
                <a:gd name="connsiteY13" fmla="*/ 42506 h 250528"/>
                <a:gd name="connsiteX14" fmla="*/ 0 w 176058"/>
                <a:gd name="connsiteY14" fmla="*/ 3511 h 250528"/>
                <a:gd name="connsiteX15" fmla="*/ 3519 w 176058"/>
                <a:gd name="connsiteY15" fmla="*/ 0 h 250528"/>
                <a:gd name="connsiteX16" fmla="*/ 172540 w 176058"/>
                <a:gd name="connsiteY16" fmla="*/ 0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058" h="250528">
                  <a:moveTo>
                    <a:pt x="172540" y="0"/>
                  </a:moveTo>
                  <a:cubicBezTo>
                    <a:pt x="174873" y="0"/>
                    <a:pt x="176059" y="1183"/>
                    <a:pt x="176059" y="3511"/>
                  </a:cubicBezTo>
                  <a:lnTo>
                    <a:pt x="176059" y="42506"/>
                  </a:lnTo>
                  <a:cubicBezTo>
                    <a:pt x="176059" y="44835"/>
                    <a:pt x="174873" y="46018"/>
                    <a:pt x="172540" y="46018"/>
                  </a:cubicBezTo>
                  <a:lnTo>
                    <a:pt x="117607" y="46018"/>
                  </a:lnTo>
                  <a:cubicBezTo>
                    <a:pt x="115274" y="46018"/>
                    <a:pt x="114088" y="47200"/>
                    <a:pt x="114088" y="49529"/>
                  </a:cubicBezTo>
                  <a:lnTo>
                    <a:pt x="114088" y="247017"/>
                  </a:lnTo>
                  <a:cubicBezTo>
                    <a:pt x="114088" y="249345"/>
                    <a:pt x="112903" y="250528"/>
                    <a:pt x="110569" y="250528"/>
                  </a:cubicBezTo>
                  <a:lnTo>
                    <a:pt x="65860" y="250528"/>
                  </a:lnTo>
                  <a:cubicBezTo>
                    <a:pt x="63526" y="250528"/>
                    <a:pt x="62341" y="249345"/>
                    <a:pt x="62341" y="247017"/>
                  </a:cubicBezTo>
                  <a:lnTo>
                    <a:pt x="62341" y="49529"/>
                  </a:lnTo>
                  <a:cubicBezTo>
                    <a:pt x="62341" y="47200"/>
                    <a:pt x="61156" y="46018"/>
                    <a:pt x="58822" y="46018"/>
                  </a:cubicBezTo>
                  <a:lnTo>
                    <a:pt x="3519" y="46018"/>
                  </a:lnTo>
                  <a:cubicBezTo>
                    <a:pt x="1185" y="46018"/>
                    <a:pt x="0" y="44835"/>
                    <a:pt x="0" y="42506"/>
                  </a:cubicBezTo>
                  <a:lnTo>
                    <a:pt x="0" y="3511"/>
                  </a:lnTo>
                  <a:cubicBezTo>
                    <a:pt x="0" y="1183"/>
                    <a:pt x="1185" y="0"/>
                    <a:pt x="3519" y="0"/>
                  </a:cubicBezTo>
                  <a:lnTo>
                    <a:pt x="172540" y="0"/>
                  </a:lnTo>
                  <a:close/>
                </a:path>
              </a:pathLst>
            </a:custGeom>
            <a:grpFill/>
            <a:ln w="3692"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49EB456A-1FD6-8969-9EE2-0C00E7E1EE6F}"/>
                </a:ext>
              </a:extLst>
            </p:cNvPr>
            <p:cNvSpPr/>
            <p:nvPr/>
          </p:nvSpPr>
          <p:spPr>
            <a:xfrm>
              <a:off x="4251012" y="5624255"/>
              <a:ext cx="156352" cy="250528"/>
            </a:xfrm>
            <a:custGeom>
              <a:avLst/>
              <a:gdLst>
                <a:gd name="connsiteX0" fmla="*/ 152834 w 156352"/>
                <a:gd name="connsiteY0" fmla="*/ 204511 h 250528"/>
                <a:gd name="connsiteX1" fmla="*/ 156353 w 156352"/>
                <a:gd name="connsiteY1" fmla="*/ 208022 h 250528"/>
                <a:gd name="connsiteX2" fmla="*/ 156353 w 156352"/>
                <a:gd name="connsiteY2" fmla="*/ 247017 h 250528"/>
                <a:gd name="connsiteX3" fmla="*/ 152834 w 156352"/>
                <a:gd name="connsiteY3" fmla="*/ 250528 h 250528"/>
                <a:gd name="connsiteX4" fmla="*/ 3519 w 156352"/>
                <a:gd name="connsiteY4" fmla="*/ 250528 h 250528"/>
                <a:gd name="connsiteX5" fmla="*/ 0 w 156352"/>
                <a:gd name="connsiteY5" fmla="*/ 247017 h 250528"/>
                <a:gd name="connsiteX6" fmla="*/ 0 w 156352"/>
                <a:gd name="connsiteY6" fmla="*/ 3511 h 250528"/>
                <a:gd name="connsiteX7" fmla="*/ 3519 w 156352"/>
                <a:gd name="connsiteY7" fmla="*/ 0 h 250528"/>
                <a:gd name="connsiteX8" fmla="*/ 149315 w 156352"/>
                <a:gd name="connsiteY8" fmla="*/ 0 h 250528"/>
                <a:gd name="connsiteX9" fmla="*/ 152834 w 156352"/>
                <a:gd name="connsiteY9" fmla="*/ 3511 h 250528"/>
                <a:gd name="connsiteX10" fmla="*/ 152834 w 156352"/>
                <a:gd name="connsiteY10" fmla="*/ 42506 h 250528"/>
                <a:gd name="connsiteX11" fmla="*/ 149315 w 156352"/>
                <a:gd name="connsiteY11" fmla="*/ 46018 h 250528"/>
                <a:gd name="connsiteX12" fmla="*/ 55636 w 156352"/>
                <a:gd name="connsiteY12" fmla="*/ 46018 h 250528"/>
                <a:gd name="connsiteX13" fmla="*/ 52118 w 156352"/>
                <a:gd name="connsiteY13" fmla="*/ 49529 h 250528"/>
                <a:gd name="connsiteX14" fmla="*/ 52118 w 156352"/>
                <a:gd name="connsiteY14" fmla="*/ 100832 h 250528"/>
                <a:gd name="connsiteX15" fmla="*/ 55636 w 156352"/>
                <a:gd name="connsiteY15" fmla="*/ 104344 h 250528"/>
                <a:gd name="connsiteX16" fmla="*/ 122904 w 156352"/>
                <a:gd name="connsiteY16" fmla="*/ 104344 h 250528"/>
                <a:gd name="connsiteX17" fmla="*/ 126423 w 156352"/>
                <a:gd name="connsiteY17" fmla="*/ 107855 h 250528"/>
                <a:gd name="connsiteX18" fmla="*/ 126423 w 156352"/>
                <a:gd name="connsiteY18" fmla="*/ 146850 h 250528"/>
                <a:gd name="connsiteX19" fmla="*/ 122904 w 156352"/>
                <a:gd name="connsiteY19" fmla="*/ 150361 h 250528"/>
                <a:gd name="connsiteX20" fmla="*/ 55636 w 156352"/>
                <a:gd name="connsiteY20" fmla="*/ 150361 h 250528"/>
                <a:gd name="connsiteX21" fmla="*/ 52118 w 156352"/>
                <a:gd name="connsiteY21" fmla="*/ 153873 h 250528"/>
                <a:gd name="connsiteX22" fmla="*/ 52118 w 156352"/>
                <a:gd name="connsiteY22" fmla="*/ 200962 h 250528"/>
                <a:gd name="connsiteX23" fmla="*/ 55636 w 156352"/>
                <a:gd name="connsiteY23" fmla="*/ 204474 h 250528"/>
                <a:gd name="connsiteX24" fmla="*/ 152834 w 156352"/>
                <a:gd name="connsiteY24" fmla="*/ 204474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52" h="250528">
                  <a:moveTo>
                    <a:pt x="152834" y="204511"/>
                  </a:moveTo>
                  <a:cubicBezTo>
                    <a:pt x="155167" y="204511"/>
                    <a:pt x="156353" y="205693"/>
                    <a:pt x="156353" y="208022"/>
                  </a:cubicBezTo>
                  <a:lnTo>
                    <a:pt x="156353" y="247017"/>
                  </a:lnTo>
                  <a:cubicBezTo>
                    <a:pt x="156353" y="249345"/>
                    <a:pt x="155167" y="250528"/>
                    <a:pt x="152834" y="250528"/>
                  </a:cubicBezTo>
                  <a:lnTo>
                    <a:pt x="3519" y="250528"/>
                  </a:lnTo>
                  <a:cubicBezTo>
                    <a:pt x="1185" y="250528"/>
                    <a:pt x="0" y="249345"/>
                    <a:pt x="0" y="247017"/>
                  </a:cubicBezTo>
                  <a:lnTo>
                    <a:pt x="0" y="3511"/>
                  </a:lnTo>
                  <a:cubicBezTo>
                    <a:pt x="0" y="1183"/>
                    <a:pt x="1185" y="0"/>
                    <a:pt x="3519" y="0"/>
                  </a:cubicBezTo>
                  <a:lnTo>
                    <a:pt x="149315" y="0"/>
                  </a:lnTo>
                  <a:cubicBezTo>
                    <a:pt x="151649" y="0"/>
                    <a:pt x="152834" y="1183"/>
                    <a:pt x="152834" y="3511"/>
                  </a:cubicBezTo>
                  <a:lnTo>
                    <a:pt x="152834" y="42506"/>
                  </a:lnTo>
                  <a:cubicBezTo>
                    <a:pt x="152834" y="44835"/>
                    <a:pt x="151649" y="46018"/>
                    <a:pt x="149315" y="46018"/>
                  </a:cubicBezTo>
                  <a:lnTo>
                    <a:pt x="55636" y="46018"/>
                  </a:lnTo>
                  <a:cubicBezTo>
                    <a:pt x="53303" y="46018"/>
                    <a:pt x="52118" y="47200"/>
                    <a:pt x="52118" y="49529"/>
                  </a:cubicBezTo>
                  <a:lnTo>
                    <a:pt x="52118" y="100832"/>
                  </a:lnTo>
                  <a:cubicBezTo>
                    <a:pt x="52118" y="103161"/>
                    <a:pt x="53303" y="104344"/>
                    <a:pt x="55636" y="104344"/>
                  </a:cubicBezTo>
                  <a:lnTo>
                    <a:pt x="122904" y="104344"/>
                  </a:lnTo>
                  <a:cubicBezTo>
                    <a:pt x="125238" y="104344"/>
                    <a:pt x="126423" y="105526"/>
                    <a:pt x="126423" y="107855"/>
                  </a:cubicBezTo>
                  <a:lnTo>
                    <a:pt x="126423" y="146850"/>
                  </a:lnTo>
                  <a:cubicBezTo>
                    <a:pt x="126423" y="149178"/>
                    <a:pt x="125238" y="150361"/>
                    <a:pt x="122904" y="150361"/>
                  </a:cubicBezTo>
                  <a:lnTo>
                    <a:pt x="55636" y="150361"/>
                  </a:lnTo>
                  <a:cubicBezTo>
                    <a:pt x="53303" y="150361"/>
                    <a:pt x="52118" y="151544"/>
                    <a:pt x="52118" y="153873"/>
                  </a:cubicBezTo>
                  <a:lnTo>
                    <a:pt x="52118" y="200962"/>
                  </a:lnTo>
                  <a:cubicBezTo>
                    <a:pt x="52118" y="203291"/>
                    <a:pt x="53303" y="204474"/>
                    <a:pt x="55636" y="204474"/>
                  </a:cubicBezTo>
                  <a:lnTo>
                    <a:pt x="152834" y="204474"/>
                  </a:lnTo>
                  <a:close/>
                </a:path>
              </a:pathLst>
            </a:custGeom>
            <a:grpFill/>
            <a:ln w="3692"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25CFB29E-DD0A-F6B3-F3F1-5733F3BE9051}"/>
                </a:ext>
              </a:extLst>
            </p:cNvPr>
            <p:cNvSpPr/>
            <p:nvPr/>
          </p:nvSpPr>
          <p:spPr>
            <a:xfrm>
              <a:off x="4479596" y="5624255"/>
              <a:ext cx="196839" cy="250565"/>
            </a:xfrm>
            <a:custGeom>
              <a:avLst/>
              <a:gdLst>
                <a:gd name="connsiteX0" fmla="*/ 3519 w 196839"/>
                <a:gd name="connsiteY0" fmla="*/ 250528 h 250565"/>
                <a:gd name="connsiteX1" fmla="*/ 0 w 196839"/>
                <a:gd name="connsiteY1" fmla="*/ 247017 h 250565"/>
                <a:gd name="connsiteX2" fmla="*/ 0 w 196839"/>
                <a:gd name="connsiteY2" fmla="*/ 3511 h 250565"/>
                <a:gd name="connsiteX3" fmla="*/ 3519 w 196839"/>
                <a:gd name="connsiteY3" fmla="*/ 0 h 250565"/>
                <a:gd name="connsiteX4" fmla="*/ 106717 w 196839"/>
                <a:gd name="connsiteY4" fmla="*/ 0 h 250565"/>
                <a:gd name="connsiteX5" fmla="*/ 152315 w 196839"/>
                <a:gd name="connsiteY5" fmla="*/ 11052 h 250565"/>
                <a:gd name="connsiteX6" fmla="*/ 184875 w 196839"/>
                <a:gd name="connsiteY6" fmla="*/ 41989 h 250565"/>
                <a:gd name="connsiteX7" fmla="*/ 196839 w 196839"/>
                <a:gd name="connsiteY7" fmla="*/ 86787 h 250565"/>
                <a:gd name="connsiteX8" fmla="*/ 185394 w 196839"/>
                <a:gd name="connsiteY8" fmla="*/ 130365 h 250565"/>
                <a:gd name="connsiteX9" fmla="*/ 153167 w 196839"/>
                <a:gd name="connsiteY9" fmla="*/ 161635 h 250565"/>
                <a:gd name="connsiteX10" fmla="*/ 151575 w 196839"/>
                <a:gd name="connsiteY10" fmla="*/ 163557 h 250565"/>
                <a:gd name="connsiteX11" fmla="*/ 152093 w 196839"/>
                <a:gd name="connsiteY11" fmla="*/ 166551 h 250565"/>
                <a:gd name="connsiteX12" fmla="*/ 194691 w 196839"/>
                <a:gd name="connsiteY12" fmla="*/ 246315 h 250565"/>
                <a:gd name="connsiteX13" fmla="*/ 195395 w 196839"/>
                <a:gd name="connsiteY13" fmla="*/ 248089 h 250565"/>
                <a:gd name="connsiteX14" fmla="*/ 194506 w 196839"/>
                <a:gd name="connsiteY14" fmla="*/ 249863 h 250565"/>
                <a:gd name="connsiteX15" fmla="*/ 192209 w 196839"/>
                <a:gd name="connsiteY15" fmla="*/ 250565 h 250565"/>
                <a:gd name="connsiteX16" fmla="*/ 143610 w 196839"/>
                <a:gd name="connsiteY16" fmla="*/ 250565 h 250565"/>
                <a:gd name="connsiteX17" fmla="*/ 139388 w 196839"/>
                <a:gd name="connsiteY17" fmla="*/ 248089 h 250565"/>
                <a:gd name="connsiteX18" fmla="*/ 102420 w 196839"/>
                <a:gd name="connsiteY18" fmla="*/ 176050 h 250565"/>
                <a:gd name="connsiteX19" fmla="*/ 98197 w 196839"/>
                <a:gd name="connsiteY19" fmla="*/ 173573 h 250565"/>
                <a:gd name="connsiteX20" fmla="*/ 55600 w 196839"/>
                <a:gd name="connsiteY20" fmla="*/ 173573 h 250565"/>
                <a:gd name="connsiteX21" fmla="*/ 52081 w 196839"/>
                <a:gd name="connsiteY21" fmla="*/ 177085 h 250565"/>
                <a:gd name="connsiteX22" fmla="*/ 52081 w 196839"/>
                <a:gd name="connsiteY22" fmla="*/ 247017 h 250565"/>
                <a:gd name="connsiteX23" fmla="*/ 48562 w 196839"/>
                <a:gd name="connsiteY23" fmla="*/ 250528 h 250565"/>
                <a:gd name="connsiteX24" fmla="*/ 3482 w 196839"/>
                <a:gd name="connsiteY24" fmla="*/ 250528 h 250565"/>
                <a:gd name="connsiteX25" fmla="*/ 102828 w 196839"/>
                <a:gd name="connsiteY25" fmla="*/ 127556 h 250565"/>
                <a:gd name="connsiteX26" fmla="*/ 123423 w 196839"/>
                <a:gd name="connsiteY26" fmla="*/ 122455 h 250565"/>
                <a:gd name="connsiteX27" fmla="*/ 139091 w 196839"/>
                <a:gd name="connsiteY27" fmla="*/ 108225 h 250565"/>
                <a:gd name="connsiteX28" fmla="*/ 145092 w 196839"/>
                <a:gd name="connsiteY28" fmla="*/ 86787 h 250565"/>
                <a:gd name="connsiteX29" fmla="*/ 132239 w 196839"/>
                <a:gd name="connsiteY29" fmla="*/ 56921 h 250565"/>
                <a:gd name="connsiteX30" fmla="*/ 101087 w 196839"/>
                <a:gd name="connsiteY30" fmla="*/ 46018 h 250565"/>
                <a:gd name="connsiteX31" fmla="*/ 55674 w 196839"/>
                <a:gd name="connsiteY31" fmla="*/ 46018 h 250565"/>
                <a:gd name="connsiteX32" fmla="*/ 52155 w 196839"/>
                <a:gd name="connsiteY32" fmla="*/ 49529 h 250565"/>
                <a:gd name="connsiteX33" fmla="*/ 52155 w 196839"/>
                <a:gd name="connsiteY33" fmla="*/ 124007 h 250565"/>
                <a:gd name="connsiteX34" fmla="*/ 55674 w 196839"/>
                <a:gd name="connsiteY34" fmla="*/ 127519 h 250565"/>
                <a:gd name="connsiteX35" fmla="*/ 102865 w 196839"/>
                <a:gd name="connsiteY35" fmla="*/ 127519 h 2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6839" h="250565">
                  <a:moveTo>
                    <a:pt x="3519" y="250528"/>
                  </a:moveTo>
                  <a:cubicBezTo>
                    <a:pt x="1185" y="250528"/>
                    <a:pt x="0" y="249345"/>
                    <a:pt x="0" y="247017"/>
                  </a:cubicBezTo>
                  <a:lnTo>
                    <a:pt x="0" y="3511"/>
                  </a:lnTo>
                  <a:cubicBezTo>
                    <a:pt x="0" y="1183"/>
                    <a:pt x="1185" y="0"/>
                    <a:pt x="3519" y="0"/>
                  </a:cubicBezTo>
                  <a:lnTo>
                    <a:pt x="106717" y="0"/>
                  </a:lnTo>
                  <a:cubicBezTo>
                    <a:pt x="123386" y="0"/>
                    <a:pt x="138573" y="3696"/>
                    <a:pt x="152315" y="11052"/>
                  </a:cubicBezTo>
                  <a:cubicBezTo>
                    <a:pt x="166058" y="18444"/>
                    <a:pt x="176911" y="28756"/>
                    <a:pt x="184875" y="41989"/>
                  </a:cubicBezTo>
                  <a:cubicBezTo>
                    <a:pt x="192839" y="55221"/>
                    <a:pt x="196839" y="70154"/>
                    <a:pt x="196839" y="86787"/>
                  </a:cubicBezTo>
                  <a:cubicBezTo>
                    <a:pt x="196839" y="103420"/>
                    <a:pt x="193024" y="117724"/>
                    <a:pt x="185394" y="130365"/>
                  </a:cubicBezTo>
                  <a:cubicBezTo>
                    <a:pt x="177763" y="143006"/>
                    <a:pt x="167021" y="153429"/>
                    <a:pt x="153167" y="161635"/>
                  </a:cubicBezTo>
                  <a:cubicBezTo>
                    <a:pt x="152241" y="161856"/>
                    <a:pt x="151686" y="162522"/>
                    <a:pt x="151575" y="163557"/>
                  </a:cubicBezTo>
                  <a:cubicBezTo>
                    <a:pt x="151463" y="164592"/>
                    <a:pt x="151648" y="165627"/>
                    <a:pt x="152093" y="166551"/>
                  </a:cubicBezTo>
                  <a:lnTo>
                    <a:pt x="194691" y="246315"/>
                  </a:lnTo>
                  <a:lnTo>
                    <a:pt x="195395" y="248089"/>
                  </a:lnTo>
                  <a:cubicBezTo>
                    <a:pt x="195395" y="248791"/>
                    <a:pt x="195098" y="249382"/>
                    <a:pt x="194506" y="249863"/>
                  </a:cubicBezTo>
                  <a:cubicBezTo>
                    <a:pt x="193913" y="250343"/>
                    <a:pt x="193172" y="250565"/>
                    <a:pt x="192209" y="250565"/>
                  </a:cubicBezTo>
                  <a:lnTo>
                    <a:pt x="143610" y="250565"/>
                  </a:lnTo>
                  <a:cubicBezTo>
                    <a:pt x="141499" y="250565"/>
                    <a:pt x="140091" y="249752"/>
                    <a:pt x="139388" y="248089"/>
                  </a:cubicBezTo>
                  <a:lnTo>
                    <a:pt x="102420" y="176050"/>
                  </a:lnTo>
                  <a:cubicBezTo>
                    <a:pt x="101716" y="174424"/>
                    <a:pt x="100309" y="173573"/>
                    <a:pt x="98197" y="173573"/>
                  </a:cubicBezTo>
                  <a:lnTo>
                    <a:pt x="55600" y="173573"/>
                  </a:lnTo>
                  <a:cubicBezTo>
                    <a:pt x="53266" y="173573"/>
                    <a:pt x="52081" y="174756"/>
                    <a:pt x="52081" y="177085"/>
                  </a:cubicBezTo>
                  <a:lnTo>
                    <a:pt x="52081" y="247017"/>
                  </a:lnTo>
                  <a:cubicBezTo>
                    <a:pt x="52081" y="249345"/>
                    <a:pt x="50895" y="250528"/>
                    <a:pt x="48562" y="250528"/>
                  </a:cubicBezTo>
                  <a:lnTo>
                    <a:pt x="3482" y="250528"/>
                  </a:lnTo>
                  <a:close/>
                  <a:moveTo>
                    <a:pt x="102828" y="127556"/>
                  </a:moveTo>
                  <a:cubicBezTo>
                    <a:pt x="110088" y="127556"/>
                    <a:pt x="116978" y="125855"/>
                    <a:pt x="123423" y="122455"/>
                  </a:cubicBezTo>
                  <a:cubicBezTo>
                    <a:pt x="129868" y="119054"/>
                    <a:pt x="135091" y="114323"/>
                    <a:pt x="139091" y="108225"/>
                  </a:cubicBezTo>
                  <a:cubicBezTo>
                    <a:pt x="143092" y="102126"/>
                    <a:pt x="145092" y="94992"/>
                    <a:pt x="145092" y="86787"/>
                  </a:cubicBezTo>
                  <a:cubicBezTo>
                    <a:pt x="145092" y="74146"/>
                    <a:pt x="140795" y="64166"/>
                    <a:pt x="132239" y="56921"/>
                  </a:cubicBezTo>
                  <a:cubicBezTo>
                    <a:pt x="123682" y="49677"/>
                    <a:pt x="113273" y="46018"/>
                    <a:pt x="101087" y="46018"/>
                  </a:cubicBezTo>
                  <a:lnTo>
                    <a:pt x="55674" y="46018"/>
                  </a:lnTo>
                  <a:cubicBezTo>
                    <a:pt x="53340" y="46018"/>
                    <a:pt x="52155" y="47200"/>
                    <a:pt x="52155" y="49529"/>
                  </a:cubicBezTo>
                  <a:lnTo>
                    <a:pt x="52155" y="124007"/>
                  </a:lnTo>
                  <a:cubicBezTo>
                    <a:pt x="52155" y="126336"/>
                    <a:pt x="53340" y="127519"/>
                    <a:pt x="55674" y="127519"/>
                  </a:cubicBezTo>
                  <a:lnTo>
                    <a:pt x="102865" y="127519"/>
                  </a:lnTo>
                  <a:close/>
                </a:path>
              </a:pathLst>
            </a:custGeom>
            <a:grpFill/>
            <a:ln w="3692"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8B912D34-FE74-E7E4-CBBC-D6AD7AF36AFE}"/>
                </a:ext>
              </a:extLst>
            </p:cNvPr>
            <p:cNvSpPr/>
            <p:nvPr/>
          </p:nvSpPr>
          <p:spPr>
            <a:xfrm>
              <a:off x="4744703"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3 w 202839"/>
                <a:gd name="connsiteY3" fmla="*/ 248421 h 250528"/>
                <a:gd name="connsiteX4" fmla="*/ 56377 w 202839"/>
                <a:gd name="connsiteY4" fmla="*/ 105748 h 250528"/>
                <a:gd name="connsiteX5" fmla="*/ 53896 w 202839"/>
                <a:gd name="connsiteY5" fmla="*/ 104344 h 250528"/>
                <a:gd name="connsiteX6" fmla="*/ 52118 w 202839"/>
                <a:gd name="connsiteY6" fmla="*/ 107522 h 250528"/>
                <a:gd name="connsiteX7" fmla="*/ 52118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8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3" y="248421"/>
                  </a:cubicBezTo>
                  <a:lnTo>
                    <a:pt x="56377" y="105748"/>
                  </a:lnTo>
                  <a:cubicBezTo>
                    <a:pt x="55451" y="104824"/>
                    <a:pt x="54599" y="104344"/>
                    <a:pt x="53896" y="104344"/>
                  </a:cubicBezTo>
                  <a:cubicBezTo>
                    <a:pt x="52710" y="104344"/>
                    <a:pt x="52118" y="105416"/>
                    <a:pt x="52118" y="107522"/>
                  </a:cubicBezTo>
                  <a:lnTo>
                    <a:pt x="52118" y="247017"/>
                  </a:lnTo>
                  <a:cubicBezTo>
                    <a:pt x="52118"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8" y="2107"/>
                  </a:cubicBezTo>
                  <a:lnTo>
                    <a:pt x="146463" y="144410"/>
                  </a:lnTo>
                  <a:cubicBezTo>
                    <a:pt x="147167"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4D6DB0D5-8848-32C4-F8AF-A4AE132FFBBE}"/>
                </a:ext>
              </a:extLst>
            </p:cNvPr>
            <p:cNvSpPr/>
            <p:nvPr/>
          </p:nvSpPr>
          <p:spPr>
            <a:xfrm>
              <a:off x="2649665" y="5714387"/>
              <a:ext cx="129608" cy="253611"/>
            </a:xfrm>
            <a:custGeom>
              <a:avLst/>
              <a:gdLst>
                <a:gd name="connsiteX0" fmla="*/ 51488 w 129608"/>
                <a:gd name="connsiteY0" fmla="*/ 172003 h 253611"/>
                <a:gd name="connsiteX1" fmla="*/ 114866 w 129608"/>
                <a:gd name="connsiteY1" fmla="*/ 95454 h 253611"/>
                <a:gd name="connsiteX2" fmla="*/ 129609 w 129608"/>
                <a:gd name="connsiteY2" fmla="*/ 77491 h 253611"/>
                <a:gd name="connsiteX3" fmla="*/ 129609 w 129608"/>
                <a:gd name="connsiteY3" fmla="*/ 18463 h 253611"/>
                <a:gd name="connsiteX4" fmla="*/ 108310 w 129608"/>
                <a:gd name="connsiteY4" fmla="*/ 277 h 253611"/>
                <a:gd name="connsiteX5" fmla="*/ 0 w 129608"/>
                <a:gd name="connsiteY5" fmla="*/ 127870 h 253611"/>
                <a:gd name="connsiteX6" fmla="*/ 98716 w 129608"/>
                <a:gd name="connsiteY6" fmla="*/ 253467 h 253611"/>
                <a:gd name="connsiteX7" fmla="*/ 104531 w 129608"/>
                <a:gd name="connsiteY7" fmla="*/ 248994 h 253611"/>
                <a:gd name="connsiteX8" fmla="*/ 104531 w 129608"/>
                <a:gd name="connsiteY8" fmla="*/ 248994 h 253611"/>
                <a:gd name="connsiteX9" fmla="*/ 101494 w 129608"/>
                <a:gd name="connsiteY9" fmla="*/ 244670 h 253611"/>
                <a:gd name="connsiteX10" fmla="*/ 51525 w 129608"/>
                <a:gd name="connsiteY10" fmla="*/ 172040 h 25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08" h="253611">
                  <a:moveTo>
                    <a:pt x="51488" y="172003"/>
                  </a:moveTo>
                  <a:cubicBezTo>
                    <a:pt x="51488" y="133969"/>
                    <a:pt x="78751" y="102329"/>
                    <a:pt x="114866" y="95454"/>
                  </a:cubicBezTo>
                  <a:cubicBezTo>
                    <a:pt x="122978" y="93902"/>
                    <a:pt x="129609" y="85733"/>
                    <a:pt x="129609" y="77491"/>
                  </a:cubicBezTo>
                  <a:lnTo>
                    <a:pt x="129609" y="18463"/>
                  </a:lnTo>
                  <a:cubicBezTo>
                    <a:pt x="129609" y="6635"/>
                    <a:pt x="120015" y="-1645"/>
                    <a:pt x="108310" y="277"/>
                  </a:cubicBezTo>
                  <a:cubicBezTo>
                    <a:pt x="46858" y="10405"/>
                    <a:pt x="0" y="63704"/>
                    <a:pt x="0" y="127870"/>
                  </a:cubicBezTo>
                  <a:cubicBezTo>
                    <a:pt x="0" y="188673"/>
                    <a:pt x="42042" y="239643"/>
                    <a:pt x="98716" y="253467"/>
                  </a:cubicBezTo>
                  <a:cubicBezTo>
                    <a:pt x="101679" y="254206"/>
                    <a:pt x="104531" y="252025"/>
                    <a:pt x="104531" y="248994"/>
                  </a:cubicBezTo>
                  <a:lnTo>
                    <a:pt x="104531" y="248994"/>
                  </a:lnTo>
                  <a:cubicBezTo>
                    <a:pt x="104531" y="247073"/>
                    <a:pt x="103309" y="245372"/>
                    <a:pt x="101494" y="244670"/>
                  </a:cubicBezTo>
                  <a:cubicBezTo>
                    <a:pt x="72268" y="233397"/>
                    <a:pt x="51525" y="205158"/>
                    <a:pt x="51525" y="172040"/>
                  </a:cubicBezTo>
                  <a:close/>
                </a:path>
              </a:pathLst>
            </a:custGeom>
            <a:grpFill/>
            <a:ln w="3692"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B98DA85C-99EC-2067-7D55-B44C1C4D4B5A}"/>
                </a:ext>
              </a:extLst>
            </p:cNvPr>
            <p:cNvSpPr/>
            <p:nvPr/>
          </p:nvSpPr>
          <p:spPr>
            <a:xfrm>
              <a:off x="2779274" y="5459914"/>
              <a:ext cx="234362" cy="508006"/>
            </a:xfrm>
            <a:custGeom>
              <a:avLst/>
              <a:gdLst>
                <a:gd name="connsiteX0" fmla="*/ 234362 w 234362"/>
                <a:gd name="connsiteY0" fmla="*/ 255009 h 508006"/>
                <a:gd name="connsiteX1" fmla="*/ 21632 w 234362"/>
                <a:gd name="connsiteY1" fmla="*/ 341 h 508006"/>
                <a:gd name="connsiteX2" fmla="*/ 0 w 234362"/>
                <a:gd name="connsiteY2" fmla="*/ 18452 h 508006"/>
                <a:gd name="connsiteX3" fmla="*/ 0 w 234362"/>
                <a:gd name="connsiteY3" fmla="*/ 163047 h 508006"/>
                <a:gd name="connsiteX4" fmla="*/ 14076 w 234362"/>
                <a:gd name="connsiteY4" fmla="*/ 180863 h 508006"/>
                <a:gd name="connsiteX5" fmla="*/ 144055 w 234362"/>
                <a:gd name="connsiteY5" fmla="*/ 345085 h 508006"/>
                <a:gd name="connsiteX6" fmla="*/ 123830 w 234362"/>
                <a:gd name="connsiteY6" fmla="*/ 425108 h 508006"/>
                <a:gd name="connsiteX7" fmla="*/ 50599 w 234362"/>
                <a:gd name="connsiteY7" fmla="*/ 491528 h 508006"/>
                <a:gd name="connsiteX8" fmla="*/ 27966 w 234362"/>
                <a:gd name="connsiteY8" fmla="*/ 498625 h 508006"/>
                <a:gd name="connsiteX9" fmla="*/ 24262 w 234362"/>
                <a:gd name="connsiteY9" fmla="*/ 503245 h 508006"/>
                <a:gd name="connsiteX10" fmla="*/ 24262 w 234362"/>
                <a:gd name="connsiteY10" fmla="*/ 503245 h 508006"/>
                <a:gd name="connsiteX11" fmla="*/ 30004 w 234362"/>
                <a:gd name="connsiteY11" fmla="*/ 507902 h 508006"/>
                <a:gd name="connsiteX12" fmla="*/ 234362 w 234362"/>
                <a:gd name="connsiteY12" fmla="*/ 254972 h 50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362" h="508006">
                  <a:moveTo>
                    <a:pt x="234362" y="255009"/>
                  </a:moveTo>
                  <a:cubicBezTo>
                    <a:pt x="234362" y="127970"/>
                    <a:pt x="142610" y="22296"/>
                    <a:pt x="21632" y="341"/>
                  </a:cubicBezTo>
                  <a:cubicBezTo>
                    <a:pt x="9742" y="-1803"/>
                    <a:pt x="0" y="6402"/>
                    <a:pt x="0" y="18452"/>
                  </a:cubicBezTo>
                  <a:lnTo>
                    <a:pt x="0" y="163047"/>
                  </a:lnTo>
                  <a:cubicBezTo>
                    <a:pt x="0" y="170994"/>
                    <a:pt x="6334" y="179052"/>
                    <a:pt x="14076" y="180863"/>
                  </a:cubicBezTo>
                  <a:cubicBezTo>
                    <a:pt x="88604" y="198494"/>
                    <a:pt x="144055" y="265321"/>
                    <a:pt x="144055" y="345085"/>
                  </a:cubicBezTo>
                  <a:cubicBezTo>
                    <a:pt x="144055" y="374063"/>
                    <a:pt x="136721" y="401304"/>
                    <a:pt x="123830" y="425108"/>
                  </a:cubicBezTo>
                  <a:cubicBezTo>
                    <a:pt x="102679" y="461441"/>
                    <a:pt x="74157" y="480994"/>
                    <a:pt x="50599" y="491528"/>
                  </a:cubicBezTo>
                  <a:cubicBezTo>
                    <a:pt x="43302" y="494411"/>
                    <a:pt x="35745" y="496777"/>
                    <a:pt x="27966" y="498625"/>
                  </a:cubicBezTo>
                  <a:cubicBezTo>
                    <a:pt x="25818" y="499142"/>
                    <a:pt x="24262" y="501028"/>
                    <a:pt x="24262" y="503245"/>
                  </a:cubicBezTo>
                  <a:lnTo>
                    <a:pt x="24262" y="503245"/>
                  </a:lnTo>
                  <a:cubicBezTo>
                    <a:pt x="24262" y="506239"/>
                    <a:pt x="27040" y="508531"/>
                    <a:pt x="30004" y="507902"/>
                  </a:cubicBezTo>
                  <a:cubicBezTo>
                    <a:pt x="146833" y="482694"/>
                    <a:pt x="234362" y="379090"/>
                    <a:pt x="234362" y="254972"/>
                  </a:cubicBezTo>
                  <a:close/>
                </a:path>
              </a:pathLst>
            </a:custGeom>
            <a:grpFill/>
            <a:ln w="3692"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A5F2BED1-D9D7-89B2-80D5-0579BC77D2DD}"/>
                </a:ext>
              </a:extLst>
            </p:cNvPr>
            <p:cNvSpPr/>
            <p:nvPr/>
          </p:nvSpPr>
          <p:spPr>
            <a:xfrm>
              <a:off x="3210809" y="6013428"/>
              <a:ext cx="61822" cy="88376"/>
            </a:xfrm>
            <a:custGeom>
              <a:avLst/>
              <a:gdLst>
                <a:gd name="connsiteX0" fmla="*/ 0 w 61822"/>
                <a:gd name="connsiteY0" fmla="*/ 0 h 88376"/>
                <a:gd name="connsiteX1" fmla="*/ 61822 w 61822"/>
                <a:gd name="connsiteY1" fmla="*/ 0 h 88376"/>
                <a:gd name="connsiteX2" fmla="*/ 61822 w 61822"/>
                <a:gd name="connsiteY2" fmla="*/ 11828 h 88376"/>
                <a:gd name="connsiteX3" fmla="*/ 38227 w 61822"/>
                <a:gd name="connsiteY3" fmla="*/ 11828 h 88376"/>
                <a:gd name="connsiteX4" fmla="*/ 38227 w 61822"/>
                <a:gd name="connsiteY4" fmla="*/ 88376 h 88376"/>
                <a:gd name="connsiteX5" fmla="*/ 23707 w 61822"/>
                <a:gd name="connsiteY5" fmla="*/ 88376 h 88376"/>
                <a:gd name="connsiteX6" fmla="*/ 23707 w 61822"/>
                <a:gd name="connsiteY6" fmla="*/ 11828 h 88376"/>
                <a:gd name="connsiteX7" fmla="*/ 0 w 61822"/>
                <a:gd name="connsiteY7" fmla="*/ 11828 h 88376"/>
                <a:gd name="connsiteX8" fmla="*/ 0 w 61822"/>
                <a:gd name="connsiteY8" fmla="*/ 0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22" h="88376">
                  <a:moveTo>
                    <a:pt x="0" y="0"/>
                  </a:moveTo>
                  <a:lnTo>
                    <a:pt x="61822" y="0"/>
                  </a:lnTo>
                  <a:lnTo>
                    <a:pt x="61822" y="11828"/>
                  </a:lnTo>
                  <a:lnTo>
                    <a:pt x="38227" y="11828"/>
                  </a:lnTo>
                  <a:lnTo>
                    <a:pt x="38227" y="88376"/>
                  </a:lnTo>
                  <a:lnTo>
                    <a:pt x="23707" y="88376"/>
                  </a:lnTo>
                  <a:lnTo>
                    <a:pt x="23707" y="11828"/>
                  </a:lnTo>
                  <a:lnTo>
                    <a:pt x="0" y="11828"/>
                  </a:lnTo>
                  <a:lnTo>
                    <a:pt x="0" y="0"/>
                  </a:lnTo>
                  <a:close/>
                </a:path>
              </a:pathLst>
            </a:custGeom>
            <a:grpFill/>
            <a:ln w="3692"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115D7C4E-13B8-8723-EBAA-3A8D03868A5A}"/>
                </a:ext>
              </a:extLst>
            </p:cNvPr>
            <p:cNvSpPr/>
            <p:nvPr/>
          </p:nvSpPr>
          <p:spPr>
            <a:xfrm>
              <a:off x="3283707" y="6007735"/>
              <a:ext cx="64230" cy="94142"/>
            </a:xfrm>
            <a:custGeom>
              <a:avLst/>
              <a:gdLst>
                <a:gd name="connsiteX0" fmla="*/ 0 w 64230"/>
                <a:gd name="connsiteY0" fmla="*/ 0 h 94142"/>
                <a:gd name="connsiteX1" fmla="*/ 14520 w 64230"/>
                <a:gd name="connsiteY1" fmla="*/ 0 h 94142"/>
                <a:gd name="connsiteX2" fmla="*/ 14520 w 64230"/>
                <a:gd name="connsiteY2" fmla="*/ 32194 h 94142"/>
                <a:gd name="connsiteX3" fmla="*/ 36301 w 64230"/>
                <a:gd name="connsiteY3" fmla="*/ 22916 h 94142"/>
                <a:gd name="connsiteX4" fmla="*/ 64230 w 64230"/>
                <a:gd name="connsiteY4" fmla="*/ 52819 h 94142"/>
                <a:gd name="connsiteX5" fmla="*/ 64230 w 64230"/>
                <a:gd name="connsiteY5" fmla="*/ 94142 h 94142"/>
                <a:gd name="connsiteX6" fmla="*/ 49821 w 64230"/>
                <a:gd name="connsiteY6" fmla="*/ 94142 h 94142"/>
                <a:gd name="connsiteX7" fmla="*/ 49821 w 64230"/>
                <a:gd name="connsiteY7" fmla="*/ 54962 h 94142"/>
                <a:gd name="connsiteX8" fmla="*/ 32226 w 64230"/>
                <a:gd name="connsiteY8" fmla="*/ 35520 h 94142"/>
                <a:gd name="connsiteX9" fmla="*/ 14520 w 64230"/>
                <a:gd name="connsiteY9" fmla="*/ 54962 h 94142"/>
                <a:gd name="connsiteX10" fmla="*/ 14520 w 64230"/>
                <a:gd name="connsiteY10" fmla="*/ 94142 h 94142"/>
                <a:gd name="connsiteX11" fmla="*/ 0 w 64230"/>
                <a:gd name="connsiteY11" fmla="*/ 94142 h 94142"/>
                <a:gd name="connsiteX12" fmla="*/ 0 w 64230"/>
                <a:gd name="connsiteY12" fmla="*/ 37 h 9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0" h="94142">
                  <a:moveTo>
                    <a:pt x="0" y="0"/>
                  </a:moveTo>
                  <a:lnTo>
                    <a:pt x="14520" y="0"/>
                  </a:lnTo>
                  <a:lnTo>
                    <a:pt x="14520" y="32194"/>
                  </a:lnTo>
                  <a:cubicBezTo>
                    <a:pt x="19373" y="26354"/>
                    <a:pt x="27263" y="22916"/>
                    <a:pt x="36301" y="22916"/>
                  </a:cubicBezTo>
                  <a:cubicBezTo>
                    <a:pt x="51969" y="22916"/>
                    <a:pt x="64230" y="33229"/>
                    <a:pt x="64230" y="52819"/>
                  </a:cubicBezTo>
                  <a:lnTo>
                    <a:pt x="64230" y="94142"/>
                  </a:lnTo>
                  <a:lnTo>
                    <a:pt x="49821" y="94142"/>
                  </a:lnTo>
                  <a:lnTo>
                    <a:pt x="49821" y="54962"/>
                  </a:lnTo>
                  <a:cubicBezTo>
                    <a:pt x="49821" y="42100"/>
                    <a:pt x="42820" y="35520"/>
                    <a:pt x="32226" y="35520"/>
                  </a:cubicBezTo>
                  <a:cubicBezTo>
                    <a:pt x="21632" y="35520"/>
                    <a:pt x="14520" y="42137"/>
                    <a:pt x="14520" y="54962"/>
                  </a:cubicBezTo>
                  <a:lnTo>
                    <a:pt x="14520" y="94142"/>
                  </a:lnTo>
                  <a:lnTo>
                    <a:pt x="0" y="94142"/>
                  </a:lnTo>
                  <a:lnTo>
                    <a:pt x="0" y="37"/>
                  </a:lnTo>
                  <a:close/>
                </a:path>
              </a:pathLst>
            </a:custGeom>
            <a:grpFill/>
            <a:ln w="3692"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453D1684-04F6-72AA-FEC6-5F986324A47A}"/>
                </a:ext>
              </a:extLst>
            </p:cNvPr>
            <p:cNvSpPr/>
            <p:nvPr/>
          </p:nvSpPr>
          <p:spPr>
            <a:xfrm>
              <a:off x="3360420"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D0C6EE6D-0ACD-64BD-3B20-1CE207355CF8}"/>
                </a:ext>
              </a:extLst>
            </p:cNvPr>
            <p:cNvSpPr/>
            <p:nvPr/>
          </p:nvSpPr>
          <p:spPr>
            <a:xfrm>
              <a:off x="3474916" y="6012282"/>
              <a:ext cx="61896" cy="90445"/>
            </a:xfrm>
            <a:custGeom>
              <a:avLst/>
              <a:gdLst>
                <a:gd name="connsiteX0" fmla="*/ 31337 w 61896"/>
                <a:gd name="connsiteY0" fmla="*/ 90446 h 90445"/>
                <a:gd name="connsiteX1" fmla="*/ 0 w 61896"/>
                <a:gd name="connsiteY1" fmla="*/ 65127 h 90445"/>
                <a:gd name="connsiteX2" fmla="*/ 15558 w 61896"/>
                <a:gd name="connsiteY2" fmla="*/ 65127 h 90445"/>
                <a:gd name="connsiteX3" fmla="*/ 31374 w 61896"/>
                <a:gd name="connsiteY3" fmla="*/ 78211 h 90445"/>
                <a:gd name="connsiteX4" fmla="*/ 47302 w 61896"/>
                <a:gd name="connsiteY4" fmla="*/ 65238 h 90445"/>
                <a:gd name="connsiteX5" fmla="*/ 259 w 61896"/>
                <a:gd name="connsiteY5" fmla="*/ 25171 h 90445"/>
                <a:gd name="connsiteX6" fmla="*/ 30708 w 61896"/>
                <a:gd name="connsiteY6" fmla="*/ 0 h 90445"/>
                <a:gd name="connsiteX7" fmla="*/ 60934 w 61896"/>
                <a:gd name="connsiteY7" fmla="*/ 24025 h 90445"/>
                <a:gd name="connsiteX8" fmla="*/ 44857 w 61896"/>
                <a:gd name="connsiteY8" fmla="*/ 24025 h 90445"/>
                <a:gd name="connsiteX9" fmla="*/ 29930 w 61896"/>
                <a:gd name="connsiteY9" fmla="*/ 12308 h 90445"/>
                <a:gd name="connsiteX10" fmla="*/ 15002 w 61896"/>
                <a:gd name="connsiteY10" fmla="*/ 24654 h 90445"/>
                <a:gd name="connsiteX11" fmla="*/ 61897 w 61896"/>
                <a:gd name="connsiteY11" fmla="*/ 64462 h 90445"/>
                <a:gd name="connsiteX12" fmla="*/ 31300 w 61896"/>
                <a:gd name="connsiteY12" fmla="*/ 90409 h 9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896" h="90445">
                  <a:moveTo>
                    <a:pt x="31337" y="90446"/>
                  </a:moveTo>
                  <a:cubicBezTo>
                    <a:pt x="13631" y="90446"/>
                    <a:pt x="0" y="80762"/>
                    <a:pt x="0" y="65127"/>
                  </a:cubicBezTo>
                  <a:lnTo>
                    <a:pt x="15558" y="65127"/>
                  </a:lnTo>
                  <a:cubicBezTo>
                    <a:pt x="16187" y="72372"/>
                    <a:pt x="21299" y="78211"/>
                    <a:pt x="31374" y="78211"/>
                  </a:cubicBezTo>
                  <a:cubicBezTo>
                    <a:pt x="41450" y="78211"/>
                    <a:pt x="47302" y="72741"/>
                    <a:pt x="47302" y="65238"/>
                  </a:cubicBezTo>
                  <a:cubicBezTo>
                    <a:pt x="47302" y="43874"/>
                    <a:pt x="259" y="57735"/>
                    <a:pt x="259" y="25171"/>
                  </a:cubicBezTo>
                  <a:cubicBezTo>
                    <a:pt x="259" y="9647"/>
                    <a:pt x="12631" y="0"/>
                    <a:pt x="30708" y="0"/>
                  </a:cubicBezTo>
                  <a:cubicBezTo>
                    <a:pt x="47673" y="0"/>
                    <a:pt x="59637" y="8908"/>
                    <a:pt x="60934" y="24025"/>
                  </a:cubicBezTo>
                  <a:lnTo>
                    <a:pt x="44857" y="24025"/>
                  </a:lnTo>
                  <a:cubicBezTo>
                    <a:pt x="44339" y="18037"/>
                    <a:pt x="39116" y="12567"/>
                    <a:pt x="29930" y="12308"/>
                  </a:cubicBezTo>
                  <a:cubicBezTo>
                    <a:pt x="21521" y="12050"/>
                    <a:pt x="15002" y="16115"/>
                    <a:pt x="15002" y="24654"/>
                  </a:cubicBezTo>
                  <a:cubicBezTo>
                    <a:pt x="15002" y="44613"/>
                    <a:pt x="61897" y="32157"/>
                    <a:pt x="61897" y="64462"/>
                  </a:cubicBezTo>
                  <a:cubicBezTo>
                    <a:pt x="61897" y="77694"/>
                    <a:pt x="51080" y="90409"/>
                    <a:pt x="31300" y="90409"/>
                  </a:cubicBezTo>
                  <a:close/>
                </a:path>
              </a:pathLst>
            </a:custGeom>
            <a:grpFill/>
            <a:ln w="3692"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6F42E420-2B62-569A-6BA3-C5FE2BE80723}"/>
                </a:ext>
              </a:extLst>
            </p:cNvPr>
            <p:cNvSpPr/>
            <p:nvPr/>
          </p:nvSpPr>
          <p:spPr>
            <a:xfrm>
              <a:off x="3552073" y="6030615"/>
              <a:ext cx="72008" cy="104565"/>
            </a:xfrm>
            <a:custGeom>
              <a:avLst/>
              <a:gdLst>
                <a:gd name="connsiteX0" fmla="*/ 39005 w 72008"/>
                <a:gd name="connsiteY0" fmla="*/ 0 h 104565"/>
                <a:gd name="connsiteX1" fmla="*/ 72009 w 72008"/>
                <a:gd name="connsiteY1" fmla="*/ 35853 h 104565"/>
                <a:gd name="connsiteX2" fmla="*/ 39005 w 72008"/>
                <a:gd name="connsiteY2" fmla="*/ 72372 h 104565"/>
                <a:gd name="connsiteX3" fmla="*/ 14520 w 72008"/>
                <a:gd name="connsiteY3" fmla="*/ 61061 h 104565"/>
                <a:gd name="connsiteX4" fmla="*/ 14520 w 72008"/>
                <a:gd name="connsiteY4" fmla="*/ 104565 h 104565"/>
                <a:gd name="connsiteX5" fmla="*/ 0 w 72008"/>
                <a:gd name="connsiteY5" fmla="*/ 104565 h 104565"/>
                <a:gd name="connsiteX6" fmla="*/ 0 w 72008"/>
                <a:gd name="connsiteY6" fmla="*/ 1183 h 104565"/>
                <a:gd name="connsiteX7" fmla="*/ 14520 w 72008"/>
                <a:gd name="connsiteY7" fmla="*/ 1183 h 104565"/>
                <a:gd name="connsiteX8" fmla="*/ 14520 w 72008"/>
                <a:gd name="connsiteY8" fmla="*/ 11495 h 104565"/>
                <a:gd name="connsiteX9" fmla="*/ 39005 w 72008"/>
                <a:gd name="connsiteY9" fmla="*/ 37 h 104565"/>
                <a:gd name="connsiteX10" fmla="*/ 35819 w 72008"/>
                <a:gd name="connsiteY10" fmla="*/ 12604 h 104565"/>
                <a:gd name="connsiteX11" fmla="*/ 14520 w 72008"/>
                <a:gd name="connsiteY11" fmla="*/ 36149 h 104565"/>
                <a:gd name="connsiteX12" fmla="*/ 35819 w 72008"/>
                <a:gd name="connsiteY12" fmla="*/ 59804 h 104565"/>
                <a:gd name="connsiteX13" fmla="*/ 57229 w 72008"/>
                <a:gd name="connsiteY13" fmla="*/ 35890 h 104565"/>
                <a:gd name="connsiteX14" fmla="*/ 35819 w 72008"/>
                <a:gd name="connsiteY14" fmla="*/ 12604 h 10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008" h="104565">
                  <a:moveTo>
                    <a:pt x="39005" y="0"/>
                  </a:moveTo>
                  <a:cubicBezTo>
                    <a:pt x="57489" y="0"/>
                    <a:pt x="72009" y="14230"/>
                    <a:pt x="72009" y="35853"/>
                  </a:cubicBezTo>
                  <a:cubicBezTo>
                    <a:pt x="72009" y="57476"/>
                    <a:pt x="57489" y="72372"/>
                    <a:pt x="39005" y="72372"/>
                  </a:cubicBezTo>
                  <a:cubicBezTo>
                    <a:pt x="27411" y="72372"/>
                    <a:pt x="19113" y="66532"/>
                    <a:pt x="14520" y="61061"/>
                  </a:cubicBezTo>
                  <a:lnTo>
                    <a:pt x="14520" y="104565"/>
                  </a:lnTo>
                  <a:lnTo>
                    <a:pt x="0" y="104565"/>
                  </a:lnTo>
                  <a:lnTo>
                    <a:pt x="0" y="1183"/>
                  </a:lnTo>
                  <a:lnTo>
                    <a:pt x="14520" y="1183"/>
                  </a:lnTo>
                  <a:lnTo>
                    <a:pt x="14520" y="11495"/>
                  </a:lnTo>
                  <a:cubicBezTo>
                    <a:pt x="18965" y="5655"/>
                    <a:pt x="27522" y="37"/>
                    <a:pt x="39005" y="37"/>
                  </a:cubicBezTo>
                  <a:close/>
                  <a:moveTo>
                    <a:pt x="35819" y="12604"/>
                  </a:moveTo>
                  <a:cubicBezTo>
                    <a:pt x="25003" y="12604"/>
                    <a:pt x="14520" y="21142"/>
                    <a:pt x="14520" y="36149"/>
                  </a:cubicBezTo>
                  <a:cubicBezTo>
                    <a:pt x="14520" y="51155"/>
                    <a:pt x="24966" y="59804"/>
                    <a:pt x="35819" y="59804"/>
                  </a:cubicBezTo>
                  <a:cubicBezTo>
                    <a:pt x="46672" y="59804"/>
                    <a:pt x="57229" y="51044"/>
                    <a:pt x="57229" y="35890"/>
                  </a:cubicBezTo>
                  <a:cubicBezTo>
                    <a:pt x="57229" y="20736"/>
                    <a:pt x="46784" y="12604"/>
                    <a:pt x="35819" y="12604"/>
                  </a:cubicBezTo>
                  <a:close/>
                </a:path>
              </a:pathLst>
            </a:custGeom>
            <a:grpFill/>
            <a:ln w="3692"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529C9E47-4B19-461E-78B5-528BE4648503}"/>
                </a:ext>
              </a:extLst>
            </p:cNvPr>
            <p:cNvSpPr/>
            <p:nvPr/>
          </p:nvSpPr>
          <p:spPr>
            <a:xfrm>
              <a:off x="363319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2C0E50E7-F709-225C-A8B9-7A3ED5CFF457}"/>
                </a:ext>
              </a:extLst>
            </p:cNvPr>
            <p:cNvSpPr/>
            <p:nvPr/>
          </p:nvSpPr>
          <p:spPr>
            <a:xfrm>
              <a:off x="3711463" y="6030615"/>
              <a:ext cx="66786" cy="72408"/>
            </a:xfrm>
            <a:custGeom>
              <a:avLst/>
              <a:gdLst>
                <a:gd name="connsiteX0" fmla="*/ 34412 w 66786"/>
                <a:gd name="connsiteY0" fmla="*/ 0 h 72408"/>
                <a:gd name="connsiteX1" fmla="*/ 66786 w 66786"/>
                <a:gd name="connsiteY1" fmla="*/ 23286 h 72408"/>
                <a:gd name="connsiteX2" fmla="*/ 51118 w 66786"/>
                <a:gd name="connsiteY2" fmla="*/ 23286 h 72408"/>
                <a:gd name="connsiteX3" fmla="*/ 34412 w 66786"/>
                <a:gd name="connsiteY3" fmla="*/ 12234 h 72408"/>
                <a:gd name="connsiteX4" fmla="*/ 14928 w 66786"/>
                <a:gd name="connsiteY4" fmla="*/ 36149 h 72408"/>
                <a:gd name="connsiteX5" fmla="*/ 34412 w 66786"/>
                <a:gd name="connsiteY5" fmla="*/ 60174 h 72408"/>
                <a:gd name="connsiteX6" fmla="*/ 51118 w 66786"/>
                <a:gd name="connsiteY6" fmla="*/ 49122 h 72408"/>
                <a:gd name="connsiteX7" fmla="*/ 66786 w 66786"/>
                <a:gd name="connsiteY7" fmla="*/ 49122 h 72408"/>
                <a:gd name="connsiteX8" fmla="*/ 34412 w 66786"/>
                <a:gd name="connsiteY8" fmla="*/ 72408 h 72408"/>
                <a:gd name="connsiteX9" fmla="*/ 0 w 66786"/>
                <a:gd name="connsiteY9" fmla="*/ 36149 h 72408"/>
                <a:gd name="connsiteX10" fmla="*/ 34412 w 66786"/>
                <a:gd name="connsiteY10" fmla="*/ 37 h 7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86" h="72408">
                  <a:moveTo>
                    <a:pt x="34412" y="0"/>
                  </a:moveTo>
                  <a:cubicBezTo>
                    <a:pt x="51599" y="0"/>
                    <a:pt x="62823" y="8501"/>
                    <a:pt x="66786" y="23286"/>
                  </a:cubicBezTo>
                  <a:lnTo>
                    <a:pt x="51118" y="23286"/>
                  </a:lnTo>
                  <a:cubicBezTo>
                    <a:pt x="48710" y="16559"/>
                    <a:pt x="43079" y="12234"/>
                    <a:pt x="34412" y="12234"/>
                  </a:cubicBezTo>
                  <a:cubicBezTo>
                    <a:pt x="22670" y="12234"/>
                    <a:pt x="14928" y="20884"/>
                    <a:pt x="14928" y="36149"/>
                  </a:cubicBezTo>
                  <a:cubicBezTo>
                    <a:pt x="14928" y="51414"/>
                    <a:pt x="22707" y="60174"/>
                    <a:pt x="34412" y="60174"/>
                  </a:cubicBezTo>
                  <a:cubicBezTo>
                    <a:pt x="43079" y="60174"/>
                    <a:pt x="48413" y="56367"/>
                    <a:pt x="51118" y="49122"/>
                  </a:cubicBezTo>
                  <a:lnTo>
                    <a:pt x="66786" y="49122"/>
                  </a:lnTo>
                  <a:cubicBezTo>
                    <a:pt x="62823" y="62872"/>
                    <a:pt x="51636" y="72408"/>
                    <a:pt x="34412" y="72408"/>
                  </a:cubicBezTo>
                  <a:cubicBezTo>
                    <a:pt x="14261" y="72408"/>
                    <a:pt x="0" y="58178"/>
                    <a:pt x="0" y="36149"/>
                  </a:cubicBezTo>
                  <a:cubicBezTo>
                    <a:pt x="0" y="14119"/>
                    <a:pt x="14261" y="37"/>
                    <a:pt x="34412" y="37"/>
                  </a:cubicBezTo>
                  <a:close/>
                </a:path>
              </a:pathLst>
            </a:custGeom>
            <a:grpFill/>
            <a:ln w="3692"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61CFA517-6768-2088-241D-A15A8A896940}"/>
                </a:ext>
              </a:extLst>
            </p:cNvPr>
            <p:cNvSpPr/>
            <p:nvPr/>
          </p:nvSpPr>
          <p:spPr>
            <a:xfrm>
              <a:off x="3789066" y="6003891"/>
              <a:ext cx="18483" cy="97949"/>
            </a:xfrm>
            <a:custGeom>
              <a:avLst/>
              <a:gdLst>
                <a:gd name="connsiteX0" fmla="*/ 0 w 18483"/>
                <a:gd name="connsiteY0" fmla="*/ 9277 h 97949"/>
                <a:gd name="connsiteX1" fmla="*/ 9297 w 18483"/>
                <a:gd name="connsiteY1" fmla="*/ 0 h 97949"/>
                <a:gd name="connsiteX2" fmla="*/ 18484 w 18483"/>
                <a:gd name="connsiteY2" fmla="*/ 9277 h 97949"/>
                <a:gd name="connsiteX3" fmla="*/ 9297 w 18483"/>
                <a:gd name="connsiteY3" fmla="*/ 18555 h 97949"/>
                <a:gd name="connsiteX4" fmla="*/ 0 w 18483"/>
                <a:gd name="connsiteY4" fmla="*/ 9277 h 97949"/>
                <a:gd name="connsiteX5" fmla="*/ 1926 w 18483"/>
                <a:gd name="connsiteY5" fmla="*/ 27869 h 97949"/>
                <a:gd name="connsiteX6" fmla="*/ 16446 w 18483"/>
                <a:gd name="connsiteY6" fmla="*/ 27869 h 97949"/>
                <a:gd name="connsiteX7" fmla="*/ 16446 w 18483"/>
                <a:gd name="connsiteY7" fmla="*/ 97949 h 97949"/>
                <a:gd name="connsiteX8" fmla="*/ 1926 w 18483"/>
                <a:gd name="connsiteY8" fmla="*/ 97949 h 97949"/>
                <a:gd name="connsiteX9" fmla="*/ 1926 w 18483"/>
                <a:gd name="connsiteY9" fmla="*/ 27869 h 97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83" h="97949">
                  <a:moveTo>
                    <a:pt x="0" y="9277"/>
                  </a:moveTo>
                  <a:cubicBezTo>
                    <a:pt x="0" y="4066"/>
                    <a:pt x="4075" y="0"/>
                    <a:pt x="9297" y="0"/>
                  </a:cubicBezTo>
                  <a:cubicBezTo>
                    <a:pt x="14520" y="0"/>
                    <a:pt x="18484" y="4066"/>
                    <a:pt x="18484" y="9277"/>
                  </a:cubicBezTo>
                  <a:cubicBezTo>
                    <a:pt x="18484" y="14489"/>
                    <a:pt x="14409" y="18555"/>
                    <a:pt x="9297" y="18555"/>
                  </a:cubicBezTo>
                  <a:cubicBezTo>
                    <a:pt x="4186" y="18555"/>
                    <a:pt x="0" y="14489"/>
                    <a:pt x="0" y="9277"/>
                  </a:cubicBezTo>
                  <a:close/>
                  <a:moveTo>
                    <a:pt x="1926" y="27869"/>
                  </a:moveTo>
                  <a:lnTo>
                    <a:pt x="16446" y="27869"/>
                  </a:lnTo>
                  <a:lnTo>
                    <a:pt x="16446" y="97949"/>
                  </a:lnTo>
                  <a:lnTo>
                    <a:pt x="1926" y="97949"/>
                  </a:lnTo>
                  <a:lnTo>
                    <a:pt x="1926" y="27869"/>
                  </a:lnTo>
                  <a:close/>
                </a:path>
              </a:pathLst>
            </a:custGeom>
            <a:grpFill/>
            <a:ln w="3692"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DD549D2B-6FB5-7CFB-59E8-81F0F5059F9E}"/>
                </a:ext>
              </a:extLst>
            </p:cNvPr>
            <p:cNvSpPr/>
            <p:nvPr/>
          </p:nvSpPr>
          <p:spPr>
            <a:xfrm>
              <a:off x="3818328"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4D14A19E-7265-60D3-52F7-3A8E0A50E8A3}"/>
                </a:ext>
              </a:extLst>
            </p:cNvPr>
            <p:cNvSpPr/>
            <p:nvPr/>
          </p:nvSpPr>
          <p:spPr>
            <a:xfrm>
              <a:off x="3907969"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93A329E9-B18D-5BD5-7F20-17E67289BB05}"/>
                </a:ext>
              </a:extLst>
            </p:cNvPr>
            <p:cNvSpPr/>
            <p:nvPr/>
          </p:nvSpPr>
          <p:spPr>
            <a:xfrm>
              <a:off x="3933935"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5C95B42E-0A94-D1B2-592D-1FB9483C3246}"/>
                </a:ext>
              </a:extLst>
            </p:cNvPr>
            <p:cNvSpPr/>
            <p:nvPr/>
          </p:nvSpPr>
          <p:spPr>
            <a:xfrm>
              <a:off x="3980460" y="6031761"/>
              <a:ext cx="71527" cy="103013"/>
            </a:xfrm>
            <a:custGeom>
              <a:avLst/>
              <a:gdLst>
                <a:gd name="connsiteX0" fmla="*/ 56488 w 71527"/>
                <a:gd name="connsiteY0" fmla="*/ 0 h 103013"/>
                <a:gd name="connsiteX1" fmla="*/ 71527 w 71527"/>
                <a:gd name="connsiteY1" fmla="*/ 0 h 103013"/>
                <a:gd name="connsiteX2" fmla="*/ 28448 w 71527"/>
                <a:gd name="connsiteY2" fmla="*/ 103013 h 103013"/>
                <a:gd name="connsiteX3" fmla="*/ 13409 w 71527"/>
                <a:gd name="connsiteY3" fmla="*/ 103013 h 103013"/>
                <a:gd name="connsiteX4" fmla="*/ 27670 w 71527"/>
                <a:gd name="connsiteY4" fmla="*/ 68934 h 103013"/>
                <a:gd name="connsiteX5" fmla="*/ 0 w 71527"/>
                <a:gd name="connsiteY5" fmla="*/ 0 h 103013"/>
                <a:gd name="connsiteX6" fmla="*/ 16187 w 71527"/>
                <a:gd name="connsiteY6" fmla="*/ 0 h 103013"/>
                <a:gd name="connsiteX7" fmla="*/ 35930 w 71527"/>
                <a:gd name="connsiteY7" fmla="*/ 53410 h 103013"/>
                <a:gd name="connsiteX8" fmla="*/ 56451 w 71527"/>
                <a:gd name="connsiteY8" fmla="*/ 0 h 10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 h="103013">
                  <a:moveTo>
                    <a:pt x="56488" y="0"/>
                  </a:moveTo>
                  <a:lnTo>
                    <a:pt x="71527" y="0"/>
                  </a:lnTo>
                  <a:lnTo>
                    <a:pt x="28448" y="103013"/>
                  </a:lnTo>
                  <a:lnTo>
                    <a:pt x="13409" y="103013"/>
                  </a:lnTo>
                  <a:lnTo>
                    <a:pt x="27670" y="68934"/>
                  </a:lnTo>
                  <a:lnTo>
                    <a:pt x="0" y="0"/>
                  </a:lnTo>
                  <a:lnTo>
                    <a:pt x="16187" y="0"/>
                  </a:lnTo>
                  <a:lnTo>
                    <a:pt x="35930" y="53410"/>
                  </a:lnTo>
                  <a:lnTo>
                    <a:pt x="56451" y="0"/>
                  </a:lnTo>
                  <a:close/>
                </a:path>
              </a:pathLst>
            </a:custGeom>
            <a:grpFill/>
            <a:ln w="3692"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8C3107DD-B894-67CE-7D25-F8BDC8A2E1E8}"/>
                </a:ext>
              </a:extLst>
            </p:cNvPr>
            <p:cNvSpPr/>
            <p:nvPr/>
          </p:nvSpPr>
          <p:spPr>
            <a:xfrm>
              <a:off x="4091251" y="6012282"/>
              <a:ext cx="86380" cy="90298"/>
            </a:xfrm>
            <a:custGeom>
              <a:avLst/>
              <a:gdLst>
                <a:gd name="connsiteX0" fmla="*/ 45228 w 86380"/>
                <a:gd name="connsiteY0" fmla="*/ 0 h 90298"/>
                <a:gd name="connsiteX1" fmla="*/ 86381 w 86380"/>
                <a:gd name="connsiteY1" fmla="*/ 26576 h 90298"/>
                <a:gd name="connsiteX2" fmla="*/ 68934 w 86380"/>
                <a:gd name="connsiteY2" fmla="*/ 26576 h 90298"/>
                <a:gd name="connsiteX3" fmla="*/ 45228 w 86380"/>
                <a:gd name="connsiteY3" fmla="*/ 12715 h 90298"/>
                <a:gd name="connsiteX4" fmla="*/ 14891 w 86380"/>
                <a:gd name="connsiteY4" fmla="*/ 45131 h 90298"/>
                <a:gd name="connsiteX5" fmla="*/ 45228 w 86380"/>
                <a:gd name="connsiteY5" fmla="*/ 77694 h 90298"/>
                <a:gd name="connsiteX6" fmla="*/ 68934 w 86380"/>
                <a:gd name="connsiteY6" fmla="*/ 63833 h 90298"/>
                <a:gd name="connsiteX7" fmla="*/ 86381 w 86380"/>
                <a:gd name="connsiteY7" fmla="*/ 63833 h 90298"/>
                <a:gd name="connsiteX8" fmla="*/ 45228 w 86380"/>
                <a:gd name="connsiteY8" fmla="*/ 90298 h 90298"/>
                <a:gd name="connsiteX9" fmla="*/ 0 w 86380"/>
                <a:gd name="connsiteY9" fmla="*/ 45168 h 90298"/>
                <a:gd name="connsiteX10" fmla="*/ 45228 w 86380"/>
                <a:gd name="connsiteY10" fmla="*/ 37 h 9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 h="90298">
                  <a:moveTo>
                    <a:pt x="45228" y="0"/>
                  </a:moveTo>
                  <a:cubicBezTo>
                    <a:pt x="63712" y="0"/>
                    <a:pt x="79640" y="9277"/>
                    <a:pt x="86381" y="26576"/>
                  </a:cubicBezTo>
                  <a:lnTo>
                    <a:pt x="68934" y="26576"/>
                  </a:lnTo>
                  <a:cubicBezTo>
                    <a:pt x="64230" y="17150"/>
                    <a:pt x="55822" y="12715"/>
                    <a:pt x="45228" y="12715"/>
                  </a:cubicBezTo>
                  <a:cubicBezTo>
                    <a:pt x="27633" y="12715"/>
                    <a:pt x="14891" y="25171"/>
                    <a:pt x="14891" y="45131"/>
                  </a:cubicBezTo>
                  <a:cubicBezTo>
                    <a:pt x="14891" y="65090"/>
                    <a:pt x="27633" y="77694"/>
                    <a:pt x="45228" y="77694"/>
                  </a:cubicBezTo>
                  <a:cubicBezTo>
                    <a:pt x="55822" y="77694"/>
                    <a:pt x="64230" y="73259"/>
                    <a:pt x="68934" y="63833"/>
                  </a:cubicBezTo>
                  <a:lnTo>
                    <a:pt x="86381" y="63833"/>
                  </a:lnTo>
                  <a:cubicBezTo>
                    <a:pt x="79640" y="81132"/>
                    <a:pt x="63712" y="90298"/>
                    <a:pt x="45228" y="90298"/>
                  </a:cubicBezTo>
                  <a:cubicBezTo>
                    <a:pt x="20262" y="90298"/>
                    <a:pt x="0" y="71743"/>
                    <a:pt x="0" y="45168"/>
                  </a:cubicBezTo>
                  <a:cubicBezTo>
                    <a:pt x="0" y="18592"/>
                    <a:pt x="20262" y="37"/>
                    <a:pt x="45228" y="37"/>
                  </a:cubicBezTo>
                  <a:close/>
                </a:path>
              </a:pathLst>
            </a:custGeom>
            <a:grpFill/>
            <a:ln w="3692" cap="flat">
              <a:no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DFCEEDE6-67E5-CD8E-2851-E07F19C00522}"/>
                </a:ext>
              </a:extLst>
            </p:cNvPr>
            <p:cNvSpPr/>
            <p:nvPr/>
          </p:nvSpPr>
          <p:spPr>
            <a:xfrm>
              <a:off x="4187300"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8" y="72372"/>
                    <a:pt x="0" y="57476"/>
                    <a:pt x="0" y="35853"/>
                  </a:cubicBezTo>
                  <a:cubicBezTo>
                    <a:pt x="0" y="14230"/>
                    <a:pt x="14668"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94EBDB0D-721A-EBF1-FA04-E6C403D8A755}"/>
                </a:ext>
              </a:extLst>
            </p:cNvPr>
            <p:cNvSpPr/>
            <p:nvPr/>
          </p:nvSpPr>
          <p:spPr>
            <a:xfrm>
              <a:off x="4274422" y="6030615"/>
              <a:ext cx="35559" cy="71225"/>
            </a:xfrm>
            <a:custGeom>
              <a:avLst/>
              <a:gdLst>
                <a:gd name="connsiteX0" fmla="*/ 14520 w 35559"/>
                <a:gd name="connsiteY0" fmla="*/ 71226 h 71225"/>
                <a:gd name="connsiteX1" fmla="*/ 0 w 35559"/>
                <a:gd name="connsiteY1" fmla="*/ 71226 h 71225"/>
                <a:gd name="connsiteX2" fmla="*/ 0 w 35559"/>
                <a:gd name="connsiteY2" fmla="*/ 1146 h 71225"/>
                <a:gd name="connsiteX3" fmla="*/ 14520 w 35559"/>
                <a:gd name="connsiteY3" fmla="*/ 1146 h 71225"/>
                <a:gd name="connsiteX4" fmla="*/ 14520 w 35559"/>
                <a:gd name="connsiteY4" fmla="*/ 11310 h 71225"/>
                <a:gd name="connsiteX5" fmla="*/ 35560 w 35559"/>
                <a:gd name="connsiteY5" fmla="*/ 0 h 71225"/>
                <a:gd name="connsiteX6" fmla="*/ 35560 w 35559"/>
                <a:gd name="connsiteY6" fmla="*/ 15007 h 71225"/>
                <a:gd name="connsiteX7" fmla="*/ 31856 w 35559"/>
                <a:gd name="connsiteY7" fmla="*/ 15007 h 71225"/>
                <a:gd name="connsiteX8" fmla="*/ 14520 w 35559"/>
                <a:gd name="connsiteY8" fmla="*/ 34338 h 71225"/>
                <a:gd name="connsiteX9" fmla="*/ 14520 w 35559"/>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59"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60D315A6-41B8-B572-0062-B5D9D5177D13}"/>
                </a:ext>
              </a:extLst>
            </p:cNvPr>
            <p:cNvSpPr/>
            <p:nvPr/>
          </p:nvSpPr>
          <p:spPr>
            <a:xfrm>
              <a:off x="431583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0 w 69193"/>
                <a:gd name="connsiteY8" fmla="*/ 50342 h 72371"/>
                <a:gd name="connsiteX9" fmla="*/ 34967 w 69193"/>
                <a:gd name="connsiteY9" fmla="*/ 72335 h 72371"/>
                <a:gd name="connsiteX10" fmla="*/ 15150 w 69193"/>
                <a:gd name="connsiteY10" fmla="*/ 29865 h 72371"/>
                <a:gd name="connsiteX11" fmla="*/ 54007 w 69193"/>
                <a:gd name="connsiteY11" fmla="*/ 29865 h 72371"/>
                <a:gd name="connsiteX12" fmla="*/ 34375 w 69193"/>
                <a:gd name="connsiteY12" fmla="*/ 12197 h 72371"/>
                <a:gd name="connsiteX13" fmla="*/ 15113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83" y="39143"/>
                    <a:pt x="68675" y="41582"/>
                  </a:cubicBezTo>
                  <a:lnTo>
                    <a:pt x="15002" y="41582"/>
                  </a:lnTo>
                  <a:cubicBezTo>
                    <a:pt x="16039" y="53151"/>
                    <a:pt x="24299" y="60137"/>
                    <a:pt x="35004" y="60137"/>
                  </a:cubicBezTo>
                  <a:cubicBezTo>
                    <a:pt x="43931" y="60137"/>
                    <a:pt x="48895" y="55813"/>
                    <a:pt x="51562" y="50342"/>
                  </a:cubicBezTo>
                  <a:lnTo>
                    <a:pt x="67230" y="50342"/>
                  </a:lnTo>
                  <a:cubicBezTo>
                    <a:pt x="63267" y="62540"/>
                    <a:pt x="52192" y="72335"/>
                    <a:pt x="34967" y="72335"/>
                  </a:cubicBezTo>
                  <a:close/>
                  <a:moveTo>
                    <a:pt x="15150" y="29865"/>
                  </a:moveTo>
                  <a:lnTo>
                    <a:pt x="54007" y="29865"/>
                  </a:lnTo>
                  <a:cubicBezTo>
                    <a:pt x="53747" y="19072"/>
                    <a:pt x="45228" y="12197"/>
                    <a:pt x="34375" y="12197"/>
                  </a:cubicBezTo>
                  <a:cubicBezTo>
                    <a:pt x="24559" y="12197"/>
                    <a:pt x="16669" y="18814"/>
                    <a:pt x="15113" y="29865"/>
                  </a:cubicBezTo>
                  <a:close/>
                </a:path>
              </a:pathLst>
            </a:custGeom>
            <a:grpFill/>
            <a:ln w="3692"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15C928F9-978B-4A03-8820-AF604258C39F}"/>
                </a:ext>
              </a:extLst>
            </p:cNvPr>
            <p:cNvSpPr/>
            <p:nvPr/>
          </p:nvSpPr>
          <p:spPr>
            <a:xfrm>
              <a:off x="4432442" y="6013428"/>
              <a:ext cx="61933" cy="88376"/>
            </a:xfrm>
            <a:custGeom>
              <a:avLst/>
              <a:gdLst>
                <a:gd name="connsiteX0" fmla="*/ 30596 w 61933"/>
                <a:gd name="connsiteY0" fmla="*/ 52523 h 88376"/>
                <a:gd name="connsiteX1" fmla="*/ 14520 w 61933"/>
                <a:gd name="connsiteY1" fmla="*/ 52523 h 88376"/>
                <a:gd name="connsiteX2" fmla="*/ 14520 w 61933"/>
                <a:gd name="connsiteY2" fmla="*/ 88376 h 88376"/>
                <a:gd name="connsiteX3" fmla="*/ 0 w 61933"/>
                <a:gd name="connsiteY3" fmla="*/ 88376 h 88376"/>
                <a:gd name="connsiteX4" fmla="*/ 0 w 61933"/>
                <a:gd name="connsiteY4" fmla="*/ 0 h 88376"/>
                <a:gd name="connsiteX5" fmla="*/ 30596 w 61933"/>
                <a:gd name="connsiteY5" fmla="*/ 0 h 88376"/>
                <a:gd name="connsiteX6" fmla="*/ 61933 w 61933"/>
                <a:gd name="connsiteY6" fmla="*/ 26317 h 88376"/>
                <a:gd name="connsiteX7" fmla="*/ 30596 w 61933"/>
                <a:gd name="connsiteY7" fmla="*/ 52523 h 88376"/>
                <a:gd name="connsiteX8" fmla="*/ 30596 w 61933"/>
                <a:gd name="connsiteY8" fmla="*/ 40695 h 88376"/>
                <a:gd name="connsiteX9" fmla="*/ 47043 w 61933"/>
                <a:gd name="connsiteY9" fmla="*/ 26317 h 88376"/>
                <a:gd name="connsiteX10" fmla="*/ 30596 w 61933"/>
                <a:gd name="connsiteY10" fmla="*/ 11828 h 88376"/>
                <a:gd name="connsiteX11" fmla="*/ 14520 w 61933"/>
                <a:gd name="connsiteY11" fmla="*/ 11828 h 88376"/>
                <a:gd name="connsiteX12" fmla="*/ 14520 w 61933"/>
                <a:gd name="connsiteY12" fmla="*/ 40695 h 88376"/>
                <a:gd name="connsiteX13" fmla="*/ 30596 w 61933"/>
                <a:gd name="connsiteY13" fmla="*/ 40695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933" h="88376">
                  <a:moveTo>
                    <a:pt x="30596" y="52523"/>
                  </a:moveTo>
                  <a:lnTo>
                    <a:pt x="14520" y="52523"/>
                  </a:lnTo>
                  <a:lnTo>
                    <a:pt x="14520" y="88376"/>
                  </a:lnTo>
                  <a:lnTo>
                    <a:pt x="0" y="88376"/>
                  </a:lnTo>
                  <a:lnTo>
                    <a:pt x="0" y="0"/>
                  </a:lnTo>
                  <a:lnTo>
                    <a:pt x="30596" y="0"/>
                  </a:lnTo>
                  <a:cubicBezTo>
                    <a:pt x="51636" y="0"/>
                    <a:pt x="61933" y="11939"/>
                    <a:pt x="61933" y="26317"/>
                  </a:cubicBezTo>
                  <a:cubicBezTo>
                    <a:pt x="61933" y="38921"/>
                    <a:pt x="53636" y="52523"/>
                    <a:pt x="30596" y="52523"/>
                  </a:cubicBezTo>
                  <a:close/>
                  <a:moveTo>
                    <a:pt x="30596" y="40695"/>
                  </a:moveTo>
                  <a:cubicBezTo>
                    <a:pt x="41931" y="40695"/>
                    <a:pt x="47043" y="35225"/>
                    <a:pt x="47043" y="26317"/>
                  </a:cubicBezTo>
                  <a:cubicBezTo>
                    <a:pt x="47043" y="17409"/>
                    <a:pt x="41931" y="11828"/>
                    <a:pt x="30596" y="11828"/>
                  </a:cubicBezTo>
                  <a:lnTo>
                    <a:pt x="14520" y="11828"/>
                  </a:lnTo>
                  <a:lnTo>
                    <a:pt x="14520" y="40695"/>
                  </a:lnTo>
                  <a:lnTo>
                    <a:pt x="30596" y="40695"/>
                  </a:lnTo>
                  <a:close/>
                </a:path>
              </a:pathLst>
            </a:custGeom>
            <a:grpFill/>
            <a:ln w="3692"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895891BB-224B-7EB5-B05C-15DECA662AB2}"/>
                </a:ext>
              </a:extLst>
            </p:cNvPr>
            <p:cNvSpPr/>
            <p:nvPr/>
          </p:nvSpPr>
          <p:spPr>
            <a:xfrm>
              <a:off x="4505117"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CDCBCD76-93B6-72CF-C239-CA3E0FC44EFB}"/>
                </a:ext>
              </a:extLst>
            </p:cNvPr>
            <p:cNvSpPr/>
            <p:nvPr/>
          </p:nvSpPr>
          <p:spPr>
            <a:xfrm>
              <a:off x="4532861"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190 w 72157"/>
                <a:gd name="connsiteY10" fmla="*/ 12604 h 72371"/>
                <a:gd name="connsiteX11" fmla="*/ 14891 w 72157"/>
                <a:gd name="connsiteY11" fmla="*/ 35890 h 72371"/>
                <a:gd name="connsiteX12" fmla="*/ 36190 w 72157"/>
                <a:gd name="connsiteY12" fmla="*/ 59804 h 72371"/>
                <a:gd name="connsiteX13" fmla="*/ 57489 w 72157"/>
                <a:gd name="connsiteY13" fmla="*/ 36149 h 72371"/>
                <a:gd name="connsiteX14" fmla="*/ 36190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190" y="12604"/>
                  </a:moveTo>
                  <a:cubicBezTo>
                    <a:pt x="25374" y="12604"/>
                    <a:pt x="14891" y="20736"/>
                    <a:pt x="14891" y="35890"/>
                  </a:cubicBezTo>
                  <a:cubicBezTo>
                    <a:pt x="14891" y="51044"/>
                    <a:pt x="25337" y="59804"/>
                    <a:pt x="36190" y="59804"/>
                  </a:cubicBezTo>
                  <a:cubicBezTo>
                    <a:pt x="47043" y="59804"/>
                    <a:pt x="57489" y="51266"/>
                    <a:pt x="57489" y="36149"/>
                  </a:cubicBezTo>
                  <a:cubicBezTo>
                    <a:pt x="57489" y="21031"/>
                    <a:pt x="47154" y="12604"/>
                    <a:pt x="36190" y="12604"/>
                  </a:cubicBezTo>
                  <a:close/>
                </a:path>
              </a:pathLst>
            </a:custGeom>
            <a:grpFill/>
            <a:ln w="3692" cap="flat">
              <a:no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2CA603B3-6E9B-09C2-5A2C-A01D6E599C98}"/>
                </a:ext>
              </a:extLst>
            </p:cNvPr>
            <p:cNvSpPr/>
            <p:nvPr/>
          </p:nvSpPr>
          <p:spPr>
            <a:xfrm>
              <a:off x="4616427"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8FBBA106-97FD-BE53-6FA1-90436756C2B2}"/>
                </a:ext>
              </a:extLst>
            </p:cNvPr>
            <p:cNvSpPr/>
            <p:nvPr/>
          </p:nvSpPr>
          <p:spPr>
            <a:xfrm>
              <a:off x="4663804" y="6003670"/>
              <a:ext cx="35967" cy="98170"/>
            </a:xfrm>
            <a:custGeom>
              <a:avLst/>
              <a:gdLst>
                <a:gd name="connsiteX0" fmla="*/ 8297 w 35967"/>
                <a:gd name="connsiteY0" fmla="*/ 39919 h 98170"/>
                <a:gd name="connsiteX1" fmla="*/ 0 w 35967"/>
                <a:gd name="connsiteY1" fmla="*/ 39919 h 98170"/>
                <a:gd name="connsiteX2" fmla="*/ 0 w 35967"/>
                <a:gd name="connsiteY2" fmla="*/ 28091 h 98170"/>
                <a:gd name="connsiteX3" fmla="*/ 8297 w 35967"/>
                <a:gd name="connsiteY3" fmla="*/ 28091 h 98170"/>
                <a:gd name="connsiteX4" fmla="*/ 8297 w 35967"/>
                <a:gd name="connsiteY4" fmla="*/ 23138 h 98170"/>
                <a:gd name="connsiteX5" fmla="*/ 34930 w 35967"/>
                <a:gd name="connsiteY5" fmla="*/ 0 h 98170"/>
                <a:gd name="connsiteX6" fmla="*/ 34930 w 35967"/>
                <a:gd name="connsiteY6" fmla="*/ 12087 h 98170"/>
                <a:gd name="connsiteX7" fmla="*/ 22966 w 35967"/>
                <a:gd name="connsiteY7" fmla="*/ 23138 h 98170"/>
                <a:gd name="connsiteX8" fmla="*/ 22966 w 35967"/>
                <a:gd name="connsiteY8" fmla="*/ 28091 h 98170"/>
                <a:gd name="connsiteX9" fmla="*/ 35967 w 35967"/>
                <a:gd name="connsiteY9" fmla="*/ 28091 h 98170"/>
                <a:gd name="connsiteX10" fmla="*/ 35967 w 35967"/>
                <a:gd name="connsiteY10" fmla="*/ 39919 h 98170"/>
                <a:gd name="connsiteX11" fmla="*/ 22966 w 35967"/>
                <a:gd name="connsiteY11" fmla="*/ 39919 h 98170"/>
                <a:gd name="connsiteX12" fmla="*/ 22966 w 35967"/>
                <a:gd name="connsiteY12" fmla="*/ 98171 h 98170"/>
                <a:gd name="connsiteX13" fmla="*/ 8297 w 35967"/>
                <a:gd name="connsiteY13" fmla="*/ 98171 h 98170"/>
                <a:gd name="connsiteX14" fmla="*/ 8297 w 35967"/>
                <a:gd name="connsiteY14" fmla="*/ 39919 h 9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67" h="98170">
                  <a:moveTo>
                    <a:pt x="8297" y="39919"/>
                  </a:moveTo>
                  <a:lnTo>
                    <a:pt x="0" y="39919"/>
                  </a:lnTo>
                  <a:lnTo>
                    <a:pt x="0" y="28091"/>
                  </a:lnTo>
                  <a:lnTo>
                    <a:pt x="8297" y="28091"/>
                  </a:lnTo>
                  <a:lnTo>
                    <a:pt x="8297" y="23138"/>
                  </a:lnTo>
                  <a:cubicBezTo>
                    <a:pt x="8297" y="6986"/>
                    <a:pt x="16595" y="0"/>
                    <a:pt x="34930" y="0"/>
                  </a:cubicBezTo>
                  <a:lnTo>
                    <a:pt x="34930" y="12087"/>
                  </a:lnTo>
                  <a:cubicBezTo>
                    <a:pt x="26003" y="12087"/>
                    <a:pt x="22966" y="15154"/>
                    <a:pt x="22966" y="23138"/>
                  </a:cubicBezTo>
                  <a:lnTo>
                    <a:pt x="22966" y="28091"/>
                  </a:lnTo>
                  <a:lnTo>
                    <a:pt x="35967" y="28091"/>
                  </a:lnTo>
                  <a:lnTo>
                    <a:pt x="35967" y="39919"/>
                  </a:lnTo>
                  <a:lnTo>
                    <a:pt x="22966" y="39919"/>
                  </a:lnTo>
                  <a:lnTo>
                    <a:pt x="22966" y="98171"/>
                  </a:lnTo>
                  <a:lnTo>
                    <a:pt x="8297" y="98171"/>
                  </a:lnTo>
                  <a:lnTo>
                    <a:pt x="8297" y="39919"/>
                  </a:lnTo>
                  <a:close/>
                </a:path>
              </a:pathLst>
            </a:custGeom>
            <a:grpFill/>
            <a:ln w="3692" cap="flat">
              <a:noFill/>
              <a:prstDash val="solid"/>
              <a:miter/>
            </a:ln>
          </p:spPr>
          <p:txBody>
            <a:bodyPr rtlCol="0" anchor="ctr"/>
            <a:lstStyle/>
            <a:p>
              <a:endParaRPr lang="en-US"/>
            </a:p>
          </p:txBody>
        </p:sp>
        <p:sp>
          <p:nvSpPr>
            <p:cNvPr id="78" name="Freeform 77">
              <a:extLst>
                <a:ext uri="{FF2B5EF4-FFF2-40B4-BE49-F238E27FC236}">
                  <a16:creationId xmlns:a16="http://schemas.microsoft.com/office/drawing/2014/main" id="{F33AABDA-DF0C-46C1-9102-9728C0CC0249}"/>
                </a:ext>
              </a:extLst>
            </p:cNvPr>
            <p:cNvSpPr/>
            <p:nvPr/>
          </p:nvSpPr>
          <p:spPr>
            <a:xfrm>
              <a:off x="4704364" y="6030615"/>
              <a:ext cx="71638" cy="72371"/>
            </a:xfrm>
            <a:custGeom>
              <a:avLst/>
              <a:gdLst>
                <a:gd name="connsiteX0" fmla="*/ 35190 w 71638"/>
                <a:gd name="connsiteY0" fmla="*/ 72372 h 72371"/>
                <a:gd name="connsiteX1" fmla="*/ 0 w 71638"/>
                <a:gd name="connsiteY1" fmla="*/ 36112 h 72371"/>
                <a:gd name="connsiteX2" fmla="*/ 35819 w 71638"/>
                <a:gd name="connsiteY2" fmla="*/ 0 h 72371"/>
                <a:gd name="connsiteX3" fmla="*/ 71639 w 71638"/>
                <a:gd name="connsiteY3" fmla="*/ 36112 h 72371"/>
                <a:gd name="connsiteX4" fmla="*/ 35190 w 71638"/>
                <a:gd name="connsiteY4" fmla="*/ 72372 h 72371"/>
                <a:gd name="connsiteX5" fmla="*/ 35190 w 71638"/>
                <a:gd name="connsiteY5" fmla="*/ 59767 h 72371"/>
                <a:gd name="connsiteX6" fmla="*/ 56711 w 71638"/>
                <a:gd name="connsiteY6" fmla="*/ 36112 h 72371"/>
                <a:gd name="connsiteX7" fmla="*/ 35560 w 71638"/>
                <a:gd name="connsiteY7" fmla="*/ 12567 h 72371"/>
                <a:gd name="connsiteX8" fmla="*/ 14780 w 71638"/>
                <a:gd name="connsiteY8" fmla="*/ 36112 h 72371"/>
                <a:gd name="connsiteX9" fmla="*/ 35190 w 71638"/>
                <a:gd name="connsiteY9" fmla="*/ 59767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638" h="72371">
                  <a:moveTo>
                    <a:pt x="35190" y="72372"/>
                  </a:moveTo>
                  <a:cubicBezTo>
                    <a:pt x="15187" y="72372"/>
                    <a:pt x="0" y="58141"/>
                    <a:pt x="0" y="36112"/>
                  </a:cubicBezTo>
                  <a:cubicBezTo>
                    <a:pt x="0" y="14083"/>
                    <a:pt x="15817" y="0"/>
                    <a:pt x="35819" y="0"/>
                  </a:cubicBezTo>
                  <a:cubicBezTo>
                    <a:pt x="55822" y="0"/>
                    <a:pt x="71639" y="14119"/>
                    <a:pt x="71639" y="36112"/>
                  </a:cubicBezTo>
                  <a:cubicBezTo>
                    <a:pt x="71639" y="58104"/>
                    <a:pt x="55340" y="72372"/>
                    <a:pt x="35190" y="72372"/>
                  </a:cubicBezTo>
                  <a:close/>
                  <a:moveTo>
                    <a:pt x="35190" y="59767"/>
                  </a:moveTo>
                  <a:cubicBezTo>
                    <a:pt x="46006" y="59767"/>
                    <a:pt x="56711" y="52006"/>
                    <a:pt x="56711" y="36112"/>
                  </a:cubicBezTo>
                  <a:cubicBezTo>
                    <a:pt x="56711" y="20218"/>
                    <a:pt x="46376" y="12567"/>
                    <a:pt x="35560" y="12567"/>
                  </a:cubicBezTo>
                  <a:cubicBezTo>
                    <a:pt x="24744" y="12567"/>
                    <a:pt x="14780" y="20181"/>
                    <a:pt x="14780" y="36112"/>
                  </a:cubicBezTo>
                  <a:cubicBezTo>
                    <a:pt x="14780" y="52042"/>
                    <a:pt x="24225" y="59767"/>
                    <a:pt x="35190" y="59767"/>
                  </a:cubicBezTo>
                  <a:close/>
                </a:path>
              </a:pathLst>
            </a:custGeom>
            <a:grpFill/>
            <a:ln w="3692"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65D805C3-2566-8C58-783D-4FDD8CD9F19A}"/>
                </a:ext>
              </a:extLst>
            </p:cNvPr>
            <p:cNvSpPr/>
            <p:nvPr/>
          </p:nvSpPr>
          <p:spPr>
            <a:xfrm>
              <a:off x="4786560" y="6030615"/>
              <a:ext cx="35560" cy="71225"/>
            </a:xfrm>
            <a:custGeom>
              <a:avLst/>
              <a:gdLst>
                <a:gd name="connsiteX0" fmla="*/ 14520 w 35560"/>
                <a:gd name="connsiteY0" fmla="*/ 71226 h 71225"/>
                <a:gd name="connsiteX1" fmla="*/ 0 w 35560"/>
                <a:gd name="connsiteY1" fmla="*/ 71226 h 71225"/>
                <a:gd name="connsiteX2" fmla="*/ 0 w 35560"/>
                <a:gd name="connsiteY2" fmla="*/ 1146 h 71225"/>
                <a:gd name="connsiteX3" fmla="*/ 14520 w 35560"/>
                <a:gd name="connsiteY3" fmla="*/ 1146 h 71225"/>
                <a:gd name="connsiteX4" fmla="*/ 14520 w 35560"/>
                <a:gd name="connsiteY4" fmla="*/ 11310 h 71225"/>
                <a:gd name="connsiteX5" fmla="*/ 35560 w 35560"/>
                <a:gd name="connsiteY5" fmla="*/ 0 h 71225"/>
                <a:gd name="connsiteX6" fmla="*/ 35560 w 35560"/>
                <a:gd name="connsiteY6" fmla="*/ 15007 h 71225"/>
                <a:gd name="connsiteX7" fmla="*/ 31856 w 35560"/>
                <a:gd name="connsiteY7" fmla="*/ 15007 h 71225"/>
                <a:gd name="connsiteX8" fmla="*/ 14520 w 35560"/>
                <a:gd name="connsiteY8" fmla="*/ 34338 h 71225"/>
                <a:gd name="connsiteX9" fmla="*/ 14520 w 35560"/>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p>
          </p:txBody>
        </p:sp>
        <p:sp>
          <p:nvSpPr>
            <p:cNvPr id="80" name="Freeform 79">
              <a:extLst>
                <a:ext uri="{FF2B5EF4-FFF2-40B4-BE49-F238E27FC236}">
                  <a16:creationId xmlns:a16="http://schemas.microsoft.com/office/drawing/2014/main" id="{47F29C76-DA18-34AA-FFE8-A73C6335697B}"/>
                </a:ext>
              </a:extLst>
            </p:cNvPr>
            <p:cNvSpPr/>
            <p:nvPr/>
          </p:nvSpPr>
          <p:spPr>
            <a:xfrm>
              <a:off x="4832602" y="6030615"/>
              <a:ext cx="113939" cy="71225"/>
            </a:xfrm>
            <a:custGeom>
              <a:avLst/>
              <a:gdLst>
                <a:gd name="connsiteX0" fmla="*/ 99531 w 113939"/>
                <a:gd name="connsiteY0" fmla="*/ 32046 h 71225"/>
                <a:gd name="connsiteX1" fmla="*/ 81936 w 113939"/>
                <a:gd name="connsiteY1" fmla="*/ 12604 h 71225"/>
                <a:gd name="connsiteX2" fmla="*/ 64230 w 113939"/>
                <a:gd name="connsiteY2" fmla="*/ 32046 h 71225"/>
                <a:gd name="connsiteX3" fmla="*/ 64230 w 113939"/>
                <a:gd name="connsiteY3" fmla="*/ 71226 h 71225"/>
                <a:gd name="connsiteX4" fmla="*/ 49821 w 113939"/>
                <a:gd name="connsiteY4" fmla="*/ 71226 h 71225"/>
                <a:gd name="connsiteX5" fmla="*/ 49821 w 113939"/>
                <a:gd name="connsiteY5" fmla="*/ 32046 h 71225"/>
                <a:gd name="connsiteX6" fmla="*/ 32226 w 113939"/>
                <a:gd name="connsiteY6" fmla="*/ 12604 h 71225"/>
                <a:gd name="connsiteX7" fmla="*/ 14520 w 113939"/>
                <a:gd name="connsiteY7" fmla="*/ 32046 h 71225"/>
                <a:gd name="connsiteX8" fmla="*/ 14520 w 113939"/>
                <a:gd name="connsiteY8" fmla="*/ 71226 h 71225"/>
                <a:gd name="connsiteX9" fmla="*/ 0 w 113939"/>
                <a:gd name="connsiteY9" fmla="*/ 71226 h 71225"/>
                <a:gd name="connsiteX10" fmla="*/ 0 w 113939"/>
                <a:gd name="connsiteY10" fmla="*/ 1146 h 71225"/>
                <a:gd name="connsiteX11" fmla="*/ 14520 w 113939"/>
                <a:gd name="connsiteY11" fmla="*/ 1146 h 71225"/>
                <a:gd name="connsiteX12" fmla="*/ 14520 w 113939"/>
                <a:gd name="connsiteY12" fmla="*/ 9167 h 71225"/>
                <a:gd name="connsiteX13" fmla="*/ 35301 w 113939"/>
                <a:gd name="connsiteY13" fmla="*/ 0 h 71225"/>
                <a:gd name="connsiteX14" fmla="*/ 60526 w 113939"/>
                <a:gd name="connsiteY14" fmla="*/ 13861 h 71225"/>
                <a:gd name="connsiteX15" fmla="*/ 85010 w 113939"/>
                <a:gd name="connsiteY15" fmla="*/ 0 h 71225"/>
                <a:gd name="connsiteX16" fmla="*/ 113940 w 113939"/>
                <a:gd name="connsiteY16" fmla="*/ 29902 h 71225"/>
                <a:gd name="connsiteX17" fmla="*/ 113940 w 113939"/>
                <a:gd name="connsiteY17" fmla="*/ 71226 h 71225"/>
                <a:gd name="connsiteX18" fmla="*/ 99531 w 113939"/>
                <a:gd name="connsiteY18" fmla="*/ 71226 h 71225"/>
                <a:gd name="connsiteX19" fmla="*/ 99531 w 113939"/>
                <a:gd name="connsiteY19" fmla="*/ 3204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939" h="71225">
                  <a:moveTo>
                    <a:pt x="99531" y="32046"/>
                  </a:moveTo>
                  <a:cubicBezTo>
                    <a:pt x="99531" y="19183"/>
                    <a:pt x="92530" y="12604"/>
                    <a:pt x="81936" y="12604"/>
                  </a:cubicBezTo>
                  <a:cubicBezTo>
                    <a:pt x="71342" y="12604"/>
                    <a:pt x="64230" y="19220"/>
                    <a:pt x="64230" y="32046"/>
                  </a:cubicBezTo>
                  <a:lnTo>
                    <a:pt x="64230" y="71226"/>
                  </a:lnTo>
                  <a:lnTo>
                    <a:pt x="49821" y="71226"/>
                  </a:lnTo>
                  <a:lnTo>
                    <a:pt x="49821" y="32046"/>
                  </a:lnTo>
                  <a:cubicBezTo>
                    <a:pt x="49821" y="19183"/>
                    <a:pt x="42820" y="12604"/>
                    <a:pt x="32226" y="12604"/>
                  </a:cubicBezTo>
                  <a:cubicBezTo>
                    <a:pt x="21632" y="12604"/>
                    <a:pt x="14520" y="19220"/>
                    <a:pt x="14520" y="32046"/>
                  </a:cubicBezTo>
                  <a:lnTo>
                    <a:pt x="14520" y="71226"/>
                  </a:lnTo>
                  <a:lnTo>
                    <a:pt x="0" y="71226"/>
                  </a:lnTo>
                  <a:lnTo>
                    <a:pt x="0" y="1146"/>
                  </a:lnTo>
                  <a:lnTo>
                    <a:pt x="14520" y="1146"/>
                  </a:lnTo>
                  <a:lnTo>
                    <a:pt x="14520" y="9167"/>
                  </a:lnTo>
                  <a:cubicBezTo>
                    <a:pt x="19224" y="3437"/>
                    <a:pt x="26892" y="0"/>
                    <a:pt x="35301" y="0"/>
                  </a:cubicBezTo>
                  <a:cubicBezTo>
                    <a:pt x="46376" y="0"/>
                    <a:pt x="55673" y="4694"/>
                    <a:pt x="60526" y="13861"/>
                  </a:cubicBezTo>
                  <a:cubicBezTo>
                    <a:pt x="64860" y="5359"/>
                    <a:pt x="74787" y="0"/>
                    <a:pt x="85010" y="0"/>
                  </a:cubicBezTo>
                  <a:cubicBezTo>
                    <a:pt x="101457" y="0"/>
                    <a:pt x="113940" y="10312"/>
                    <a:pt x="113940" y="29902"/>
                  </a:cubicBezTo>
                  <a:lnTo>
                    <a:pt x="113940" y="71226"/>
                  </a:lnTo>
                  <a:lnTo>
                    <a:pt x="99531" y="71226"/>
                  </a:lnTo>
                  <a:lnTo>
                    <a:pt x="99531" y="32046"/>
                  </a:lnTo>
                  <a:close/>
                </a:path>
              </a:pathLst>
            </a:custGeom>
            <a:grpFill/>
            <a:ln w="3692" cap="flat">
              <a:noFill/>
              <a:prstDash val="solid"/>
              <a:miter/>
            </a:ln>
          </p:spPr>
          <p:txBody>
            <a:bodyPr rtlCol="0" anchor="ctr"/>
            <a:lstStyle/>
            <a:p>
              <a:endParaRPr lang="en-US"/>
            </a:p>
          </p:txBody>
        </p:sp>
      </p:grpSp>
    </p:spTree>
    <p:extLst>
      <p:ext uri="{BB962C8B-B14F-4D97-AF65-F5344CB8AC3E}">
        <p14:creationId xmlns:p14="http://schemas.microsoft.com/office/powerpoint/2010/main" val="20837970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Cobranded (Custom Image)">
    <p:bg>
      <p:bgPr>
        <a:solidFill>
          <a:schemeClr val="bg1"/>
        </a:solidFill>
        <a:effectLst/>
      </p:bgPr>
    </p:bg>
    <p:spTree>
      <p:nvGrpSpPr>
        <p:cNvPr id="1" name=""/>
        <p:cNvGrpSpPr/>
        <p:nvPr/>
      </p:nvGrpSpPr>
      <p:grpSpPr>
        <a:xfrm>
          <a:off x="0" y="0"/>
          <a:ext cx="0" cy="0"/>
          <a:chOff x="0" y="0"/>
          <a:chExt cx="0" cy="0"/>
        </a:xfrm>
      </p:grpSpPr>
      <p:sp>
        <p:nvSpPr>
          <p:cNvPr id="46" name="Freeform 45">
            <a:extLst>
              <a:ext uri="{FF2B5EF4-FFF2-40B4-BE49-F238E27FC236}">
                <a16:creationId xmlns:a16="http://schemas.microsoft.com/office/drawing/2014/main" id="{92414BA5-6D0E-E05A-9681-7D0DD27BABF3}"/>
              </a:ext>
            </a:extLst>
          </p:cNvPr>
          <p:cNvSpPr/>
          <p:nvPr userDrawn="1"/>
        </p:nvSpPr>
        <p:spPr>
          <a:xfrm>
            <a:off x="0" y="0"/>
            <a:ext cx="6400800" cy="6858000"/>
          </a:xfrm>
          <a:custGeom>
            <a:avLst/>
            <a:gdLst>
              <a:gd name="connsiteX0" fmla="*/ 0 w 6400800"/>
              <a:gd name="connsiteY0" fmla="*/ 0 h 6858000"/>
              <a:gd name="connsiteX1" fmla="*/ 5403646 w 6400800"/>
              <a:gd name="connsiteY1" fmla="*/ 0 h 6858000"/>
              <a:gd name="connsiteX2" fmla="*/ 5474135 w 6400800"/>
              <a:gd name="connsiteY2" fmla="*/ 109953 h 6858000"/>
              <a:gd name="connsiteX3" fmla="*/ 6400800 w 6400800"/>
              <a:gd name="connsiteY3" fmla="*/ 3429000 h 6858000"/>
              <a:gd name="connsiteX4" fmla="*/ 5474135 w 6400800"/>
              <a:gd name="connsiteY4" fmla="*/ 6748048 h 6858000"/>
              <a:gd name="connsiteX5" fmla="*/ 5403646 w 6400800"/>
              <a:gd name="connsiteY5" fmla="*/ 6858000 h 6858000"/>
              <a:gd name="connsiteX6" fmla="*/ 0 w 64008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00800" h="6858000">
                <a:moveTo>
                  <a:pt x="0" y="0"/>
                </a:moveTo>
                <a:lnTo>
                  <a:pt x="5403646" y="0"/>
                </a:lnTo>
                <a:lnTo>
                  <a:pt x="5474135" y="109953"/>
                </a:lnTo>
                <a:cubicBezTo>
                  <a:pt x="6062173" y="1077734"/>
                  <a:pt x="6400800" y="2213822"/>
                  <a:pt x="6400800" y="3429000"/>
                </a:cubicBezTo>
                <a:cubicBezTo>
                  <a:pt x="6400800" y="4644179"/>
                  <a:pt x="6062173" y="5780266"/>
                  <a:pt x="5474135" y="6748048"/>
                </a:cubicBezTo>
                <a:lnTo>
                  <a:pt x="5403646" y="6858000"/>
                </a:lnTo>
                <a:lnTo>
                  <a:pt x="0" y="6858000"/>
                </a:lnTo>
                <a:close/>
              </a:path>
            </a:pathLst>
          </a:custGeom>
          <a:solidFill>
            <a:schemeClr val="bg1"/>
          </a:solidFill>
          <a:ln>
            <a:noFill/>
          </a:ln>
          <a:effectLst>
            <a:outerShdw blurRad="63500" sx="102000" sy="102000" algn="ctr" rotWithShape="0">
              <a:prstClr val="black">
                <a:alpha val="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nchorCtr="0">
            <a:noAutofit/>
          </a:bodyPr>
          <a:lstStyle/>
          <a:p>
            <a:pPr algn="ctr"/>
            <a:endParaRPr lang="en-US"/>
          </a:p>
        </p:txBody>
      </p:sp>
      <p:sp>
        <p:nvSpPr>
          <p:cNvPr id="6" name="Picture Placeholder 9">
            <a:extLst>
              <a:ext uri="{FF2B5EF4-FFF2-40B4-BE49-F238E27FC236}">
                <a16:creationId xmlns:a16="http://schemas.microsoft.com/office/drawing/2014/main" id="{0B22C4AA-EF0B-AD50-CCA1-8B13B2DDB27C}"/>
              </a:ext>
            </a:extLst>
          </p:cNvPr>
          <p:cNvSpPr>
            <a:spLocks noGrp="1"/>
          </p:cNvSpPr>
          <p:nvPr>
            <p:ph type="pic" sz="quarter" idx="13"/>
          </p:nvPr>
        </p:nvSpPr>
        <p:spPr>
          <a:xfrm>
            <a:off x="3312012" y="3086561"/>
            <a:ext cx="1902737" cy="557588"/>
          </a:xfrm>
        </p:spPr>
        <p:txBody>
          <a:bodyPr/>
          <a:lstStyle>
            <a:lvl1pPr marL="0" indent="0" algn="ctr">
              <a:buNone/>
              <a:defRPr b="0" i="0">
                <a:solidFill>
                  <a:srgbClr val="301E03"/>
                </a:solidFill>
              </a:defRPr>
            </a:lvl1pPr>
          </a:lstStyle>
          <a:p>
            <a:r>
              <a:rPr lang="en-US"/>
              <a:t>Click icon to add picture</a:t>
            </a:r>
            <a:endParaRPr lang="en-IL"/>
          </a:p>
        </p:txBody>
      </p:sp>
      <p:sp>
        <p:nvSpPr>
          <p:cNvPr id="8" name="Text Placeholder 2">
            <a:extLst>
              <a:ext uri="{FF2B5EF4-FFF2-40B4-BE49-F238E27FC236}">
                <a16:creationId xmlns:a16="http://schemas.microsoft.com/office/drawing/2014/main" id="{C7D9480F-FC23-DDA0-38FC-0CDE99917138}"/>
              </a:ext>
            </a:extLst>
          </p:cNvPr>
          <p:cNvSpPr>
            <a:spLocks noGrp="1"/>
          </p:cNvSpPr>
          <p:nvPr>
            <p:ph type="body" idx="1"/>
          </p:nvPr>
        </p:nvSpPr>
        <p:spPr>
          <a:xfrm>
            <a:off x="711842" y="5003757"/>
            <a:ext cx="4502895" cy="658835"/>
          </a:xfrm>
        </p:spPr>
        <p:txBody>
          <a:bodyPr wrap="square" anchor="t" anchorCtr="0">
            <a:spAutoFit/>
          </a:bodyPr>
          <a:lstStyle>
            <a:lvl1pPr marL="0" indent="0" algn="l">
              <a:lnSpc>
                <a:spcPts val="1800"/>
              </a:lnSpc>
              <a:spcBef>
                <a:spcPts val="1600"/>
              </a:spcBef>
              <a:buNone/>
              <a:defRPr sz="1400" b="0" i="0">
                <a:solidFill>
                  <a:srgbClr val="301E03"/>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cxnSp>
        <p:nvCxnSpPr>
          <p:cNvPr id="9" name="Straight Connector 8">
            <a:extLst>
              <a:ext uri="{FF2B5EF4-FFF2-40B4-BE49-F238E27FC236}">
                <a16:creationId xmlns:a16="http://schemas.microsoft.com/office/drawing/2014/main" id="{3505A867-22F7-CD8D-C315-2EBB58D80F38}"/>
              </a:ext>
            </a:extLst>
          </p:cNvPr>
          <p:cNvCxnSpPr>
            <a:cxnSpLocks/>
          </p:cNvCxnSpPr>
          <p:nvPr userDrawn="1"/>
        </p:nvCxnSpPr>
        <p:spPr>
          <a:xfrm>
            <a:off x="2890861" y="3086561"/>
            <a:ext cx="0" cy="557588"/>
          </a:xfrm>
          <a:prstGeom prst="line">
            <a:avLst/>
          </a:prstGeom>
          <a:ln w="9525">
            <a:solidFill>
              <a:srgbClr val="301E03">
                <a:alpha val="25000"/>
              </a:srgbClr>
            </a:solidFill>
          </a:ln>
        </p:spPr>
        <p:style>
          <a:lnRef idx="2">
            <a:schemeClr val="accent1"/>
          </a:lnRef>
          <a:fillRef idx="0">
            <a:schemeClr val="accent1"/>
          </a:fillRef>
          <a:effectRef idx="1">
            <a:schemeClr val="accent1"/>
          </a:effectRef>
          <a:fontRef idx="minor">
            <a:schemeClr val="tx1"/>
          </a:fontRef>
        </p:style>
      </p:cxnSp>
      <p:grpSp>
        <p:nvGrpSpPr>
          <p:cNvPr id="47" name="Group 46">
            <a:extLst>
              <a:ext uri="{FF2B5EF4-FFF2-40B4-BE49-F238E27FC236}">
                <a16:creationId xmlns:a16="http://schemas.microsoft.com/office/drawing/2014/main" id="{E81976A4-57A6-9F6D-0124-A1D5D0125067}"/>
              </a:ext>
            </a:extLst>
          </p:cNvPr>
          <p:cNvGrpSpPr/>
          <p:nvPr userDrawn="1"/>
        </p:nvGrpSpPr>
        <p:grpSpPr>
          <a:xfrm>
            <a:off x="744890" y="3086561"/>
            <a:ext cx="1803739" cy="530056"/>
            <a:chOff x="2649665" y="5459914"/>
            <a:chExt cx="2297877" cy="675266"/>
          </a:xfrm>
          <a:solidFill>
            <a:schemeClr val="tx1"/>
          </a:solidFill>
        </p:grpSpPr>
        <p:sp>
          <p:nvSpPr>
            <p:cNvPr id="48" name="Freeform 47">
              <a:extLst>
                <a:ext uri="{FF2B5EF4-FFF2-40B4-BE49-F238E27FC236}">
                  <a16:creationId xmlns:a16="http://schemas.microsoft.com/office/drawing/2014/main" id="{17A2F305-1180-475D-8805-FDA380F044E6}"/>
                </a:ext>
              </a:extLst>
            </p:cNvPr>
            <p:cNvSpPr/>
            <p:nvPr/>
          </p:nvSpPr>
          <p:spPr>
            <a:xfrm>
              <a:off x="3209512" y="5624255"/>
              <a:ext cx="144721" cy="250528"/>
            </a:xfrm>
            <a:custGeom>
              <a:avLst/>
              <a:gdLst>
                <a:gd name="connsiteX0" fmla="*/ 141203 w 144721"/>
                <a:gd name="connsiteY0" fmla="*/ 204511 h 250528"/>
                <a:gd name="connsiteX1" fmla="*/ 144722 w 144721"/>
                <a:gd name="connsiteY1" fmla="*/ 208022 h 250528"/>
                <a:gd name="connsiteX2" fmla="*/ 144722 w 144721"/>
                <a:gd name="connsiteY2" fmla="*/ 247017 h 250528"/>
                <a:gd name="connsiteX3" fmla="*/ 141203 w 144721"/>
                <a:gd name="connsiteY3" fmla="*/ 250528 h 250528"/>
                <a:gd name="connsiteX4" fmla="*/ 3519 w 144721"/>
                <a:gd name="connsiteY4" fmla="*/ 250528 h 250528"/>
                <a:gd name="connsiteX5" fmla="*/ 0 w 144721"/>
                <a:gd name="connsiteY5" fmla="*/ 247017 h 250528"/>
                <a:gd name="connsiteX6" fmla="*/ 0 w 144721"/>
                <a:gd name="connsiteY6" fmla="*/ 3511 h 250528"/>
                <a:gd name="connsiteX7" fmla="*/ 3519 w 144721"/>
                <a:gd name="connsiteY7" fmla="*/ 0 h 250528"/>
                <a:gd name="connsiteX8" fmla="*/ 48599 w 144721"/>
                <a:gd name="connsiteY8" fmla="*/ 0 h 250528"/>
                <a:gd name="connsiteX9" fmla="*/ 52118 w 144721"/>
                <a:gd name="connsiteY9" fmla="*/ 3511 h 250528"/>
                <a:gd name="connsiteX10" fmla="*/ 52118 w 144721"/>
                <a:gd name="connsiteY10" fmla="*/ 200999 h 250528"/>
                <a:gd name="connsiteX11" fmla="*/ 55636 w 144721"/>
                <a:gd name="connsiteY11" fmla="*/ 204511 h 250528"/>
                <a:gd name="connsiteX12" fmla="*/ 141203 w 144721"/>
                <a:gd name="connsiteY12" fmla="*/ 204511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21" h="250528">
                  <a:moveTo>
                    <a:pt x="141203" y="204511"/>
                  </a:moveTo>
                  <a:cubicBezTo>
                    <a:pt x="143536" y="204511"/>
                    <a:pt x="144722" y="205693"/>
                    <a:pt x="144722" y="208022"/>
                  </a:cubicBezTo>
                  <a:lnTo>
                    <a:pt x="144722" y="247017"/>
                  </a:lnTo>
                  <a:cubicBezTo>
                    <a:pt x="144722" y="249345"/>
                    <a:pt x="143536" y="250528"/>
                    <a:pt x="141203" y="250528"/>
                  </a:cubicBezTo>
                  <a:lnTo>
                    <a:pt x="3519" y="250528"/>
                  </a:lnTo>
                  <a:cubicBezTo>
                    <a:pt x="1185" y="250528"/>
                    <a:pt x="0" y="249345"/>
                    <a:pt x="0" y="247017"/>
                  </a:cubicBezTo>
                  <a:lnTo>
                    <a:pt x="0" y="3511"/>
                  </a:lnTo>
                  <a:cubicBezTo>
                    <a:pt x="0" y="1183"/>
                    <a:pt x="1185" y="0"/>
                    <a:pt x="3519" y="0"/>
                  </a:cubicBezTo>
                  <a:lnTo>
                    <a:pt x="48599" y="0"/>
                  </a:lnTo>
                  <a:cubicBezTo>
                    <a:pt x="50932" y="0"/>
                    <a:pt x="52118" y="1183"/>
                    <a:pt x="52118" y="3511"/>
                  </a:cubicBezTo>
                  <a:lnTo>
                    <a:pt x="52118" y="200999"/>
                  </a:lnTo>
                  <a:cubicBezTo>
                    <a:pt x="52118" y="203328"/>
                    <a:pt x="53303" y="204511"/>
                    <a:pt x="55636" y="204511"/>
                  </a:cubicBezTo>
                  <a:lnTo>
                    <a:pt x="141203" y="204511"/>
                  </a:lnTo>
                  <a:close/>
                </a:path>
              </a:pathLst>
            </a:custGeom>
            <a:grpFill/>
            <a:ln w="3692" cap="flat">
              <a:noFill/>
              <a:prstDash val="solid"/>
              <a:miter/>
            </a:ln>
          </p:spPr>
          <p:txBody>
            <a:bodyPr rtlCol="0" anchor="ctr"/>
            <a:lstStyle/>
            <a:p>
              <a:endParaRPr lang="en-US"/>
            </a:p>
          </p:txBody>
        </p:sp>
        <p:sp>
          <p:nvSpPr>
            <p:cNvPr id="49" name="Freeform 48">
              <a:extLst>
                <a:ext uri="{FF2B5EF4-FFF2-40B4-BE49-F238E27FC236}">
                  <a16:creationId xmlns:a16="http://schemas.microsoft.com/office/drawing/2014/main" id="{F11CB9E3-6D0B-A76A-DBE4-4229ACD3ACE3}"/>
                </a:ext>
              </a:extLst>
            </p:cNvPr>
            <p:cNvSpPr/>
            <p:nvPr/>
          </p:nvSpPr>
          <p:spPr>
            <a:xfrm>
              <a:off x="3418177" y="5624255"/>
              <a:ext cx="255689" cy="250602"/>
            </a:xfrm>
            <a:custGeom>
              <a:avLst/>
              <a:gdLst>
                <a:gd name="connsiteX0" fmla="*/ 113412 w 255689"/>
                <a:gd name="connsiteY0" fmla="*/ 2476 h 250602"/>
                <a:gd name="connsiteX1" fmla="*/ 117635 w 255689"/>
                <a:gd name="connsiteY1" fmla="*/ 0 h 250602"/>
                <a:gd name="connsiteX2" fmla="*/ 138415 w 255689"/>
                <a:gd name="connsiteY2" fmla="*/ 0 h 250602"/>
                <a:gd name="connsiteX3" fmla="*/ 142638 w 255689"/>
                <a:gd name="connsiteY3" fmla="*/ 2476 h 250602"/>
                <a:gd name="connsiteX4" fmla="*/ 255319 w 255689"/>
                <a:gd name="connsiteY4" fmla="*/ 246352 h 250602"/>
                <a:gd name="connsiteX5" fmla="*/ 255689 w 255689"/>
                <a:gd name="connsiteY5" fmla="*/ 248126 h 250602"/>
                <a:gd name="connsiteX6" fmla="*/ 252874 w 255689"/>
                <a:gd name="connsiteY6" fmla="*/ 250602 h 250602"/>
                <a:gd name="connsiteX7" fmla="*/ 202868 w 255689"/>
                <a:gd name="connsiteY7" fmla="*/ 250602 h 250602"/>
                <a:gd name="connsiteX8" fmla="*/ 198645 w 255689"/>
                <a:gd name="connsiteY8" fmla="*/ 248126 h 250602"/>
                <a:gd name="connsiteX9" fmla="*/ 181050 w 255689"/>
                <a:gd name="connsiteY9" fmla="*/ 210166 h 250602"/>
                <a:gd name="connsiteX10" fmla="*/ 177161 w 255689"/>
                <a:gd name="connsiteY10" fmla="*/ 207689 h 250602"/>
                <a:gd name="connsiteX11" fmla="*/ 78556 w 255689"/>
                <a:gd name="connsiteY11" fmla="*/ 207689 h 250602"/>
                <a:gd name="connsiteX12" fmla="*/ 74333 w 255689"/>
                <a:gd name="connsiteY12" fmla="*/ 210166 h 250602"/>
                <a:gd name="connsiteX13" fmla="*/ 56739 w 255689"/>
                <a:gd name="connsiteY13" fmla="*/ 248126 h 250602"/>
                <a:gd name="connsiteX14" fmla="*/ 52849 w 255689"/>
                <a:gd name="connsiteY14" fmla="*/ 250602 h 250602"/>
                <a:gd name="connsiteX15" fmla="*/ 2843 w 255689"/>
                <a:gd name="connsiteY15" fmla="*/ 250602 h 250602"/>
                <a:gd name="connsiteX16" fmla="*/ 361 w 255689"/>
                <a:gd name="connsiteY16" fmla="*/ 249382 h 250602"/>
                <a:gd name="connsiteX17" fmla="*/ 361 w 255689"/>
                <a:gd name="connsiteY17" fmla="*/ 246388 h 250602"/>
                <a:gd name="connsiteX18" fmla="*/ 113412 w 255689"/>
                <a:gd name="connsiteY18" fmla="*/ 2513 h 250602"/>
                <a:gd name="connsiteX19" fmla="*/ 96188 w 255689"/>
                <a:gd name="connsiteY19" fmla="*/ 157421 h 250602"/>
                <a:gd name="connsiteX20" fmla="*/ 95817 w 255689"/>
                <a:gd name="connsiteY20" fmla="*/ 159195 h 250602"/>
                <a:gd name="connsiteX21" fmla="*/ 98633 w 255689"/>
                <a:gd name="connsiteY21" fmla="*/ 161672 h 250602"/>
                <a:gd name="connsiteX22" fmla="*/ 157084 w 255689"/>
                <a:gd name="connsiteY22" fmla="*/ 161672 h 250602"/>
                <a:gd name="connsiteX23" fmla="*/ 159566 w 255689"/>
                <a:gd name="connsiteY23" fmla="*/ 160452 h 250602"/>
                <a:gd name="connsiteX24" fmla="*/ 159566 w 255689"/>
                <a:gd name="connsiteY24" fmla="*/ 157458 h 250602"/>
                <a:gd name="connsiteX25" fmla="*/ 130340 w 255689"/>
                <a:gd name="connsiteY25" fmla="*/ 89633 h 250602"/>
                <a:gd name="connsiteX26" fmla="*/ 127859 w 255689"/>
                <a:gd name="connsiteY26" fmla="*/ 87859 h 250602"/>
                <a:gd name="connsiteX27" fmla="*/ 125377 w 255689"/>
                <a:gd name="connsiteY27" fmla="*/ 89633 h 250602"/>
                <a:gd name="connsiteX28" fmla="*/ 96151 w 255689"/>
                <a:gd name="connsiteY28" fmla="*/ 157458 h 25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5689" h="250602">
                  <a:moveTo>
                    <a:pt x="113412" y="2476"/>
                  </a:moveTo>
                  <a:cubicBezTo>
                    <a:pt x="114116" y="850"/>
                    <a:pt x="115524" y="0"/>
                    <a:pt x="117635" y="0"/>
                  </a:cubicBezTo>
                  <a:lnTo>
                    <a:pt x="138415" y="0"/>
                  </a:lnTo>
                  <a:cubicBezTo>
                    <a:pt x="140527" y="0"/>
                    <a:pt x="141934" y="813"/>
                    <a:pt x="142638" y="2476"/>
                  </a:cubicBezTo>
                  <a:lnTo>
                    <a:pt x="255319" y="246352"/>
                  </a:lnTo>
                  <a:cubicBezTo>
                    <a:pt x="255541" y="246832"/>
                    <a:pt x="255689" y="247423"/>
                    <a:pt x="255689" y="248126"/>
                  </a:cubicBezTo>
                  <a:cubicBezTo>
                    <a:pt x="255689" y="249752"/>
                    <a:pt x="254763" y="250602"/>
                    <a:pt x="252874" y="250602"/>
                  </a:cubicBezTo>
                  <a:lnTo>
                    <a:pt x="202868" y="250602"/>
                  </a:lnTo>
                  <a:cubicBezTo>
                    <a:pt x="200756" y="250602"/>
                    <a:pt x="199349" y="249789"/>
                    <a:pt x="198645" y="248126"/>
                  </a:cubicBezTo>
                  <a:lnTo>
                    <a:pt x="181050" y="210166"/>
                  </a:lnTo>
                  <a:cubicBezTo>
                    <a:pt x="180346" y="208539"/>
                    <a:pt x="179050" y="207689"/>
                    <a:pt x="177161" y="207689"/>
                  </a:cubicBezTo>
                  <a:lnTo>
                    <a:pt x="78556" y="207689"/>
                  </a:lnTo>
                  <a:cubicBezTo>
                    <a:pt x="76445" y="207689"/>
                    <a:pt x="75037" y="208502"/>
                    <a:pt x="74333" y="210166"/>
                  </a:cubicBezTo>
                  <a:lnTo>
                    <a:pt x="56739" y="248126"/>
                  </a:lnTo>
                  <a:cubicBezTo>
                    <a:pt x="56035" y="249752"/>
                    <a:pt x="54738" y="250602"/>
                    <a:pt x="52849" y="250602"/>
                  </a:cubicBezTo>
                  <a:lnTo>
                    <a:pt x="2843" y="250602"/>
                  </a:lnTo>
                  <a:cubicBezTo>
                    <a:pt x="1658" y="250602"/>
                    <a:pt x="843" y="250196"/>
                    <a:pt x="361" y="249382"/>
                  </a:cubicBezTo>
                  <a:cubicBezTo>
                    <a:pt x="-120" y="248569"/>
                    <a:pt x="-120" y="247571"/>
                    <a:pt x="361" y="246388"/>
                  </a:cubicBezTo>
                  <a:lnTo>
                    <a:pt x="113412" y="2513"/>
                  </a:lnTo>
                  <a:close/>
                  <a:moveTo>
                    <a:pt x="96188" y="157421"/>
                  </a:moveTo>
                  <a:cubicBezTo>
                    <a:pt x="95966" y="157902"/>
                    <a:pt x="95817" y="158493"/>
                    <a:pt x="95817" y="159195"/>
                  </a:cubicBezTo>
                  <a:cubicBezTo>
                    <a:pt x="95817" y="160822"/>
                    <a:pt x="96743" y="161672"/>
                    <a:pt x="98633" y="161672"/>
                  </a:cubicBezTo>
                  <a:lnTo>
                    <a:pt x="157084" y="161672"/>
                  </a:lnTo>
                  <a:cubicBezTo>
                    <a:pt x="158270" y="161672"/>
                    <a:pt x="159085" y="161265"/>
                    <a:pt x="159566" y="160452"/>
                  </a:cubicBezTo>
                  <a:cubicBezTo>
                    <a:pt x="160048" y="159639"/>
                    <a:pt x="160048" y="158641"/>
                    <a:pt x="159566" y="157458"/>
                  </a:cubicBezTo>
                  <a:lnTo>
                    <a:pt x="130340" y="89633"/>
                  </a:lnTo>
                  <a:cubicBezTo>
                    <a:pt x="130118" y="88450"/>
                    <a:pt x="129266" y="87859"/>
                    <a:pt x="127859" y="87859"/>
                  </a:cubicBezTo>
                  <a:cubicBezTo>
                    <a:pt x="126932" y="87859"/>
                    <a:pt x="126080" y="88450"/>
                    <a:pt x="125377" y="89633"/>
                  </a:cubicBezTo>
                  <a:lnTo>
                    <a:pt x="96151" y="157458"/>
                  </a:lnTo>
                  <a:close/>
                </a:path>
              </a:pathLst>
            </a:custGeom>
            <a:grpFill/>
            <a:ln w="3692"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67379B68-30C9-B55A-B06C-CD707D31EB18}"/>
                </a:ext>
              </a:extLst>
            </p:cNvPr>
            <p:cNvSpPr/>
            <p:nvPr/>
          </p:nvSpPr>
          <p:spPr>
            <a:xfrm>
              <a:off x="3736096"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2 w 202839"/>
                <a:gd name="connsiteY3" fmla="*/ 248421 h 250528"/>
                <a:gd name="connsiteX4" fmla="*/ 56377 w 202839"/>
                <a:gd name="connsiteY4" fmla="*/ 105748 h 250528"/>
                <a:gd name="connsiteX5" fmla="*/ 53896 w 202839"/>
                <a:gd name="connsiteY5" fmla="*/ 104344 h 250528"/>
                <a:gd name="connsiteX6" fmla="*/ 52117 w 202839"/>
                <a:gd name="connsiteY6" fmla="*/ 107522 h 250528"/>
                <a:gd name="connsiteX7" fmla="*/ 52117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7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2" y="248421"/>
                  </a:cubicBezTo>
                  <a:lnTo>
                    <a:pt x="56377" y="105748"/>
                  </a:lnTo>
                  <a:cubicBezTo>
                    <a:pt x="55451" y="104824"/>
                    <a:pt x="54599" y="104344"/>
                    <a:pt x="53896" y="104344"/>
                  </a:cubicBezTo>
                  <a:cubicBezTo>
                    <a:pt x="52710" y="104344"/>
                    <a:pt x="52117" y="105416"/>
                    <a:pt x="52117" y="107522"/>
                  </a:cubicBezTo>
                  <a:lnTo>
                    <a:pt x="52117" y="247017"/>
                  </a:lnTo>
                  <a:cubicBezTo>
                    <a:pt x="52117"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7" y="2107"/>
                  </a:cubicBezTo>
                  <a:lnTo>
                    <a:pt x="146463" y="144410"/>
                  </a:lnTo>
                  <a:cubicBezTo>
                    <a:pt x="147166"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7253B047-7486-FFC4-04BE-6167D2BF6C88}"/>
                </a:ext>
              </a:extLst>
            </p:cNvPr>
            <p:cNvSpPr/>
            <p:nvPr/>
          </p:nvSpPr>
          <p:spPr>
            <a:xfrm>
              <a:off x="4009389" y="5624255"/>
              <a:ext cx="176058" cy="250528"/>
            </a:xfrm>
            <a:custGeom>
              <a:avLst/>
              <a:gdLst>
                <a:gd name="connsiteX0" fmla="*/ 172540 w 176058"/>
                <a:gd name="connsiteY0" fmla="*/ 0 h 250528"/>
                <a:gd name="connsiteX1" fmla="*/ 176059 w 176058"/>
                <a:gd name="connsiteY1" fmla="*/ 3511 h 250528"/>
                <a:gd name="connsiteX2" fmla="*/ 176059 w 176058"/>
                <a:gd name="connsiteY2" fmla="*/ 42506 h 250528"/>
                <a:gd name="connsiteX3" fmla="*/ 172540 w 176058"/>
                <a:gd name="connsiteY3" fmla="*/ 46018 h 250528"/>
                <a:gd name="connsiteX4" fmla="*/ 117607 w 176058"/>
                <a:gd name="connsiteY4" fmla="*/ 46018 h 250528"/>
                <a:gd name="connsiteX5" fmla="*/ 114088 w 176058"/>
                <a:gd name="connsiteY5" fmla="*/ 49529 h 250528"/>
                <a:gd name="connsiteX6" fmla="*/ 114088 w 176058"/>
                <a:gd name="connsiteY6" fmla="*/ 247017 h 250528"/>
                <a:gd name="connsiteX7" fmla="*/ 110569 w 176058"/>
                <a:gd name="connsiteY7" fmla="*/ 250528 h 250528"/>
                <a:gd name="connsiteX8" fmla="*/ 65860 w 176058"/>
                <a:gd name="connsiteY8" fmla="*/ 250528 h 250528"/>
                <a:gd name="connsiteX9" fmla="*/ 62341 w 176058"/>
                <a:gd name="connsiteY9" fmla="*/ 247017 h 250528"/>
                <a:gd name="connsiteX10" fmla="*/ 62341 w 176058"/>
                <a:gd name="connsiteY10" fmla="*/ 49529 h 250528"/>
                <a:gd name="connsiteX11" fmla="*/ 58822 w 176058"/>
                <a:gd name="connsiteY11" fmla="*/ 46018 h 250528"/>
                <a:gd name="connsiteX12" fmla="*/ 3519 w 176058"/>
                <a:gd name="connsiteY12" fmla="*/ 46018 h 250528"/>
                <a:gd name="connsiteX13" fmla="*/ 0 w 176058"/>
                <a:gd name="connsiteY13" fmla="*/ 42506 h 250528"/>
                <a:gd name="connsiteX14" fmla="*/ 0 w 176058"/>
                <a:gd name="connsiteY14" fmla="*/ 3511 h 250528"/>
                <a:gd name="connsiteX15" fmla="*/ 3519 w 176058"/>
                <a:gd name="connsiteY15" fmla="*/ 0 h 250528"/>
                <a:gd name="connsiteX16" fmla="*/ 172540 w 176058"/>
                <a:gd name="connsiteY16" fmla="*/ 0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058" h="250528">
                  <a:moveTo>
                    <a:pt x="172540" y="0"/>
                  </a:moveTo>
                  <a:cubicBezTo>
                    <a:pt x="174873" y="0"/>
                    <a:pt x="176059" y="1183"/>
                    <a:pt x="176059" y="3511"/>
                  </a:cubicBezTo>
                  <a:lnTo>
                    <a:pt x="176059" y="42506"/>
                  </a:lnTo>
                  <a:cubicBezTo>
                    <a:pt x="176059" y="44835"/>
                    <a:pt x="174873" y="46018"/>
                    <a:pt x="172540" y="46018"/>
                  </a:cubicBezTo>
                  <a:lnTo>
                    <a:pt x="117607" y="46018"/>
                  </a:lnTo>
                  <a:cubicBezTo>
                    <a:pt x="115274" y="46018"/>
                    <a:pt x="114088" y="47200"/>
                    <a:pt x="114088" y="49529"/>
                  </a:cubicBezTo>
                  <a:lnTo>
                    <a:pt x="114088" y="247017"/>
                  </a:lnTo>
                  <a:cubicBezTo>
                    <a:pt x="114088" y="249345"/>
                    <a:pt x="112903" y="250528"/>
                    <a:pt x="110569" y="250528"/>
                  </a:cubicBezTo>
                  <a:lnTo>
                    <a:pt x="65860" y="250528"/>
                  </a:lnTo>
                  <a:cubicBezTo>
                    <a:pt x="63526" y="250528"/>
                    <a:pt x="62341" y="249345"/>
                    <a:pt x="62341" y="247017"/>
                  </a:cubicBezTo>
                  <a:lnTo>
                    <a:pt x="62341" y="49529"/>
                  </a:lnTo>
                  <a:cubicBezTo>
                    <a:pt x="62341" y="47200"/>
                    <a:pt x="61156" y="46018"/>
                    <a:pt x="58822" y="46018"/>
                  </a:cubicBezTo>
                  <a:lnTo>
                    <a:pt x="3519" y="46018"/>
                  </a:lnTo>
                  <a:cubicBezTo>
                    <a:pt x="1185" y="46018"/>
                    <a:pt x="0" y="44835"/>
                    <a:pt x="0" y="42506"/>
                  </a:cubicBezTo>
                  <a:lnTo>
                    <a:pt x="0" y="3511"/>
                  </a:lnTo>
                  <a:cubicBezTo>
                    <a:pt x="0" y="1183"/>
                    <a:pt x="1185" y="0"/>
                    <a:pt x="3519" y="0"/>
                  </a:cubicBezTo>
                  <a:lnTo>
                    <a:pt x="172540" y="0"/>
                  </a:lnTo>
                  <a:close/>
                </a:path>
              </a:pathLst>
            </a:custGeom>
            <a:grpFill/>
            <a:ln w="3692"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49EB456A-1FD6-8969-9EE2-0C00E7E1EE6F}"/>
                </a:ext>
              </a:extLst>
            </p:cNvPr>
            <p:cNvSpPr/>
            <p:nvPr/>
          </p:nvSpPr>
          <p:spPr>
            <a:xfrm>
              <a:off x="4251012" y="5624255"/>
              <a:ext cx="156352" cy="250528"/>
            </a:xfrm>
            <a:custGeom>
              <a:avLst/>
              <a:gdLst>
                <a:gd name="connsiteX0" fmla="*/ 152834 w 156352"/>
                <a:gd name="connsiteY0" fmla="*/ 204511 h 250528"/>
                <a:gd name="connsiteX1" fmla="*/ 156353 w 156352"/>
                <a:gd name="connsiteY1" fmla="*/ 208022 h 250528"/>
                <a:gd name="connsiteX2" fmla="*/ 156353 w 156352"/>
                <a:gd name="connsiteY2" fmla="*/ 247017 h 250528"/>
                <a:gd name="connsiteX3" fmla="*/ 152834 w 156352"/>
                <a:gd name="connsiteY3" fmla="*/ 250528 h 250528"/>
                <a:gd name="connsiteX4" fmla="*/ 3519 w 156352"/>
                <a:gd name="connsiteY4" fmla="*/ 250528 h 250528"/>
                <a:gd name="connsiteX5" fmla="*/ 0 w 156352"/>
                <a:gd name="connsiteY5" fmla="*/ 247017 h 250528"/>
                <a:gd name="connsiteX6" fmla="*/ 0 w 156352"/>
                <a:gd name="connsiteY6" fmla="*/ 3511 h 250528"/>
                <a:gd name="connsiteX7" fmla="*/ 3519 w 156352"/>
                <a:gd name="connsiteY7" fmla="*/ 0 h 250528"/>
                <a:gd name="connsiteX8" fmla="*/ 149315 w 156352"/>
                <a:gd name="connsiteY8" fmla="*/ 0 h 250528"/>
                <a:gd name="connsiteX9" fmla="*/ 152834 w 156352"/>
                <a:gd name="connsiteY9" fmla="*/ 3511 h 250528"/>
                <a:gd name="connsiteX10" fmla="*/ 152834 w 156352"/>
                <a:gd name="connsiteY10" fmla="*/ 42506 h 250528"/>
                <a:gd name="connsiteX11" fmla="*/ 149315 w 156352"/>
                <a:gd name="connsiteY11" fmla="*/ 46018 h 250528"/>
                <a:gd name="connsiteX12" fmla="*/ 55636 w 156352"/>
                <a:gd name="connsiteY12" fmla="*/ 46018 h 250528"/>
                <a:gd name="connsiteX13" fmla="*/ 52118 w 156352"/>
                <a:gd name="connsiteY13" fmla="*/ 49529 h 250528"/>
                <a:gd name="connsiteX14" fmla="*/ 52118 w 156352"/>
                <a:gd name="connsiteY14" fmla="*/ 100832 h 250528"/>
                <a:gd name="connsiteX15" fmla="*/ 55636 w 156352"/>
                <a:gd name="connsiteY15" fmla="*/ 104344 h 250528"/>
                <a:gd name="connsiteX16" fmla="*/ 122904 w 156352"/>
                <a:gd name="connsiteY16" fmla="*/ 104344 h 250528"/>
                <a:gd name="connsiteX17" fmla="*/ 126423 w 156352"/>
                <a:gd name="connsiteY17" fmla="*/ 107855 h 250528"/>
                <a:gd name="connsiteX18" fmla="*/ 126423 w 156352"/>
                <a:gd name="connsiteY18" fmla="*/ 146850 h 250528"/>
                <a:gd name="connsiteX19" fmla="*/ 122904 w 156352"/>
                <a:gd name="connsiteY19" fmla="*/ 150361 h 250528"/>
                <a:gd name="connsiteX20" fmla="*/ 55636 w 156352"/>
                <a:gd name="connsiteY20" fmla="*/ 150361 h 250528"/>
                <a:gd name="connsiteX21" fmla="*/ 52118 w 156352"/>
                <a:gd name="connsiteY21" fmla="*/ 153873 h 250528"/>
                <a:gd name="connsiteX22" fmla="*/ 52118 w 156352"/>
                <a:gd name="connsiteY22" fmla="*/ 200962 h 250528"/>
                <a:gd name="connsiteX23" fmla="*/ 55636 w 156352"/>
                <a:gd name="connsiteY23" fmla="*/ 204474 h 250528"/>
                <a:gd name="connsiteX24" fmla="*/ 152834 w 156352"/>
                <a:gd name="connsiteY24" fmla="*/ 204474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52" h="250528">
                  <a:moveTo>
                    <a:pt x="152834" y="204511"/>
                  </a:moveTo>
                  <a:cubicBezTo>
                    <a:pt x="155167" y="204511"/>
                    <a:pt x="156353" y="205693"/>
                    <a:pt x="156353" y="208022"/>
                  </a:cubicBezTo>
                  <a:lnTo>
                    <a:pt x="156353" y="247017"/>
                  </a:lnTo>
                  <a:cubicBezTo>
                    <a:pt x="156353" y="249345"/>
                    <a:pt x="155167" y="250528"/>
                    <a:pt x="152834" y="250528"/>
                  </a:cubicBezTo>
                  <a:lnTo>
                    <a:pt x="3519" y="250528"/>
                  </a:lnTo>
                  <a:cubicBezTo>
                    <a:pt x="1185" y="250528"/>
                    <a:pt x="0" y="249345"/>
                    <a:pt x="0" y="247017"/>
                  </a:cubicBezTo>
                  <a:lnTo>
                    <a:pt x="0" y="3511"/>
                  </a:lnTo>
                  <a:cubicBezTo>
                    <a:pt x="0" y="1183"/>
                    <a:pt x="1185" y="0"/>
                    <a:pt x="3519" y="0"/>
                  </a:cubicBezTo>
                  <a:lnTo>
                    <a:pt x="149315" y="0"/>
                  </a:lnTo>
                  <a:cubicBezTo>
                    <a:pt x="151649" y="0"/>
                    <a:pt x="152834" y="1183"/>
                    <a:pt x="152834" y="3511"/>
                  </a:cubicBezTo>
                  <a:lnTo>
                    <a:pt x="152834" y="42506"/>
                  </a:lnTo>
                  <a:cubicBezTo>
                    <a:pt x="152834" y="44835"/>
                    <a:pt x="151649" y="46018"/>
                    <a:pt x="149315" y="46018"/>
                  </a:cubicBezTo>
                  <a:lnTo>
                    <a:pt x="55636" y="46018"/>
                  </a:lnTo>
                  <a:cubicBezTo>
                    <a:pt x="53303" y="46018"/>
                    <a:pt x="52118" y="47200"/>
                    <a:pt x="52118" y="49529"/>
                  </a:cubicBezTo>
                  <a:lnTo>
                    <a:pt x="52118" y="100832"/>
                  </a:lnTo>
                  <a:cubicBezTo>
                    <a:pt x="52118" y="103161"/>
                    <a:pt x="53303" y="104344"/>
                    <a:pt x="55636" y="104344"/>
                  </a:cubicBezTo>
                  <a:lnTo>
                    <a:pt x="122904" y="104344"/>
                  </a:lnTo>
                  <a:cubicBezTo>
                    <a:pt x="125238" y="104344"/>
                    <a:pt x="126423" y="105526"/>
                    <a:pt x="126423" y="107855"/>
                  </a:cubicBezTo>
                  <a:lnTo>
                    <a:pt x="126423" y="146850"/>
                  </a:lnTo>
                  <a:cubicBezTo>
                    <a:pt x="126423" y="149178"/>
                    <a:pt x="125238" y="150361"/>
                    <a:pt x="122904" y="150361"/>
                  </a:cubicBezTo>
                  <a:lnTo>
                    <a:pt x="55636" y="150361"/>
                  </a:lnTo>
                  <a:cubicBezTo>
                    <a:pt x="53303" y="150361"/>
                    <a:pt x="52118" y="151544"/>
                    <a:pt x="52118" y="153873"/>
                  </a:cubicBezTo>
                  <a:lnTo>
                    <a:pt x="52118" y="200962"/>
                  </a:lnTo>
                  <a:cubicBezTo>
                    <a:pt x="52118" y="203291"/>
                    <a:pt x="53303" y="204474"/>
                    <a:pt x="55636" y="204474"/>
                  </a:cubicBezTo>
                  <a:lnTo>
                    <a:pt x="152834" y="204474"/>
                  </a:lnTo>
                  <a:close/>
                </a:path>
              </a:pathLst>
            </a:custGeom>
            <a:grpFill/>
            <a:ln w="3692"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25CFB29E-DD0A-F6B3-F3F1-5733F3BE9051}"/>
                </a:ext>
              </a:extLst>
            </p:cNvPr>
            <p:cNvSpPr/>
            <p:nvPr/>
          </p:nvSpPr>
          <p:spPr>
            <a:xfrm>
              <a:off x="4479596" y="5624255"/>
              <a:ext cx="196839" cy="250565"/>
            </a:xfrm>
            <a:custGeom>
              <a:avLst/>
              <a:gdLst>
                <a:gd name="connsiteX0" fmla="*/ 3519 w 196839"/>
                <a:gd name="connsiteY0" fmla="*/ 250528 h 250565"/>
                <a:gd name="connsiteX1" fmla="*/ 0 w 196839"/>
                <a:gd name="connsiteY1" fmla="*/ 247017 h 250565"/>
                <a:gd name="connsiteX2" fmla="*/ 0 w 196839"/>
                <a:gd name="connsiteY2" fmla="*/ 3511 h 250565"/>
                <a:gd name="connsiteX3" fmla="*/ 3519 w 196839"/>
                <a:gd name="connsiteY3" fmla="*/ 0 h 250565"/>
                <a:gd name="connsiteX4" fmla="*/ 106717 w 196839"/>
                <a:gd name="connsiteY4" fmla="*/ 0 h 250565"/>
                <a:gd name="connsiteX5" fmla="*/ 152315 w 196839"/>
                <a:gd name="connsiteY5" fmla="*/ 11052 h 250565"/>
                <a:gd name="connsiteX6" fmla="*/ 184875 w 196839"/>
                <a:gd name="connsiteY6" fmla="*/ 41989 h 250565"/>
                <a:gd name="connsiteX7" fmla="*/ 196839 w 196839"/>
                <a:gd name="connsiteY7" fmla="*/ 86787 h 250565"/>
                <a:gd name="connsiteX8" fmla="*/ 185394 w 196839"/>
                <a:gd name="connsiteY8" fmla="*/ 130365 h 250565"/>
                <a:gd name="connsiteX9" fmla="*/ 153167 w 196839"/>
                <a:gd name="connsiteY9" fmla="*/ 161635 h 250565"/>
                <a:gd name="connsiteX10" fmla="*/ 151575 w 196839"/>
                <a:gd name="connsiteY10" fmla="*/ 163557 h 250565"/>
                <a:gd name="connsiteX11" fmla="*/ 152093 w 196839"/>
                <a:gd name="connsiteY11" fmla="*/ 166551 h 250565"/>
                <a:gd name="connsiteX12" fmla="*/ 194691 w 196839"/>
                <a:gd name="connsiteY12" fmla="*/ 246315 h 250565"/>
                <a:gd name="connsiteX13" fmla="*/ 195395 w 196839"/>
                <a:gd name="connsiteY13" fmla="*/ 248089 h 250565"/>
                <a:gd name="connsiteX14" fmla="*/ 194506 w 196839"/>
                <a:gd name="connsiteY14" fmla="*/ 249863 h 250565"/>
                <a:gd name="connsiteX15" fmla="*/ 192209 w 196839"/>
                <a:gd name="connsiteY15" fmla="*/ 250565 h 250565"/>
                <a:gd name="connsiteX16" fmla="*/ 143610 w 196839"/>
                <a:gd name="connsiteY16" fmla="*/ 250565 h 250565"/>
                <a:gd name="connsiteX17" fmla="*/ 139388 w 196839"/>
                <a:gd name="connsiteY17" fmla="*/ 248089 h 250565"/>
                <a:gd name="connsiteX18" fmla="*/ 102420 w 196839"/>
                <a:gd name="connsiteY18" fmla="*/ 176050 h 250565"/>
                <a:gd name="connsiteX19" fmla="*/ 98197 w 196839"/>
                <a:gd name="connsiteY19" fmla="*/ 173573 h 250565"/>
                <a:gd name="connsiteX20" fmla="*/ 55600 w 196839"/>
                <a:gd name="connsiteY20" fmla="*/ 173573 h 250565"/>
                <a:gd name="connsiteX21" fmla="*/ 52081 w 196839"/>
                <a:gd name="connsiteY21" fmla="*/ 177085 h 250565"/>
                <a:gd name="connsiteX22" fmla="*/ 52081 w 196839"/>
                <a:gd name="connsiteY22" fmla="*/ 247017 h 250565"/>
                <a:gd name="connsiteX23" fmla="*/ 48562 w 196839"/>
                <a:gd name="connsiteY23" fmla="*/ 250528 h 250565"/>
                <a:gd name="connsiteX24" fmla="*/ 3482 w 196839"/>
                <a:gd name="connsiteY24" fmla="*/ 250528 h 250565"/>
                <a:gd name="connsiteX25" fmla="*/ 102828 w 196839"/>
                <a:gd name="connsiteY25" fmla="*/ 127556 h 250565"/>
                <a:gd name="connsiteX26" fmla="*/ 123423 w 196839"/>
                <a:gd name="connsiteY26" fmla="*/ 122455 h 250565"/>
                <a:gd name="connsiteX27" fmla="*/ 139091 w 196839"/>
                <a:gd name="connsiteY27" fmla="*/ 108225 h 250565"/>
                <a:gd name="connsiteX28" fmla="*/ 145092 w 196839"/>
                <a:gd name="connsiteY28" fmla="*/ 86787 h 250565"/>
                <a:gd name="connsiteX29" fmla="*/ 132239 w 196839"/>
                <a:gd name="connsiteY29" fmla="*/ 56921 h 250565"/>
                <a:gd name="connsiteX30" fmla="*/ 101087 w 196839"/>
                <a:gd name="connsiteY30" fmla="*/ 46018 h 250565"/>
                <a:gd name="connsiteX31" fmla="*/ 55674 w 196839"/>
                <a:gd name="connsiteY31" fmla="*/ 46018 h 250565"/>
                <a:gd name="connsiteX32" fmla="*/ 52155 w 196839"/>
                <a:gd name="connsiteY32" fmla="*/ 49529 h 250565"/>
                <a:gd name="connsiteX33" fmla="*/ 52155 w 196839"/>
                <a:gd name="connsiteY33" fmla="*/ 124007 h 250565"/>
                <a:gd name="connsiteX34" fmla="*/ 55674 w 196839"/>
                <a:gd name="connsiteY34" fmla="*/ 127519 h 250565"/>
                <a:gd name="connsiteX35" fmla="*/ 102865 w 196839"/>
                <a:gd name="connsiteY35" fmla="*/ 127519 h 2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6839" h="250565">
                  <a:moveTo>
                    <a:pt x="3519" y="250528"/>
                  </a:moveTo>
                  <a:cubicBezTo>
                    <a:pt x="1185" y="250528"/>
                    <a:pt x="0" y="249345"/>
                    <a:pt x="0" y="247017"/>
                  </a:cubicBezTo>
                  <a:lnTo>
                    <a:pt x="0" y="3511"/>
                  </a:lnTo>
                  <a:cubicBezTo>
                    <a:pt x="0" y="1183"/>
                    <a:pt x="1185" y="0"/>
                    <a:pt x="3519" y="0"/>
                  </a:cubicBezTo>
                  <a:lnTo>
                    <a:pt x="106717" y="0"/>
                  </a:lnTo>
                  <a:cubicBezTo>
                    <a:pt x="123386" y="0"/>
                    <a:pt x="138573" y="3696"/>
                    <a:pt x="152315" y="11052"/>
                  </a:cubicBezTo>
                  <a:cubicBezTo>
                    <a:pt x="166058" y="18444"/>
                    <a:pt x="176911" y="28756"/>
                    <a:pt x="184875" y="41989"/>
                  </a:cubicBezTo>
                  <a:cubicBezTo>
                    <a:pt x="192839" y="55221"/>
                    <a:pt x="196839" y="70154"/>
                    <a:pt x="196839" y="86787"/>
                  </a:cubicBezTo>
                  <a:cubicBezTo>
                    <a:pt x="196839" y="103420"/>
                    <a:pt x="193024" y="117724"/>
                    <a:pt x="185394" y="130365"/>
                  </a:cubicBezTo>
                  <a:cubicBezTo>
                    <a:pt x="177763" y="143006"/>
                    <a:pt x="167021" y="153429"/>
                    <a:pt x="153167" y="161635"/>
                  </a:cubicBezTo>
                  <a:cubicBezTo>
                    <a:pt x="152241" y="161856"/>
                    <a:pt x="151686" y="162522"/>
                    <a:pt x="151575" y="163557"/>
                  </a:cubicBezTo>
                  <a:cubicBezTo>
                    <a:pt x="151463" y="164592"/>
                    <a:pt x="151648" y="165627"/>
                    <a:pt x="152093" y="166551"/>
                  </a:cubicBezTo>
                  <a:lnTo>
                    <a:pt x="194691" y="246315"/>
                  </a:lnTo>
                  <a:lnTo>
                    <a:pt x="195395" y="248089"/>
                  </a:lnTo>
                  <a:cubicBezTo>
                    <a:pt x="195395" y="248791"/>
                    <a:pt x="195098" y="249382"/>
                    <a:pt x="194506" y="249863"/>
                  </a:cubicBezTo>
                  <a:cubicBezTo>
                    <a:pt x="193913" y="250343"/>
                    <a:pt x="193172" y="250565"/>
                    <a:pt x="192209" y="250565"/>
                  </a:cubicBezTo>
                  <a:lnTo>
                    <a:pt x="143610" y="250565"/>
                  </a:lnTo>
                  <a:cubicBezTo>
                    <a:pt x="141499" y="250565"/>
                    <a:pt x="140091" y="249752"/>
                    <a:pt x="139388" y="248089"/>
                  </a:cubicBezTo>
                  <a:lnTo>
                    <a:pt x="102420" y="176050"/>
                  </a:lnTo>
                  <a:cubicBezTo>
                    <a:pt x="101716" y="174424"/>
                    <a:pt x="100309" y="173573"/>
                    <a:pt x="98197" y="173573"/>
                  </a:cubicBezTo>
                  <a:lnTo>
                    <a:pt x="55600" y="173573"/>
                  </a:lnTo>
                  <a:cubicBezTo>
                    <a:pt x="53266" y="173573"/>
                    <a:pt x="52081" y="174756"/>
                    <a:pt x="52081" y="177085"/>
                  </a:cubicBezTo>
                  <a:lnTo>
                    <a:pt x="52081" y="247017"/>
                  </a:lnTo>
                  <a:cubicBezTo>
                    <a:pt x="52081" y="249345"/>
                    <a:pt x="50895" y="250528"/>
                    <a:pt x="48562" y="250528"/>
                  </a:cubicBezTo>
                  <a:lnTo>
                    <a:pt x="3482" y="250528"/>
                  </a:lnTo>
                  <a:close/>
                  <a:moveTo>
                    <a:pt x="102828" y="127556"/>
                  </a:moveTo>
                  <a:cubicBezTo>
                    <a:pt x="110088" y="127556"/>
                    <a:pt x="116978" y="125855"/>
                    <a:pt x="123423" y="122455"/>
                  </a:cubicBezTo>
                  <a:cubicBezTo>
                    <a:pt x="129868" y="119054"/>
                    <a:pt x="135091" y="114323"/>
                    <a:pt x="139091" y="108225"/>
                  </a:cubicBezTo>
                  <a:cubicBezTo>
                    <a:pt x="143092" y="102126"/>
                    <a:pt x="145092" y="94992"/>
                    <a:pt x="145092" y="86787"/>
                  </a:cubicBezTo>
                  <a:cubicBezTo>
                    <a:pt x="145092" y="74146"/>
                    <a:pt x="140795" y="64166"/>
                    <a:pt x="132239" y="56921"/>
                  </a:cubicBezTo>
                  <a:cubicBezTo>
                    <a:pt x="123682" y="49677"/>
                    <a:pt x="113273" y="46018"/>
                    <a:pt x="101087" y="46018"/>
                  </a:cubicBezTo>
                  <a:lnTo>
                    <a:pt x="55674" y="46018"/>
                  </a:lnTo>
                  <a:cubicBezTo>
                    <a:pt x="53340" y="46018"/>
                    <a:pt x="52155" y="47200"/>
                    <a:pt x="52155" y="49529"/>
                  </a:cubicBezTo>
                  <a:lnTo>
                    <a:pt x="52155" y="124007"/>
                  </a:lnTo>
                  <a:cubicBezTo>
                    <a:pt x="52155" y="126336"/>
                    <a:pt x="53340" y="127519"/>
                    <a:pt x="55674" y="127519"/>
                  </a:cubicBezTo>
                  <a:lnTo>
                    <a:pt x="102865" y="127519"/>
                  </a:lnTo>
                  <a:close/>
                </a:path>
              </a:pathLst>
            </a:custGeom>
            <a:grpFill/>
            <a:ln w="3692"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8B912D34-FE74-E7E4-CBBC-D6AD7AF36AFE}"/>
                </a:ext>
              </a:extLst>
            </p:cNvPr>
            <p:cNvSpPr/>
            <p:nvPr/>
          </p:nvSpPr>
          <p:spPr>
            <a:xfrm>
              <a:off x="4744703"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3 w 202839"/>
                <a:gd name="connsiteY3" fmla="*/ 248421 h 250528"/>
                <a:gd name="connsiteX4" fmla="*/ 56377 w 202839"/>
                <a:gd name="connsiteY4" fmla="*/ 105748 h 250528"/>
                <a:gd name="connsiteX5" fmla="*/ 53896 w 202839"/>
                <a:gd name="connsiteY5" fmla="*/ 104344 h 250528"/>
                <a:gd name="connsiteX6" fmla="*/ 52118 w 202839"/>
                <a:gd name="connsiteY6" fmla="*/ 107522 h 250528"/>
                <a:gd name="connsiteX7" fmla="*/ 52118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8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3" y="248421"/>
                  </a:cubicBezTo>
                  <a:lnTo>
                    <a:pt x="56377" y="105748"/>
                  </a:lnTo>
                  <a:cubicBezTo>
                    <a:pt x="55451" y="104824"/>
                    <a:pt x="54599" y="104344"/>
                    <a:pt x="53896" y="104344"/>
                  </a:cubicBezTo>
                  <a:cubicBezTo>
                    <a:pt x="52710" y="104344"/>
                    <a:pt x="52118" y="105416"/>
                    <a:pt x="52118" y="107522"/>
                  </a:cubicBezTo>
                  <a:lnTo>
                    <a:pt x="52118" y="247017"/>
                  </a:lnTo>
                  <a:cubicBezTo>
                    <a:pt x="52118"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8" y="2107"/>
                  </a:cubicBezTo>
                  <a:lnTo>
                    <a:pt x="146463" y="144410"/>
                  </a:lnTo>
                  <a:cubicBezTo>
                    <a:pt x="147167"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4D6DB0D5-8848-32C4-F8AF-A4AE132FFBBE}"/>
                </a:ext>
              </a:extLst>
            </p:cNvPr>
            <p:cNvSpPr/>
            <p:nvPr/>
          </p:nvSpPr>
          <p:spPr>
            <a:xfrm>
              <a:off x="2649665" y="5714387"/>
              <a:ext cx="129608" cy="253611"/>
            </a:xfrm>
            <a:custGeom>
              <a:avLst/>
              <a:gdLst>
                <a:gd name="connsiteX0" fmla="*/ 51488 w 129608"/>
                <a:gd name="connsiteY0" fmla="*/ 172003 h 253611"/>
                <a:gd name="connsiteX1" fmla="*/ 114866 w 129608"/>
                <a:gd name="connsiteY1" fmla="*/ 95454 h 253611"/>
                <a:gd name="connsiteX2" fmla="*/ 129609 w 129608"/>
                <a:gd name="connsiteY2" fmla="*/ 77491 h 253611"/>
                <a:gd name="connsiteX3" fmla="*/ 129609 w 129608"/>
                <a:gd name="connsiteY3" fmla="*/ 18463 h 253611"/>
                <a:gd name="connsiteX4" fmla="*/ 108310 w 129608"/>
                <a:gd name="connsiteY4" fmla="*/ 277 h 253611"/>
                <a:gd name="connsiteX5" fmla="*/ 0 w 129608"/>
                <a:gd name="connsiteY5" fmla="*/ 127870 h 253611"/>
                <a:gd name="connsiteX6" fmla="*/ 98716 w 129608"/>
                <a:gd name="connsiteY6" fmla="*/ 253467 h 253611"/>
                <a:gd name="connsiteX7" fmla="*/ 104531 w 129608"/>
                <a:gd name="connsiteY7" fmla="*/ 248994 h 253611"/>
                <a:gd name="connsiteX8" fmla="*/ 104531 w 129608"/>
                <a:gd name="connsiteY8" fmla="*/ 248994 h 253611"/>
                <a:gd name="connsiteX9" fmla="*/ 101494 w 129608"/>
                <a:gd name="connsiteY9" fmla="*/ 244670 h 253611"/>
                <a:gd name="connsiteX10" fmla="*/ 51525 w 129608"/>
                <a:gd name="connsiteY10" fmla="*/ 172040 h 25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08" h="253611">
                  <a:moveTo>
                    <a:pt x="51488" y="172003"/>
                  </a:moveTo>
                  <a:cubicBezTo>
                    <a:pt x="51488" y="133969"/>
                    <a:pt x="78751" y="102329"/>
                    <a:pt x="114866" y="95454"/>
                  </a:cubicBezTo>
                  <a:cubicBezTo>
                    <a:pt x="122978" y="93902"/>
                    <a:pt x="129609" y="85733"/>
                    <a:pt x="129609" y="77491"/>
                  </a:cubicBezTo>
                  <a:lnTo>
                    <a:pt x="129609" y="18463"/>
                  </a:lnTo>
                  <a:cubicBezTo>
                    <a:pt x="129609" y="6635"/>
                    <a:pt x="120015" y="-1645"/>
                    <a:pt x="108310" y="277"/>
                  </a:cubicBezTo>
                  <a:cubicBezTo>
                    <a:pt x="46858" y="10405"/>
                    <a:pt x="0" y="63704"/>
                    <a:pt x="0" y="127870"/>
                  </a:cubicBezTo>
                  <a:cubicBezTo>
                    <a:pt x="0" y="188673"/>
                    <a:pt x="42042" y="239643"/>
                    <a:pt x="98716" y="253467"/>
                  </a:cubicBezTo>
                  <a:cubicBezTo>
                    <a:pt x="101679" y="254206"/>
                    <a:pt x="104531" y="252025"/>
                    <a:pt x="104531" y="248994"/>
                  </a:cubicBezTo>
                  <a:lnTo>
                    <a:pt x="104531" y="248994"/>
                  </a:lnTo>
                  <a:cubicBezTo>
                    <a:pt x="104531" y="247073"/>
                    <a:pt x="103309" y="245372"/>
                    <a:pt x="101494" y="244670"/>
                  </a:cubicBezTo>
                  <a:cubicBezTo>
                    <a:pt x="72268" y="233397"/>
                    <a:pt x="51525" y="205158"/>
                    <a:pt x="51525" y="172040"/>
                  </a:cubicBezTo>
                  <a:close/>
                </a:path>
              </a:pathLst>
            </a:custGeom>
            <a:grpFill/>
            <a:ln w="3692"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B98DA85C-99EC-2067-7D55-B44C1C4D4B5A}"/>
                </a:ext>
              </a:extLst>
            </p:cNvPr>
            <p:cNvSpPr/>
            <p:nvPr/>
          </p:nvSpPr>
          <p:spPr>
            <a:xfrm>
              <a:off x="2779274" y="5459914"/>
              <a:ext cx="234362" cy="508006"/>
            </a:xfrm>
            <a:custGeom>
              <a:avLst/>
              <a:gdLst>
                <a:gd name="connsiteX0" fmla="*/ 234362 w 234362"/>
                <a:gd name="connsiteY0" fmla="*/ 255009 h 508006"/>
                <a:gd name="connsiteX1" fmla="*/ 21632 w 234362"/>
                <a:gd name="connsiteY1" fmla="*/ 341 h 508006"/>
                <a:gd name="connsiteX2" fmla="*/ 0 w 234362"/>
                <a:gd name="connsiteY2" fmla="*/ 18452 h 508006"/>
                <a:gd name="connsiteX3" fmla="*/ 0 w 234362"/>
                <a:gd name="connsiteY3" fmla="*/ 163047 h 508006"/>
                <a:gd name="connsiteX4" fmla="*/ 14076 w 234362"/>
                <a:gd name="connsiteY4" fmla="*/ 180863 h 508006"/>
                <a:gd name="connsiteX5" fmla="*/ 144055 w 234362"/>
                <a:gd name="connsiteY5" fmla="*/ 345085 h 508006"/>
                <a:gd name="connsiteX6" fmla="*/ 123830 w 234362"/>
                <a:gd name="connsiteY6" fmla="*/ 425108 h 508006"/>
                <a:gd name="connsiteX7" fmla="*/ 50599 w 234362"/>
                <a:gd name="connsiteY7" fmla="*/ 491528 h 508006"/>
                <a:gd name="connsiteX8" fmla="*/ 27966 w 234362"/>
                <a:gd name="connsiteY8" fmla="*/ 498625 h 508006"/>
                <a:gd name="connsiteX9" fmla="*/ 24262 w 234362"/>
                <a:gd name="connsiteY9" fmla="*/ 503245 h 508006"/>
                <a:gd name="connsiteX10" fmla="*/ 24262 w 234362"/>
                <a:gd name="connsiteY10" fmla="*/ 503245 h 508006"/>
                <a:gd name="connsiteX11" fmla="*/ 30004 w 234362"/>
                <a:gd name="connsiteY11" fmla="*/ 507902 h 508006"/>
                <a:gd name="connsiteX12" fmla="*/ 234362 w 234362"/>
                <a:gd name="connsiteY12" fmla="*/ 254972 h 50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362" h="508006">
                  <a:moveTo>
                    <a:pt x="234362" y="255009"/>
                  </a:moveTo>
                  <a:cubicBezTo>
                    <a:pt x="234362" y="127970"/>
                    <a:pt x="142610" y="22296"/>
                    <a:pt x="21632" y="341"/>
                  </a:cubicBezTo>
                  <a:cubicBezTo>
                    <a:pt x="9742" y="-1803"/>
                    <a:pt x="0" y="6402"/>
                    <a:pt x="0" y="18452"/>
                  </a:cubicBezTo>
                  <a:lnTo>
                    <a:pt x="0" y="163047"/>
                  </a:lnTo>
                  <a:cubicBezTo>
                    <a:pt x="0" y="170994"/>
                    <a:pt x="6334" y="179052"/>
                    <a:pt x="14076" y="180863"/>
                  </a:cubicBezTo>
                  <a:cubicBezTo>
                    <a:pt x="88604" y="198494"/>
                    <a:pt x="144055" y="265321"/>
                    <a:pt x="144055" y="345085"/>
                  </a:cubicBezTo>
                  <a:cubicBezTo>
                    <a:pt x="144055" y="374063"/>
                    <a:pt x="136721" y="401304"/>
                    <a:pt x="123830" y="425108"/>
                  </a:cubicBezTo>
                  <a:cubicBezTo>
                    <a:pt x="102679" y="461441"/>
                    <a:pt x="74157" y="480994"/>
                    <a:pt x="50599" y="491528"/>
                  </a:cubicBezTo>
                  <a:cubicBezTo>
                    <a:pt x="43302" y="494411"/>
                    <a:pt x="35745" y="496777"/>
                    <a:pt x="27966" y="498625"/>
                  </a:cubicBezTo>
                  <a:cubicBezTo>
                    <a:pt x="25818" y="499142"/>
                    <a:pt x="24262" y="501028"/>
                    <a:pt x="24262" y="503245"/>
                  </a:cubicBezTo>
                  <a:lnTo>
                    <a:pt x="24262" y="503245"/>
                  </a:lnTo>
                  <a:cubicBezTo>
                    <a:pt x="24262" y="506239"/>
                    <a:pt x="27040" y="508531"/>
                    <a:pt x="30004" y="507902"/>
                  </a:cubicBezTo>
                  <a:cubicBezTo>
                    <a:pt x="146833" y="482694"/>
                    <a:pt x="234362" y="379090"/>
                    <a:pt x="234362" y="254972"/>
                  </a:cubicBezTo>
                  <a:close/>
                </a:path>
              </a:pathLst>
            </a:custGeom>
            <a:grpFill/>
            <a:ln w="3692"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A5F2BED1-D9D7-89B2-80D5-0579BC77D2DD}"/>
                </a:ext>
              </a:extLst>
            </p:cNvPr>
            <p:cNvSpPr/>
            <p:nvPr/>
          </p:nvSpPr>
          <p:spPr>
            <a:xfrm>
              <a:off x="3210809" y="6013428"/>
              <a:ext cx="61822" cy="88376"/>
            </a:xfrm>
            <a:custGeom>
              <a:avLst/>
              <a:gdLst>
                <a:gd name="connsiteX0" fmla="*/ 0 w 61822"/>
                <a:gd name="connsiteY0" fmla="*/ 0 h 88376"/>
                <a:gd name="connsiteX1" fmla="*/ 61822 w 61822"/>
                <a:gd name="connsiteY1" fmla="*/ 0 h 88376"/>
                <a:gd name="connsiteX2" fmla="*/ 61822 w 61822"/>
                <a:gd name="connsiteY2" fmla="*/ 11828 h 88376"/>
                <a:gd name="connsiteX3" fmla="*/ 38227 w 61822"/>
                <a:gd name="connsiteY3" fmla="*/ 11828 h 88376"/>
                <a:gd name="connsiteX4" fmla="*/ 38227 w 61822"/>
                <a:gd name="connsiteY4" fmla="*/ 88376 h 88376"/>
                <a:gd name="connsiteX5" fmla="*/ 23707 w 61822"/>
                <a:gd name="connsiteY5" fmla="*/ 88376 h 88376"/>
                <a:gd name="connsiteX6" fmla="*/ 23707 w 61822"/>
                <a:gd name="connsiteY6" fmla="*/ 11828 h 88376"/>
                <a:gd name="connsiteX7" fmla="*/ 0 w 61822"/>
                <a:gd name="connsiteY7" fmla="*/ 11828 h 88376"/>
                <a:gd name="connsiteX8" fmla="*/ 0 w 61822"/>
                <a:gd name="connsiteY8" fmla="*/ 0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22" h="88376">
                  <a:moveTo>
                    <a:pt x="0" y="0"/>
                  </a:moveTo>
                  <a:lnTo>
                    <a:pt x="61822" y="0"/>
                  </a:lnTo>
                  <a:lnTo>
                    <a:pt x="61822" y="11828"/>
                  </a:lnTo>
                  <a:lnTo>
                    <a:pt x="38227" y="11828"/>
                  </a:lnTo>
                  <a:lnTo>
                    <a:pt x="38227" y="88376"/>
                  </a:lnTo>
                  <a:lnTo>
                    <a:pt x="23707" y="88376"/>
                  </a:lnTo>
                  <a:lnTo>
                    <a:pt x="23707" y="11828"/>
                  </a:lnTo>
                  <a:lnTo>
                    <a:pt x="0" y="11828"/>
                  </a:lnTo>
                  <a:lnTo>
                    <a:pt x="0" y="0"/>
                  </a:lnTo>
                  <a:close/>
                </a:path>
              </a:pathLst>
            </a:custGeom>
            <a:grpFill/>
            <a:ln w="3692"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115D7C4E-13B8-8723-EBAA-3A8D03868A5A}"/>
                </a:ext>
              </a:extLst>
            </p:cNvPr>
            <p:cNvSpPr/>
            <p:nvPr/>
          </p:nvSpPr>
          <p:spPr>
            <a:xfrm>
              <a:off x="3283707" y="6007735"/>
              <a:ext cx="64230" cy="94142"/>
            </a:xfrm>
            <a:custGeom>
              <a:avLst/>
              <a:gdLst>
                <a:gd name="connsiteX0" fmla="*/ 0 w 64230"/>
                <a:gd name="connsiteY0" fmla="*/ 0 h 94142"/>
                <a:gd name="connsiteX1" fmla="*/ 14520 w 64230"/>
                <a:gd name="connsiteY1" fmla="*/ 0 h 94142"/>
                <a:gd name="connsiteX2" fmla="*/ 14520 w 64230"/>
                <a:gd name="connsiteY2" fmla="*/ 32194 h 94142"/>
                <a:gd name="connsiteX3" fmla="*/ 36301 w 64230"/>
                <a:gd name="connsiteY3" fmla="*/ 22916 h 94142"/>
                <a:gd name="connsiteX4" fmla="*/ 64230 w 64230"/>
                <a:gd name="connsiteY4" fmla="*/ 52819 h 94142"/>
                <a:gd name="connsiteX5" fmla="*/ 64230 w 64230"/>
                <a:gd name="connsiteY5" fmla="*/ 94142 h 94142"/>
                <a:gd name="connsiteX6" fmla="*/ 49821 w 64230"/>
                <a:gd name="connsiteY6" fmla="*/ 94142 h 94142"/>
                <a:gd name="connsiteX7" fmla="*/ 49821 w 64230"/>
                <a:gd name="connsiteY7" fmla="*/ 54962 h 94142"/>
                <a:gd name="connsiteX8" fmla="*/ 32226 w 64230"/>
                <a:gd name="connsiteY8" fmla="*/ 35520 h 94142"/>
                <a:gd name="connsiteX9" fmla="*/ 14520 w 64230"/>
                <a:gd name="connsiteY9" fmla="*/ 54962 h 94142"/>
                <a:gd name="connsiteX10" fmla="*/ 14520 w 64230"/>
                <a:gd name="connsiteY10" fmla="*/ 94142 h 94142"/>
                <a:gd name="connsiteX11" fmla="*/ 0 w 64230"/>
                <a:gd name="connsiteY11" fmla="*/ 94142 h 94142"/>
                <a:gd name="connsiteX12" fmla="*/ 0 w 64230"/>
                <a:gd name="connsiteY12" fmla="*/ 37 h 9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0" h="94142">
                  <a:moveTo>
                    <a:pt x="0" y="0"/>
                  </a:moveTo>
                  <a:lnTo>
                    <a:pt x="14520" y="0"/>
                  </a:lnTo>
                  <a:lnTo>
                    <a:pt x="14520" y="32194"/>
                  </a:lnTo>
                  <a:cubicBezTo>
                    <a:pt x="19373" y="26354"/>
                    <a:pt x="27263" y="22916"/>
                    <a:pt x="36301" y="22916"/>
                  </a:cubicBezTo>
                  <a:cubicBezTo>
                    <a:pt x="51969" y="22916"/>
                    <a:pt x="64230" y="33229"/>
                    <a:pt x="64230" y="52819"/>
                  </a:cubicBezTo>
                  <a:lnTo>
                    <a:pt x="64230" y="94142"/>
                  </a:lnTo>
                  <a:lnTo>
                    <a:pt x="49821" y="94142"/>
                  </a:lnTo>
                  <a:lnTo>
                    <a:pt x="49821" y="54962"/>
                  </a:lnTo>
                  <a:cubicBezTo>
                    <a:pt x="49821" y="42100"/>
                    <a:pt x="42820" y="35520"/>
                    <a:pt x="32226" y="35520"/>
                  </a:cubicBezTo>
                  <a:cubicBezTo>
                    <a:pt x="21632" y="35520"/>
                    <a:pt x="14520" y="42137"/>
                    <a:pt x="14520" y="54962"/>
                  </a:cubicBezTo>
                  <a:lnTo>
                    <a:pt x="14520" y="94142"/>
                  </a:lnTo>
                  <a:lnTo>
                    <a:pt x="0" y="94142"/>
                  </a:lnTo>
                  <a:lnTo>
                    <a:pt x="0" y="37"/>
                  </a:lnTo>
                  <a:close/>
                </a:path>
              </a:pathLst>
            </a:custGeom>
            <a:grpFill/>
            <a:ln w="3692"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453D1684-04F6-72AA-FEC6-5F986324A47A}"/>
                </a:ext>
              </a:extLst>
            </p:cNvPr>
            <p:cNvSpPr/>
            <p:nvPr/>
          </p:nvSpPr>
          <p:spPr>
            <a:xfrm>
              <a:off x="3360420"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D0C6EE6D-0ACD-64BD-3B20-1CE207355CF8}"/>
                </a:ext>
              </a:extLst>
            </p:cNvPr>
            <p:cNvSpPr/>
            <p:nvPr/>
          </p:nvSpPr>
          <p:spPr>
            <a:xfrm>
              <a:off x="3474916" y="6012282"/>
              <a:ext cx="61896" cy="90445"/>
            </a:xfrm>
            <a:custGeom>
              <a:avLst/>
              <a:gdLst>
                <a:gd name="connsiteX0" fmla="*/ 31337 w 61896"/>
                <a:gd name="connsiteY0" fmla="*/ 90446 h 90445"/>
                <a:gd name="connsiteX1" fmla="*/ 0 w 61896"/>
                <a:gd name="connsiteY1" fmla="*/ 65127 h 90445"/>
                <a:gd name="connsiteX2" fmla="*/ 15558 w 61896"/>
                <a:gd name="connsiteY2" fmla="*/ 65127 h 90445"/>
                <a:gd name="connsiteX3" fmla="*/ 31374 w 61896"/>
                <a:gd name="connsiteY3" fmla="*/ 78211 h 90445"/>
                <a:gd name="connsiteX4" fmla="*/ 47302 w 61896"/>
                <a:gd name="connsiteY4" fmla="*/ 65238 h 90445"/>
                <a:gd name="connsiteX5" fmla="*/ 259 w 61896"/>
                <a:gd name="connsiteY5" fmla="*/ 25171 h 90445"/>
                <a:gd name="connsiteX6" fmla="*/ 30708 w 61896"/>
                <a:gd name="connsiteY6" fmla="*/ 0 h 90445"/>
                <a:gd name="connsiteX7" fmla="*/ 60934 w 61896"/>
                <a:gd name="connsiteY7" fmla="*/ 24025 h 90445"/>
                <a:gd name="connsiteX8" fmla="*/ 44857 w 61896"/>
                <a:gd name="connsiteY8" fmla="*/ 24025 h 90445"/>
                <a:gd name="connsiteX9" fmla="*/ 29930 w 61896"/>
                <a:gd name="connsiteY9" fmla="*/ 12308 h 90445"/>
                <a:gd name="connsiteX10" fmla="*/ 15002 w 61896"/>
                <a:gd name="connsiteY10" fmla="*/ 24654 h 90445"/>
                <a:gd name="connsiteX11" fmla="*/ 61897 w 61896"/>
                <a:gd name="connsiteY11" fmla="*/ 64462 h 90445"/>
                <a:gd name="connsiteX12" fmla="*/ 31300 w 61896"/>
                <a:gd name="connsiteY12" fmla="*/ 90409 h 9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896" h="90445">
                  <a:moveTo>
                    <a:pt x="31337" y="90446"/>
                  </a:moveTo>
                  <a:cubicBezTo>
                    <a:pt x="13631" y="90446"/>
                    <a:pt x="0" y="80762"/>
                    <a:pt x="0" y="65127"/>
                  </a:cubicBezTo>
                  <a:lnTo>
                    <a:pt x="15558" y="65127"/>
                  </a:lnTo>
                  <a:cubicBezTo>
                    <a:pt x="16187" y="72372"/>
                    <a:pt x="21299" y="78211"/>
                    <a:pt x="31374" y="78211"/>
                  </a:cubicBezTo>
                  <a:cubicBezTo>
                    <a:pt x="41450" y="78211"/>
                    <a:pt x="47302" y="72741"/>
                    <a:pt x="47302" y="65238"/>
                  </a:cubicBezTo>
                  <a:cubicBezTo>
                    <a:pt x="47302" y="43874"/>
                    <a:pt x="259" y="57735"/>
                    <a:pt x="259" y="25171"/>
                  </a:cubicBezTo>
                  <a:cubicBezTo>
                    <a:pt x="259" y="9647"/>
                    <a:pt x="12631" y="0"/>
                    <a:pt x="30708" y="0"/>
                  </a:cubicBezTo>
                  <a:cubicBezTo>
                    <a:pt x="47673" y="0"/>
                    <a:pt x="59637" y="8908"/>
                    <a:pt x="60934" y="24025"/>
                  </a:cubicBezTo>
                  <a:lnTo>
                    <a:pt x="44857" y="24025"/>
                  </a:lnTo>
                  <a:cubicBezTo>
                    <a:pt x="44339" y="18037"/>
                    <a:pt x="39116" y="12567"/>
                    <a:pt x="29930" y="12308"/>
                  </a:cubicBezTo>
                  <a:cubicBezTo>
                    <a:pt x="21521" y="12050"/>
                    <a:pt x="15002" y="16115"/>
                    <a:pt x="15002" y="24654"/>
                  </a:cubicBezTo>
                  <a:cubicBezTo>
                    <a:pt x="15002" y="44613"/>
                    <a:pt x="61897" y="32157"/>
                    <a:pt x="61897" y="64462"/>
                  </a:cubicBezTo>
                  <a:cubicBezTo>
                    <a:pt x="61897" y="77694"/>
                    <a:pt x="51080" y="90409"/>
                    <a:pt x="31300" y="90409"/>
                  </a:cubicBezTo>
                  <a:close/>
                </a:path>
              </a:pathLst>
            </a:custGeom>
            <a:grpFill/>
            <a:ln w="3692"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6F42E420-2B62-569A-6BA3-C5FE2BE80723}"/>
                </a:ext>
              </a:extLst>
            </p:cNvPr>
            <p:cNvSpPr/>
            <p:nvPr/>
          </p:nvSpPr>
          <p:spPr>
            <a:xfrm>
              <a:off x="3552073" y="6030615"/>
              <a:ext cx="72008" cy="104565"/>
            </a:xfrm>
            <a:custGeom>
              <a:avLst/>
              <a:gdLst>
                <a:gd name="connsiteX0" fmla="*/ 39005 w 72008"/>
                <a:gd name="connsiteY0" fmla="*/ 0 h 104565"/>
                <a:gd name="connsiteX1" fmla="*/ 72009 w 72008"/>
                <a:gd name="connsiteY1" fmla="*/ 35853 h 104565"/>
                <a:gd name="connsiteX2" fmla="*/ 39005 w 72008"/>
                <a:gd name="connsiteY2" fmla="*/ 72372 h 104565"/>
                <a:gd name="connsiteX3" fmla="*/ 14520 w 72008"/>
                <a:gd name="connsiteY3" fmla="*/ 61061 h 104565"/>
                <a:gd name="connsiteX4" fmla="*/ 14520 w 72008"/>
                <a:gd name="connsiteY4" fmla="*/ 104565 h 104565"/>
                <a:gd name="connsiteX5" fmla="*/ 0 w 72008"/>
                <a:gd name="connsiteY5" fmla="*/ 104565 h 104565"/>
                <a:gd name="connsiteX6" fmla="*/ 0 w 72008"/>
                <a:gd name="connsiteY6" fmla="*/ 1183 h 104565"/>
                <a:gd name="connsiteX7" fmla="*/ 14520 w 72008"/>
                <a:gd name="connsiteY7" fmla="*/ 1183 h 104565"/>
                <a:gd name="connsiteX8" fmla="*/ 14520 w 72008"/>
                <a:gd name="connsiteY8" fmla="*/ 11495 h 104565"/>
                <a:gd name="connsiteX9" fmla="*/ 39005 w 72008"/>
                <a:gd name="connsiteY9" fmla="*/ 37 h 104565"/>
                <a:gd name="connsiteX10" fmla="*/ 35819 w 72008"/>
                <a:gd name="connsiteY10" fmla="*/ 12604 h 104565"/>
                <a:gd name="connsiteX11" fmla="*/ 14520 w 72008"/>
                <a:gd name="connsiteY11" fmla="*/ 36149 h 104565"/>
                <a:gd name="connsiteX12" fmla="*/ 35819 w 72008"/>
                <a:gd name="connsiteY12" fmla="*/ 59804 h 104565"/>
                <a:gd name="connsiteX13" fmla="*/ 57229 w 72008"/>
                <a:gd name="connsiteY13" fmla="*/ 35890 h 104565"/>
                <a:gd name="connsiteX14" fmla="*/ 35819 w 72008"/>
                <a:gd name="connsiteY14" fmla="*/ 12604 h 10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008" h="104565">
                  <a:moveTo>
                    <a:pt x="39005" y="0"/>
                  </a:moveTo>
                  <a:cubicBezTo>
                    <a:pt x="57489" y="0"/>
                    <a:pt x="72009" y="14230"/>
                    <a:pt x="72009" y="35853"/>
                  </a:cubicBezTo>
                  <a:cubicBezTo>
                    <a:pt x="72009" y="57476"/>
                    <a:pt x="57489" y="72372"/>
                    <a:pt x="39005" y="72372"/>
                  </a:cubicBezTo>
                  <a:cubicBezTo>
                    <a:pt x="27411" y="72372"/>
                    <a:pt x="19113" y="66532"/>
                    <a:pt x="14520" y="61061"/>
                  </a:cubicBezTo>
                  <a:lnTo>
                    <a:pt x="14520" y="104565"/>
                  </a:lnTo>
                  <a:lnTo>
                    <a:pt x="0" y="104565"/>
                  </a:lnTo>
                  <a:lnTo>
                    <a:pt x="0" y="1183"/>
                  </a:lnTo>
                  <a:lnTo>
                    <a:pt x="14520" y="1183"/>
                  </a:lnTo>
                  <a:lnTo>
                    <a:pt x="14520" y="11495"/>
                  </a:lnTo>
                  <a:cubicBezTo>
                    <a:pt x="18965" y="5655"/>
                    <a:pt x="27522" y="37"/>
                    <a:pt x="39005" y="37"/>
                  </a:cubicBezTo>
                  <a:close/>
                  <a:moveTo>
                    <a:pt x="35819" y="12604"/>
                  </a:moveTo>
                  <a:cubicBezTo>
                    <a:pt x="25003" y="12604"/>
                    <a:pt x="14520" y="21142"/>
                    <a:pt x="14520" y="36149"/>
                  </a:cubicBezTo>
                  <a:cubicBezTo>
                    <a:pt x="14520" y="51155"/>
                    <a:pt x="24966" y="59804"/>
                    <a:pt x="35819" y="59804"/>
                  </a:cubicBezTo>
                  <a:cubicBezTo>
                    <a:pt x="46672" y="59804"/>
                    <a:pt x="57229" y="51044"/>
                    <a:pt x="57229" y="35890"/>
                  </a:cubicBezTo>
                  <a:cubicBezTo>
                    <a:pt x="57229" y="20736"/>
                    <a:pt x="46784" y="12604"/>
                    <a:pt x="35819" y="12604"/>
                  </a:cubicBezTo>
                  <a:close/>
                </a:path>
              </a:pathLst>
            </a:custGeom>
            <a:grpFill/>
            <a:ln w="3692"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529C9E47-4B19-461E-78B5-528BE4648503}"/>
                </a:ext>
              </a:extLst>
            </p:cNvPr>
            <p:cNvSpPr/>
            <p:nvPr/>
          </p:nvSpPr>
          <p:spPr>
            <a:xfrm>
              <a:off x="363319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2C0E50E7-F709-225C-A8B9-7A3ED5CFF457}"/>
                </a:ext>
              </a:extLst>
            </p:cNvPr>
            <p:cNvSpPr/>
            <p:nvPr/>
          </p:nvSpPr>
          <p:spPr>
            <a:xfrm>
              <a:off x="3711463" y="6030615"/>
              <a:ext cx="66786" cy="72408"/>
            </a:xfrm>
            <a:custGeom>
              <a:avLst/>
              <a:gdLst>
                <a:gd name="connsiteX0" fmla="*/ 34412 w 66786"/>
                <a:gd name="connsiteY0" fmla="*/ 0 h 72408"/>
                <a:gd name="connsiteX1" fmla="*/ 66786 w 66786"/>
                <a:gd name="connsiteY1" fmla="*/ 23286 h 72408"/>
                <a:gd name="connsiteX2" fmla="*/ 51118 w 66786"/>
                <a:gd name="connsiteY2" fmla="*/ 23286 h 72408"/>
                <a:gd name="connsiteX3" fmla="*/ 34412 w 66786"/>
                <a:gd name="connsiteY3" fmla="*/ 12234 h 72408"/>
                <a:gd name="connsiteX4" fmla="*/ 14928 w 66786"/>
                <a:gd name="connsiteY4" fmla="*/ 36149 h 72408"/>
                <a:gd name="connsiteX5" fmla="*/ 34412 w 66786"/>
                <a:gd name="connsiteY5" fmla="*/ 60174 h 72408"/>
                <a:gd name="connsiteX6" fmla="*/ 51118 w 66786"/>
                <a:gd name="connsiteY6" fmla="*/ 49122 h 72408"/>
                <a:gd name="connsiteX7" fmla="*/ 66786 w 66786"/>
                <a:gd name="connsiteY7" fmla="*/ 49122 h 72408"/>
                <a:gd name="connsiteX8" fmla="*/ 34412 w 66786"/>
                <a:gd name="connsiteY8" fmla="*/ 72408 h 72408"/>
                <a:gd name="connsiteX9" fmla="*/ 0 w 66786"/>
                <a:gd name="connsiteY9" fmla="*/ 36149 h 72408"/>
                <a:gd name="connsiteX10" fmla="*/ 34412 w 66786"/>
                <a:gd name="connsiteY10" fmla="*/ 37 h 7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86" h="72408">
                  <a:moveTo>
                    <a:pt x="34412" y="0"/>
                  </a:moveTo>
                  <a:cubicBezTo>
                    <a:pt x="51599" y="0"/>
                    <a:pt x="62823" y="8501"/>
                    <a:pt x="66786" y="23286"/>
                  </a:cubicBezTo>
                  <a:lnTo>
                    <a:pt x="51118" y="23286"/>
                  </a:lnTo>
                  <a:cubicBezTo>
                    <a:pt x="48710" y="16559"/>
                    <a:pt x="43079" y="12234"/>
                    <a:pt x="34412" y="12234"/>
                  </a:cubicBezTo>
                  <a:cubicBezTo>
                    <a:pt x="22670" y="12234"/>
                    <a:pt x="14928" y="20884"/>
                    <a:pt x="14928" y="36149"/>
                  </a:cubicBezTo>
                  <a:cubicBezTo>
                    <a:pt x="14928" y="51414"/>
                    <a:pt x="22707" y="60174"/>
                    <a:pt x="34412" y="60174"/>
                  </a:cubicBezTo>
                  <a:cubicBezTo>
                    <a:pt x="43079" y="60174"/>
                    <a:pt x="48413" y="56367"/>
                    <a:pt x="51118" y="49122"/>
                  </a:cubicBezTo>
                  <a:lnTo>
                    <a:pt x="66786" y="49122"/>
                  </a:lnTo>
                  <a:cubicBezTo>
                    <a:pt x="62823" y="62872"/>
                    <a:pt x="51636" y="72408"/>
                    <a:pt x="34412" y="72408"/>
                  </a:cubicBezTo>
                  <a:cubicBezTo>
                    <a:pt x="14261" y="72408"/>
                    <a:pt x="0" y="58178"/>
                    <a:pt x="0" y="36149"/>
                  </a:cubicBezTo>
                  <a:cubicBezTo>
                    <a:pt x="0" y="14119"/>
                    <a:pt x="14261" y="37"/>
                    <a:pt x="34412" y="37"/>
                  </a:cubicBezTo>
                  <a:close/>
                </a:path>
              </a:pathLst>
            </a:custGeom>
            <a:grpFill/>
            <a:ln w="3692"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61CFA517-6768-2088-241D-A15A8A896940}"/>
                </a:ext>
              </a:extLst>
            </p:cNvPr>
            <p:cNvSpPr/>
            <p:nvPr/>
          </p:nvSpPr>
          <p:spPr>
            <a:xfrm>
              <a:off x="3789066" y="6003891"/>
              <a:ext cx="18483" cy="97949"/>
            </a:xfrm>
            <a:custGeom>
              <a:avLst/>
              <a:gdLst>
                <a:gd name="connsiteX0" fmla="*/ 0 w 18483"/>
                <a:gd name="connsiteY0" fmla="*/ 9277 h 97949"/>
                <a:gd name="connsiteX1" fmla="*/ 9297 w 18483"/>
                <a:gd name="connsiteY1" fmla="*/ 0 h 97949"/>
                <a:gd name="connsiteX2" fmla="*/ 18484 w 18483"/>
                <a:gd name="connsiteY2" fmla="*/ 9277 h 97949"/>
                <a:gd name="connsiteX3" fmla="*/ 9297 w 18483"/>
                <a:gd name="connsiteY3" fmla="*/ 18555 h 97949"/>
                <a:gd name="connsiteX4" fmla="*/ 0 w 18483"/>
                <a:gd name="connsiteY4" fmla="*/ 9277 h 97949"/>
                <a:gd name="connsiteX5" fmla="*/ 1926 w 18483"/>
                <a:gd name="connsiteY5" fmla="*/ 27869 h 97949"/>
                <a:gd name="connsiteX6" fmla="*/ 16446 w 18483"/>
                <a:gd name="connsiteY6" fmla="*/ 27869 h 97949"/>
                <a:gd name="connsiteX7" fmla="*/ 16446 w 18483"/>
                <a:gd name="connsiteY7" fmla="*/ 97949 h 97949"/>
                <a:gd name="connsiteX8" fmla="*/ 1926 w 18483"/>
                <a:gd name="connsiteY8" fmla="*/ 97949 h 97949"/>
                <a:gd name="connsiteX9" fmla="*/ 1926 w 18483"/>
                <a:gd name="connsiteY9" fmla="*/ 27869 h 97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83" h="97949">
                  <a:moveTo>
                    <a:pt x="0" y="9277"/>
                  </a:moveTo>
                  <a:cubicBezTo>
                    <a:pt x="0" y="4066"/>
                    <a:pt x="4075" y="0"/>
                    <a:pt x="9297" y="0"/>
                  </a:cubicBezTo>
                  <a:cubicBezTo>
                    <a:pt x="14520" y="0"/>
                    <a:pt x="18484" y="4066"/>
                    <a:pt x="18484" y="9277"/>
                  </a:cubicBezTo>
                  <a:cubicBezTo>
                    <a:pt x="18484" y="14489"/>
                    <a:pt x="14409" y="18555"/>
                    <a:pt x="9297" y="18555"/>
                  </a:cubicBezTo>
                  <a:cubicBezTo>
                    <a:pt x="4186" y="18555"/>
                    <a:pt x="0" y="14489"/>
                    <a:pt x="0" y="9277"/>
                  </a:cubicBezTo>
                  <a:close/>
                  <a:moveTo>
                    <a:pt x="1926" y="27869"/>
                  </a:moveTo>
                  <a:lnTo>
                    <a:pt x="16446" y="27869"/>
                  </a:lnTo>
                  <a:lnTo>
                    <a:pt x="16446" y="97949"/>
                  </a:lnTo>
                  <a:lnTo>
                    <a:pt x="1926" y="97949"/>
                  </a:lnTo>
                  <a:lnTo>
                    <a:pt x="1926" y="27869"/>
                  </a:lnTo>
                  <a:close/>
                </a:path>
              </a:pathLst>
            </a:custGeom>
            <a:grpFill/>
            <a:ln w="3692"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DD549D2B-6FB5-7CFB-59E8-81F0F5059F9E}"/>
                </a:ext>
              </a:extLst>
            </p:cNvPr>
            <p:cNvSpPr/>
            <p:nvPr/>
          </p:nvSpPr>
          <p:spPr>
            <a:xfrm>
              <a:off x="3818328"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4D14A19E-7265-60D3-52F7-3A8E0A50E8A3}"/>
                </a:ext>
              </a:extLst>
            </p:cNvPr>
            <p:cNvSpPr/>
            <p:nvPr/>
          </p:nvSpPr>
          <p:spPr>
            <a:xfrm>
              <a:off x="3907969"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93A329E9-B18D-5BD5-7F20-17E67289BB05}"/>
                </a:ext>
              </a:extLst>
            </p:cNvPr>
            <p:cNvSpPr/>
            <p:nvPr/>
          </p:nvSpPr>
          <p:spPr>
            <a:xfrm>
              <a:off x="3933935"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5C95B42E-0A94-D1B2-592D-1FB9483C3246}"/>
                </a:ext>
              </a:extLst>
            </p:cNvPr>
            <p:cNvSpPr/>
            <p:nvPr/>
          </p:nvSpPr>
          <p:spPr>
            <a:xfrm>
              <a:off x="3980460" y="6031761"/>
              <a:ext cx="71527" cy="103013"/>
            </a:xfrm>
            <a:custGeom>
              <a:avLst/>
              <a:gdLst>
                <a:gd name="connsiteX0" fmla="*/ 56488 w 71527"/>
                <a:gd name="connsiteY0" fmla="*/ 0 h 103013"/>
                <a:gd name="connsiteX1" fmla="*/ 71527 w 71527"/>
                <a:gd name="connsiteY1" fmla="*/ 0 h 103013"/>
                <a:gd name="connsiteX2" fmla="*/ 28448 w 71527"/>
                <a:gd name="connsiteY2" fmla="*/ 103013 h 103013"/>
                <a:gd name="connsiteX3" fmla="*/ 13409 w 71527"/>
                <a:gd name="connsiteY3" fmla="*/ 103013 h 103013"/>
                <a:gd name="connsiteX4" fmla="*/ 27670 w 71527"/>
                <a:gd name="connsiteY4" fmla="*/ 68934 h 103013"/>
                <a:gd name="connsiteX5" fmla="*/ 0 w 71527"/>
                <a:gd name="connsiteY5" fmla="*/ 0 h 103013"/>
                <a:gd name="connsiteX6" fmla="*/ 16187 w 71527"/>
                <a:gd name="connsiteY6" fmla="*/ 0 h 103013"/>
                <a:gd name="connsiteX7" fmla="*/ 35930 w 71527"/>
                <a:gd name="connsiteY7" fmla="*/ 53410 h 103013"/>
                <a:gd name="connsiteX8" fmla="*/ 56451 w 71527"/>
                <a:gd name="connsiteY8" fmla="*/ 0 h 10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 h="103013">
                  <a:moveTo>
                    <a:pt x="56488" y="0"/>
                  </a:moveTo>
                  <a:lnTo>
                    <a:pt x="71527" y="0"/>
                  </a:lnTo>
                  <a:lnTo>
                    <a:pt x="28448" y="103013"/>
                  </a:lnTo>
                  <a:lnTo>
                    <a:pt x="13409" y="103013"/>
                  </a:lnTo>
                  <a:lnTo>
                    <a:pt x="27670" y="68934"/>
                  </a:lnTo>
                  <a:lnTo>
                    <a:pt x="0" y="0"/>
                  </a:lnTo>
                  <a:lnTo>
                    <a:pt x="16187" y="0"/>
                  </a:lnTo>
                  <a:lnTo>
                    <a:pt x="35930" y="53410"/>
                  </a:lnTo>
                  <a:lnTo>
                    <a:pt x="56451" y="0"/>
                  </a:lnTo>
                  <a:close/>
                </a:path>
              </a:pathLst>
            </a:custGeom>
            <a:grpFill/>
            <a:ln w="3692"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8C3107DD-B894-67CE-7D25-F8BDC8A2E1E8}"/>
                </a:ext>
              </a:extLst>
            </p:cNvPr>
            <p:cNvSpPr/>
            <p:nvPr/>
          </p:nvSpPr>
          <p:spPr>
            <a:xfrm>
              <a:off x="4091251" y="6012282"/>
              <a:ext cx="86380" cy="90298"/>
            </a:xfrm>
            <a:custGeom>
              <a:avLst/>
              <a:gdLst>
                <a:gd name="connsiteX0" fmla="*/ 45228 w 86380"/>
                <a:gd name="connsiteY0" fmla="*/ 0 h 90298"/>
                <a:gd name="connsiteX1" fmla="*/ 86381 w 86380"/>
                <a:gd name="connsiteY1" fmla="*/ 26576 h 90298"/>
                <a:gd name="connsiteX2" fmla="*/ 68934 w 86380"/>
                <a:gd name="connsiteY2" fmla="*/ 26576 h 90298"/>
                <a:gd name="connsiteX3" fmla="*/ 45228 w 86380"/>
                <a:gd name="connsiteY3" fmla="*/ 12715 h 90298"/>
                <a:gd name="connsiteX4" fmla="*/ 14891 w 86380"/>
                <a:gd name="connsiteY4" fmla="*/ 45131 h 90298"/>
                <a:gd name="connsiteX5" fmla="*/ 45228 w 86380"/>
                <a:gd name="connsiteY5" fmla="*/ 77694 h 90298"/>
                <a:gd name="connsiteX6" fmla="*/ 68934 w 86380"/>
                <a:gd name="connsiteY6" fmla="*/ 63833 h 90298"/>
                <a:gd name="connsiteX7" fmla="*/ 86381 w 86380"/>
                <a:gd name="connsiteY7" fmla="*/ 63833 h 90298"/>
                <a:gd name="connsiteX8" fmla="*/ 45228 w 86380"/>
                <a:gd name="connsiteY8" fmla="*/ 90298 h 90298"/>
                <a:gd name="connsiteX9" fmla="*/ 0 w 86380"/>
                <a:gd name="connsiteY9" fmla="*/ 45168 h 90298"/>
                <a:gd name="connsiteX10" fmla="*/ 45228 w 86380"/>
                <a:gd name="connsiteY10" fmla="*/ 37 h 9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 h="90298">
                  <a:moveTo>
                    <a:pt x="45228" y="0"/>
                  </a:moveTo>
                  <a:cubicBezTo>
                    <a:pt x="63712" y="0"/>
                    <a:pt x="79640" y="9277"/>
                    <a:pt x="86381" y="26576"/>
                  </a:cubicBezTo>
                  <a:lnTo>
                    <a:pt x="68934" y="26576"/>
                  </a:lnTo>
                  <a:cubicBezTo>
                    <a:pt x="64230" y="17150"/>
                    <a:pt x="55822" y="12715"/>
                    <a:pt x="45228" y="12715"/>
                  </a:cubicBezTo>
                  <a:cubicBezTo>
                    <a:pt x="27633" y="12715"/>
                    <a:pt x="14891" y="25171"/>
                    <a:pt x="14891" y="45131"/>
                  </a:cubicBezTo>
                  <a:cubicBezTo>
                    <a:pt x="14891" y="65090"/>
                    <a:pt x="27633" y="77694"/>
                    <a:pt x="45228" y="77694"/>
                  </a:cubicBezTo>
                  <a:cubicBezTo>
                    <a:pt x="55822" y="77694"/>
                    <a:pt x="64230" y="73259"/>
                    <a:pt x="68934" y="63833"/>
                  </a:cubicBezTo>
                  <a:lnTo>
                    <a:pt x="86381" y="63833"/>
                  </a:lnTo>
                  <a:cubicBezTo>
                    <a:pt x="79640" y="81132"/>
                    <a:pt x="63712" y="90298"/>
                    <a:pt x="45228" y="90298"/>
                  </a:cubicBezTo>
                  <a:cubicBezTo>
                    <a:pt x="20262" y="90298"/>
                    <a:pt x="0" y="71743"/>
                    <a:pt x="0" y="45168"/>
                  </a:cubicBezTo>
                  <a:cubicBezTo>
                    <a:pt x="0" y="18592"/>
                    <a:pt x="20262" y="37"/>
                    <a:pt x="45228" y="37"/>
                  </a:cubicBezTo>
                  <a:close/>
                </a:path>
              </a:pathLst>
            </a:custGeom>
            <a:grpFill/>
            <a:ln w="3692" cap="flat">
              <a:no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DFCEEDE6-67E5-CD8E-2851-E07F19C00522}"/>
                </a:ext>
              </a:extLst>
            </p:cNvPr>
            <p:cNvSpPr/>
            <p:nvPr/>
          </p:nvSpPr>
          <p:spPr>
            <a:xfrm>
              <a:off x="4187300"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8" y="72372"/>
                    <a:pt x="0" y="57476"/>
                    <a:pt x="0" y="35853"/>
                  </a:cubicBezTo>
                  <a:cubicBezTo>
                    <a:pt x="0" y="14230"/>
                    <a:pt x="14668"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94EBDB0D-721A-EBF1-FA04-E6C403D8A755}"/>
                </a:ext>
              </a:extLst>
            </p:cNvPr>
            <p:cNvSpPr/>
            <p:nvPr/>
          </p:nvSpPr>
          <p:spPr>
            <a:xfrm>
              <a:off x="4274422" y="6030615"/>
              <a:ext cx="35559" cy="71225"/>
            </a:xfrm>
            <a:custGeom>
              <a:avLst/>
              <a:gdLst>
                <a:gd name="connsiteX0" fmla="*/ 14520 w 35559"/>
                <a:gd name="connsiteY0" fmla="*/ 71226 h 71225"/>
                <a:gd name="connsiteX1" fmla="*/ 0 w 35559"/>
                <a:gd name="connsiteY1" fmla="*/ 71226 h 71225"/>
                <a:gd name="connsiteX2" fmla="*/ 0 w 35559"/>
                <a:gd name="connsiteY2" fmla="*/ 1146 h 71225"/>
                <a:gd name="connsiteX3" fmla="*/ 14520 w 35559"/>
                <a:gd name="connsiteY3" fmla="*/ 1146 h 71225"/>
                <a:gd name="connsiteX4" fmla="*/ 14520 w 35559"/>
                <a:gd name="connsiteY4" fmla="*/ 11310 h 71225"/>
                <a:gd name="connsiteX5" fmla="*/ 35560 w 35559"/>
                <a:gd name="connsiteY5" fmla="*/ 0 h 71225"/>
                <a:gd name="connsiteX6" fmla="*/ 35560 w 35559"/>
                <a:gd name="connsiteY6" fmla="*/ 15007 h 71225"/>
                <a:gd name="connsiteX7" fmla="*/ 31856 w 35559"/>
                <a:gd name="connsiteY7" fmla="*/ 15007 h 71225"/>
                <a:gd name="connsiteX8" fmla="*/ 14520 w 35559"/>
                <a:gd name="connsiteY8" fmla="*/ 34338 h 71225"/>
                <a:gd name="connsiteX9" fmla="*/ 14520 w 35559"/>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59"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60D315A6-41B8-B572-0062-B5D9D5177D13}"/>
                </a:ext>
              </a:extLst>
            </p:cNvPr>
            <p:cNvSpPr/>
            <p:nvPr/>
          </p:nvSpPr>
          <p:spPr>
            <a:xfrm>
              <a:off x="431583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0 w 69193"/>
                <a:gd name="connsiteY8" fmla="*/ 50342 h 72371"/>
                <a:gd name="connsiteX9" fmla="*/ 34967 w 69193"/>
                <a:gd name="connsiteY9" fmla="*/ 72335 h 72371"/>
                <a:gd name="connsiteX10" fmla="*/ 15150 w 69193"/>
                <a:gd name="connsiteY10" fmla="*/ 29865 h 72371"/>
                <a:gd name="connsiteX11" fmla="*/ 54007 w 69193"/>
                <a:gd name="connsiteY11" fmla="*/ 29865 h 72371"/>
                <a:gd name="connsiteX12" fmla="*/ 34375 w 69193"/>
                <a:gd name="connsiteY12" fmla="*/ 12197 h 72371"/>
                <a:gd name="connsiteX13" fmla="*/ 15113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83" y="39143"/>
                    <a:pt x="68675" y="41582"/>
                  </a:cubicBezTo>
                  <a:lnTo>
                    <a:pt x="15002" y="41582"/>
                  </a:lnTo>
                  <a:cubicBezTo>
                    <a:pt x="16039" y="53151"/>
                    <a:pt x="24299" y="60137"/>
                    <a:pt x="35004" y="60137"/>
                  </a:cubicBezTo>
                  <a:cubicBezTo>
                    <a:pt x="43931" y="60137"/>
                    <a:pt x="48895" y="55813"/>
                    <a:pt x="51562" y="50342"/>
                  </a:cubicBezTo>
                  <a:lnTo>
                    <a:pt x="67230" y="50342"/>
                  </a:lnTo>
                  <a:cubicBezTo>
                    <a:pt x="63267" y="62540"/>
                    <a:pt x="52192" y="72335"/>
                    <a:pt x="34967" y="72335"/>
                  </a:cubicBezTo>
                  <a:close/>
                  <a:moveTo>
                    <a:pt x="15150" y="29865"/>
                  </a:moveTo>
                  <a:lnTo>
                    <a:pt x="54007" y="29865"/>
                  </a:lnTo>
                  <a:cubicBezTo>
                    <a:pt x="53747" y="19072"/>
                    <a:pt x="45228" y="12197"/>
                    <a:pt x="34375" y="12197"/>
                  </a:cubicBezTo>
                  <a:cubicBezTo>
                    <a:pt x="24559" y="12197"/>
                    <a:pt x="16669" y="18814"/>
                    <a:pt x="15113" y="29865"/>
                  </a:cubicBezTo>
                  <a:close/>
                </a:path>
              </a:pathLst>
            </a:custGeom>
            <a:grpFill/>
            <a:ln w="3692"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15C928F9-978B-4A03-8820-AF604258C39F}"/>
                </a:ext>
              </a:extLst>
            </p:cNvPr>
            <p:cNvSpPr/>
            <p:nvPr/>
          </p:nvSpPr>
          <p:spPr>
            <a:xfrm>
              <a:off x="4432442" y="6013428"/>
              <a:ext cx="61933" cy="88376"/>
            </a:xfrm>
            <a:custGeom>
              <a:avLst/>
              <a:gdLst>
                <a:gd name="connsiteX0" fmla="*/ 30596 w 61933"/>
                <a:gd name="connsiteY0" fmla="*/ 52523 h 88376"/>
                <a:gd name="connsiteX1" fmla="*/ 14520 w 61933"/>
                <a:gd name="connsiteY1" fmla="*/ 52523 h 88376"/>
                <a:gd name="connsiteX2" fmla="*/ 14520 w 61933"/>
                <a:gd name="connsiteY2" fmla="*/ 88376 h 88376"/>
                <a:gd name="connsiteX3" fmla="*/ 0 w 61933"/>
                <a:gd name="connsiteY3" fmla="*/ 88376 h 88376"/>
                <a:gd name="connsiteX4" fmla="*/ 0 w 61933"/>
                <a:gd name="connsiteY4" fmla="*/ 0 h 88376"/>
                <a:gd name="connsiteX5" fmla="*/ 30596 w 61933"/>
                <a:gd name="connsiteY5" fmla="*/ 0 h 88376"/>
                <a:gd name="connsiteX6" fmla="*/ 61933 w 61933"/>
                <a:gd name="connsiteY6" fmla="*/ 26317 h 88376"/>
                <a:gd name="connsiteX7" fmla="*/ 30596 w 61933"/>
                <a:gd name="connsiteY7" fmla="*/ 52523 h 88376"/>
                <a:gd name="connsiteX8" fmla="*/ 30596 w 61933"/>
                <a:gd name="connsiteY8" fmla="*/ 40695 h 88376"/>
                <a:gd name="connsiteX9" fmla="*/ 47043 w 61933"/>
                <a:gd name="connsiteY9" fmla="*/ 26317 h 88376"/>
                <a:gd name="connsiteX10" fmla="*/ 30596 w 61933"/>
                <a:gd name="connsiteY10" fmla="*/ 11828 h 88376"/>
                <a:gd name="connsiteX11" fmla="*/ 14520 w 61933"/>
                <a:gd name="connsiteY11" fmla="*/ 11828 h 88376"/>
                <a:gd name="connsiteX12" fmla="*/ 14520 w 61933"/>
                <a:gd name="connsiteY12" fmla="*/ 40695 h 88376"/>
                <a:gd name="connsiteX13" fmla="*/ 30596 w 61933"/>
                <a:gd name="connsiteY13" fmla="*/ 40695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933" h="88376">
                  <a:moveTo>
                    <a:pt x="30596" y="52523"/>
                  </a:moveTo>
                  <a:lnTo>
                    <a:pt x="14520" y="52523"/>
                  </a:lnTo>
                  <a:lnTo>
                    <a:pt x="14520" y="88376"/>
                  </a:lnTo>
                  <a:lnTo>
                    <a:pt x="0" y="88376"/>
                  </a:lnTo>
                  <a:lnTo>
                    <a:pt x="0" y="0"/>
                  </a:lnTo>
                  <a:lnTo>
                    <a:pt x="30596" y="0"/>
                  </a:lnTo>
                  <a:cubicBezTo>
                    <a:pt x="51636" y="0"/>
                    <a:pt x="61933" y="11939"/>
                    <a:pt x="61933" y="26317"/>
                  </a:cubicBezTo>
                  <a:cubicBezTo>
                    <a:pt x="61933" y="38921"/>
                    <a:pt x="53636" y="52523"/>
                    <a:pt x="30596" y="52523"/>
                  </a:cubicBezTo>
                  <a:close/>
                  <a:moveTo>
                    <a:pt x="30596" y="40695"/>
                  </a:moveTo>
                  <a:cubicBezTo>
                    <a:pt x="41931" y="40695"/>
                    <a:pt x="47043" y="35225"/>
                    <a:pt x="47043" y="26317"/>
                  </a:cubicBezTo>
                  <a:cubicBezTo>
                    <a:pt x="47043" y="17409"/>
                    <a:pt x="41931" y="11828"/>
                    <a:pt x="30596" y="11828"/>
                  </a:cubicBezTo>
                  <a:lnTo>
                    <a:pt x="14520" y="11828"/>
                  </a:lnTo>
                  <a:lnTo>
                    <a:pt x="14520" y="40695"/>
                  </a:lnTo>
                  <a:lnTo>
                    <a:pt x="30596" y="40695"/>
                  </a:lnTo>
                  <a:close/>
                </a:path>
              </a:pathLst>
            </a:custGeom>
            <a:grpFill/>
            <a:ln w="3692"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895891BB-224B-7EB5-B05C-15DECA662AB2}"/>
                </a:ext>
              </a:extLst>
            </p:cNvPr>
            <p:cNvSpPr/>
            <p:nvPr/>
          </p:nvSpPr>
          <p:spPr>
            <a:xfrm>
              <a:off x="4505117"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CDCBCD76-93B6-72CF-C239-CA3E0FC44EFB}"/>
                </a:ext>
              </a:extLst>
            </p:cNvPr>
            <p:cNvSpPr/>
            <p:nvPr/>
          </p:nvSpPr>
          <p:spPr>
            <a:xfrm>
              <a:off x="4532861"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190 w 72157"/>
                <a:gd name="connsiteY10" fmla="*/ 12604 h 72371"/>
                <a:gd name="connsiteX11" fmla="*/ 14891 w 72157"/>
                <a:gd name="connsiteY11" fmla="*/ 35890 h 72371"/>
                <a:gd name="connsiteX12" fmla="*/ 36190 w 72157"/>
                <a:gd name="connsiteY12" fmla="*/ 59804 h 72371"/>
                <a:gd name="connsiteX13" fmla="*/ 57489 w 72157"/>
                <a:gd name="connsiteY13" fmla="*/ 36149 h 72371"/>
                <a:gd name="connsiteX14" fmla="*/ 36190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190" y="12604"/>
                  </a:moveTo>
                  <a:cubicBezTo>
                    <a:pt x="25374" y="12604"/>
                    <a:pt x="14891" y="20736"/>
                    <a:pt x="14891" y="35890"/>
                  </a:cubicBezTo>
                  <a:cubicBezTo>
                    <a:pt x="14891" y="51044"/>
                    <a:pt x="25337" y="59804"/>
                    <a:pt x="36190" y="59804"/>
                  </a:cubicBezTo>
                  <a:cubicBezTo>
                    <a:pt x="47043" y="59804"/>
                    <a:pt x="57489" y="51266"/>
                    <a:pt x="57489" y="36149"/>
                  </a:cubicBezTo>
                  <a:cubicBezTo>
                    <a:pt x="57489" y="21031"/>
                    <a:pt x="47154" y="12604"/>
                    <a:pt x="36190" y="12604"/>
                  </a:cubicBezTo>
                  <a:close/>
                </a:path>
              </a:pathLst>
            </a:custGeom>
            <a:grpFill/>
            <a:ln w="3692" cap="flat">
              <a:no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2CA603B3-6E9B-09C2-5A2C-A01D6E599C98}"/>
                </a:ext>
              </a:extLst>
            </p:cNvPr>
            <p:cNvSpPr/>
            <p:nvPr/>
          </p:nvSpPr>
          <p:spPr>
            <a:xfrm>
              <a:off x="4616427"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8FBBA106-97FD-BE53-6FA1-90436756C2B2}"/>
                </a:ext>
              </a:extLst>
            </p:cNvPr>
            <p:cNvSpPr/>
            <p:nvPr/>
          </p:nvSpPr>
          <p:spPr>
            <a:xfrm>
              <a:off x="4663804" y="6003670"/>
              <a:ext cx="35967" cy="98170"/>
            </a:xfrm>
            <a:custGeom>
              <a:avLst/>
              <a:gdLst>
                <a:gd name="connsiteX0" fmla="*/ 8297 w 35967"/>
                <a:gd name="connsiteY0" fmla="*/ 39919 h 98170"/>
                <a:gd name="connsiteX1" fmla="*/ 0 w 35967"/>
                <a:gd name="connsiteY1" fmla="*/ 39919 h 98170"/>
                <a:gd name="connsiteX2" fmla="*/ 0 w 35967"/>
                <a:gd name="connsiteY2" fmla="*/ 28091 h 98170"/>
                <a:gd name="connsiteX3" fmla="*/ 8297 w 35967"/>
                <a:gd name="connsiteY3" fmla="*/ 28091 h 98170"/>
                <a:gd name="connsiteX4" fmla="*/ 8297 w 35967"/>
                <a:gd name="connsiteY4" fmla="*/ 23138 h 98170"/>
                <a:gd name="connsiteX5" fmla="*/ 34930 w 35967"/>
                <a:gd name="connsiteY5" fmla="*/ 0 h 98170"/>
                <a:gd name="connsiteX6" fmla="*/ 34930 w 35967"/>
                <a:gd name="connsiteY6" fmla="*/ 12087 h 98170"/>
                <a:gd name="connsiteX7" fmla="*/ 22966 w 35967"/>
                <a:gd name="connsiteY7" fmla="*/ 23138 h 98170"/>
                <a:gd name="connsiteX8" fmla="*/ 22966 w 35967"/>
                <a:gd name="connsiteY8" fmla="*/ 28091 h 98170"/>
                <a:gd name="connsiteX9" fmla="*/ 35967 w 35967"/>
                <a:gd name="connsiteY9" fmla="*/ 28091 h 98170"/>
                <a:gd name="connsiteX10" fmla="*/ 35967 w 35967"/>
                <a:gd name="connsiteY10" fmla="*/ 39919 h 98170"/>
                <a:gd name="connsiteX11" fmla="*/ 22966 w 35967"/>
                <a:gd name="connsiteY11" fmla="*/ 39919 h 98170"/>
                <a:gd name="connsiteX12" fmla="*/ 22966 w 35967"/>
                <a:gd name="connsiteY12" fmla="*/ 98171 h 98170"/>
                <a:gd name="connsiteX13" fmla="*/ 8297 w 35967"/>
                <a:gd name="connsiteY13" fmla="*/ 98171 h 98170"/>
                <a:gd name="connsiteX14" fmla="*/ 8297 w 35967"/>
                <a:gd name="connsiteY14" fmla="*/ 39919 h 9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67" h="98170">
                  <a:moveTo>
                    <a:pt x="8297" y="39919"/>
                  </a:moveTo>
                  <a:lnTo>
                    <a:pt x="0" y="39919"/>
                  </a:lnTo>
                  <a:lnTo>
                    <a:pt x="0" y="28091"/>
                  </a:lnTo>
                  <a:lnTo>
                    <a:pt x="8297" y="28091"/>
                  </a:lnTo>
                  <a:lnTo>
                    <a:pt x="8297" y="23138"/>
                  </a:lnTo>
                  <a:cubicBezTo>
                    <a:pt x="8297" y="6986"/>
                    <a:pt x="16595" y="0"/>
                    <a:pt x="34930" y="0"/>
                  </a:cubicBezTo>
                  <a:lnTo>
                    <a:pt x="34930" y="12087"/>
                  </a:lnTo>
                  <a:cubicBezTo>
                    <a:pt x="26003" y="12087"/>
                    <a:pt x="22966" y="15154"/>
                    <a:pt x="22966" y="23138"/>
                  </a:cubicBezTo>
                  <a:lnTo>
                    <a:pt x="22966" y="28091"/>
                  </a:lnTo>
                  <a:lnTo>
                    <a:pt x="35967" y="28091"/>
                  </a:lnTo>
                  <a:lnTo>
                    <a:pt x="35967" y="39919"/>
                  </a:lnTo>
                  <a:lnTo>
                    <a:pt x="22966" y="39919"/>
                  </a:lnTo>
                  <a:lnTo>
                    <a:pt x="22966" y="98171"/>
                  </a:lnTo>
                  <a:lnTo>
                    <a:pt x="8297" y="98171"/>
                  </a:lnTo>
                  <a:lnTo>
                    <a:pt x="8297" y="39919"/>
                  </a:lnTo>
                  <a:close/>
                </a:path>
              </a:pathLst>
            </a:custGeom>
            <a:grpFill/>
            <a:ln w="3692" cap="flat">
              <a:noFill/>
              <a:prstDash val="solid"/>
              <a:miter/>
            </a:ln>
          </p:spPr>
          <p:txBody>
            <a:bodyPr rtlCol="0" anchor="ctr"/>
            <a:lstStyle/>
            <a:p>
              <a:endParaRPr lang="en-US"/>
            </a:p>
          </p:txBody>
        </p:sp>
        <p:sp>
          <p:nvSpPr>
            <p:cNvPr id="78" name="Freeform 77">
              <a:extLst>
                <a:ext uri="{FF2B5EF4-FFF2-40B4-BE49-F238E27FC236}">
                  <a16:creationId xmlns:a16="http://schemas.microsoft.com/office/drawing/2014/main" id="{F33AABDA-DF0C-46C1-9102-9728C0CC0249}"/>
                </a:ext>
              </a:extLst>
            </p:cNvPr>
            <p:cNvSpPr/>
            <p:nvPr/>
          </p:nvSpPr>
          <p:spPr>
            <a:xfrm>
              <a:off x="4704364" y="6030615"/>
              <a:ext cx="71638" cy="72371"/>
            </a:xfrm>
            <a:custGeom>
              <a:avLst/>
              <a:gdLst>
                <a:gd name="connsiteX0" fmla="*/ 35190 w 71638"/>
                <a:gd name="connsiteY0" fmla="*/ 72372 h 72371"/>
                <a:gd name="connsiteX1" fmla="*/ 0 w 71638"/>
                <a:gd name="connsiteY1" fmla="*/ 36112 h 72371"/>
                <a:gd name="connsiteX2" fmla="*/ 35819 w 71638"/>
                <a:gd name="connsiteY2" fmla="*/ 0 h 72371"/>
                <a:gd name="connsiteX3" fmla="*/ 71639 w 71638"/>
                <a:gd name="connsiteY3" fmla="*/ 36112 h 72371"/>
                <a:gd name="connsiteX4" fmla="*/ 35190 w 71638"/>
                <a:gd name="connsiteY4" fmla="*/ 72372 h 72371"/>
                <a:gd name="connsiteX5" fmla="*/ 35190 w 71638"/>
                <a:gd name="connsiteY5" fmla="*/ 59767 h 72371"/>
                <a:gd name="connsiteX6" fmla="*/ 56711 w 71638"/>
                <a:gd name="connsiteY6" fmla="*/ 36112 h 72371"/>
                <a:gd name="connsiteX7" fmla="*/ 35560 w 71638"/>
                <a:gd name="connsiteY7" fmla="*/ 12567 h 72371"/>
                <a:gd name="connsiteX8" fmla="*/ 14780 w 71638"/>
                <a:gd name="connsiteY8" fmla="*/ 36112 h 72371"/>
                <a:gd name="connsiteX9" fmla="*/ 35190 w 71638"/>
                <a:gd name="connsiteY9" fmla="*/ 59767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638" h="72371">
                  <a:moveTo>
                    <a:pt x="35190" y="72372"/>
                  </a:moveTo>
                  <a:cubicBezTo>
                    <a:pt x="15187" y="72372"/>
                    <a:pt x="0" y="58141"/>
                    <a:pt x="0" y="36112"/>
                  </a:cubicBezTo>
                  <a:cubicBezTo>
                    <a:pt x="0" y="14083"/>
                    <a:pt x="15817" y="0"/>
                    <a:pt x="35819" y="0"/>
                  </a:cubicBezTo>
                  <a:cubicBezTo>
                    <a:pt x="55822" y="0"/>
                    <a:pt x="71639" y="14119"/>
                    <a:pt x="71639" y="36112"/>
                  </a:cubicBezTo>
                  <a:cubicBezTo>
                    <a:pt x="71639" y="58104"/>
                    <a:pt x="55340" y="72372"/>
                    <a:pt x="35190" y="72372"/>
                  </a:cubicBezTo>
                  <a:close/>
                  <a:moveTo>
                    <a:pt x="35190" y="59767"/>
                  </a:moveTo>
                  <a:cubicBezTo>
                    <a:pt x="46006" y="59767"/>
                    <a:pt x="56711" y="52006"/>
                    <a:pt x="56711" y="36112"/>
                  </a:cubicBezTo>
                  <a:cubicBezTo>
                    <a:pt x="56711" y="20218"/>
                    <a:pt x="46376" y="12567"/>
                    <a:pt x="35560" y="12567"/>
                  </a:cubicBezTo>
                  <a:cubicBezTo>
                    <a:pt x="24744" y="12567"/>
                    <a:pt x="14780" y="20181"/>
                    <a:pt x="14780" y="36112"/>
                  </a:cubicBezTo>
                  <a:cubicBezTo>
                    <a:pt x="14780" y="52042"/>
                    <a:pt x="24225" y="59767"/>
                    <a:pt x="35190" y="59767"/>
                  </a:cubicBezTo>
                  <a:close/>
                </a:path>
              </a:pathLst>
            </a:custGeom>
            <a:grpFill/>
            <a:ln w="3692"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65D805C3-2566-8C58-783D-4FDD8CD9F19A}"/>
                </a:ext>
              </a:extLst>
            </p:cNvPr>
            <p:cNvSpPr/>
            <p:nvPr/>
          </p:nvSpPr>
          <p:spPr>
            <a:xfrm>
              <a:off x="4786560" y="6030615"/>
              <a:ext cx="35560" cy="71225"/>
            </a:xfrm>
            <a:custGeom>
              <a:avLst/>
              <a:gdLst>
                <a:gd name="connsiteX0" fmla="*/ 14520 w 35560"/>
                <a:gd name="connsiteY0" fmla="*/ 71226 h 71225"/>
                <a:gd name="connsiteX1" fmla="*/ 0 w 35560"/>
                <a:gd name="connsiteY1" fmla="*/ 71226 h 71225"/>
                <a:gd name="connsiteX2" fmla="*/ 0 w 35560"/>
                <a:gd name="connsiteY2" fmla="*/ 1146 h 71225"/>
                <a:gd name="connsiteX3" fmla="*/ 14520 w 35560"/>
                <a:gd name="connsiteY3" fmla="*/ 1146 h 71225"/>
                <a:gd name="connsiteX4" fmla="*/ 14520 w 35560"/>
                <a:gd name="connsiteY4" fmla="*/ 11310 h 71225"/>
                <a:gd name="connsiteX5" fmla="*/ 35560 w 35560"/>
                <a:gd name="connsiteY5" fmla="*/ 0 h 71225"/>
                <a:gd name="connsiteX6" fmla="*/ 35560 w 35560"/>
                <a:gd name="connsiteY6" fmla="*/ 15007 h 71225"/>
                <a:gd name="connsiteX7" fmla="*/ 31856 w 35560"/>
                <a:gd name="connsiteY7" fmla="*/ 15007 h 71225"/>
                <a:gd name="connsiteX8" fmla="*/ 14520 w 35560"/>
                <a:gd name="connsiteY8" fmla="*/ 34338 h 71225"/>
                <a:gd name="connsiteX9" fmla="*/ 14520 w 35560"/>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p>
          </p:txBody>
        </p:sp>
        <p:sp>
          <p:nvSpPr>
            <p:cNvPr id="80" name="Freeform 79">
              <a:extLst>
                <a:ext uri="{FF2B5EF4-FFF2-40B4-BE49-F238E27FC236}">
                  <a16:creationId xmlns:a16="http://schemas.microsoft.com/office/drawing/2014/main" id="{47F29C76-DA18-34AA-FFE8-A73C6335697B}"/>
                </a:ext>
              </a:extLst>
            </p:cNvPr>
            <p:cNvSpPr/>
            <p:nvPr/>
          </p:nvSpPr>
          <p:spPr>
            <a:xfrm>
              <a:off x="4832602" y="6030615"/>
              <a:ext cx="113939" cy="71225"/>
            </a:xfrm>
            <a:custGeom>
              <a:avLst/>
              <a:gdLst>
                <a:gd name="connsiteX0" fmla="*/ 99531 w 113939"/>
                <a:gd name="connsiteY0" fmla="*/ 32046 h 71225"/>
                <a:gd name="connsiteX1" fmla="*/ 81936 w 113939"/>
                <a:gd name="connsiteY1" fmla="*/ 12604 h 71225"/>
                <a:gd name="connsiteX2" fmla="*/ 64230 w 113939"/>
                <a:gd name="connsiteY2" fmla="*/ 32046 h 71225"/>
                <a:gd name="connsiteX3" fmla="*/ 64230 w 113939"/>
                <a:gd name="connsiteY3" fmla="*/ 71226 h 71225"/>
                <a:gd name="connsiteX4" fmla="*/ 49821 w 113939"/>
                <a:gd name="connsiteY4" fmla="*/ 71226 h 71225"/>
                <a:gd name="connsiteX5" fmla="*/ 49821 w 113939"/>
                <a:gd name="connsiteY5" fmla="*/ 32046 h 71225"/>
                <a:gd name="connsiteX6" fmla="*/ 32226 w 113939"/>
                <a:gd name="connsiteY6" fmla="*/ 12604 h 71225"/>
                <a:gd name="connsiteX7" fmla="*/ 14520 w 113939"/>
                <a:gd name="connsiteY7" fmla="*/ 32046 h 71225"/>
                <a:gd name="connsiteX8" fmla="*/ 14520 w 113939"/>
                <a:gd name="connsiteY8" fmla="*/ 71226 h 71225"/>
                <a:gd name="connsiteX9" fmla="*/ 0 w 113939"/>
                <a:gd name="connsiteY9" fmla="*/ 71226 h 71225"/>
                <a:gd name="connsiteX10" fmla="*/ 0 w 113939"/>
                <a:gd name="connsiteY10" fmla="*/ 1146 h 71225"/>
                <a:gd name="connsiteX11" fmla="*/ 14520 w 113939"/>
                <a:gd name="connsiteY11" fmla="*/ 1146 h 71225"/>
                <a:gd name="connsiteX12" fmla="*/ 14520 w 113939"/>
                <a:gd name="connsiteY12" fmla="*/ 9167 h 71225"/>
                <a:gd name="connsiteX13" fmla="*/ 35301 w 113939"/>
                <a:gd name="connsiteY13" fmla="*/ 0 h 71225"/>
                <a:gd name="connsiteX14" fmla="*/ 60526 w 113939"/>
                <a:gd name="connsiteY14" fmla="*/ 13861 h 71225"/>
                <a:gd name="connsiteX15" fmla="*/ 85010 w 113939"/>
                <a:gd name="connsiteY15" fmla="*/ 0 h 71225"/>
                <a:gd name="connsiteX16" fmla="*/ 113940 w 113939"/>
                <a:gd name="connsiteY16" fmla="*/ 29902 h 71225"/>
                <a:gd name="connsiteX17" fmla="*/ 113940 w 113939"/>
                <a:gd name="connsiteY17" fmla="*/ 71226 h 71225"/>
                <a:gd name="connsiteX18" fmla="*/ 99531 w 113939"/>
                <a:gd name="connsiteY18" fmla="*/ 71226 h 71225"/>
                <a:gd name="connsiteX19" fmla="*/ 99531 w 113939"/>
                <a:gd name="connsiteY19" fmla="*/ 3204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939" h="71225">
                  <a:moveTo>
                    <a:pt x="99531" y="32046"/>
                  </a:moveTo>
                  <a:cubicBezTo>
                    <a:pt x="99531" y="19183"/>
                    <a:pt x="92530" y="12604"/>
                    <a:pt x="81936" y="12604"/>
                  </a:cubicBezTo>
                  <a:cubicBezTo>
                    <a:pt x="71342" y="12604"/>
                    <a:pt x="64230" y="19220"/>
                    <a:pt x="64230" y="32046"/>
                  </a:cubicBezTo>
                  <a:lnTo>
                    <a:pt x="64230" y="71226"/>
                  </a:lnTo>
                  <a:lnTo>
                    <a:pt x="49821" y="71226"/>
                  </a:lnTo>
                  <a:lnTo>
                    <a:pt x="49821" y="32046"/>
                  </a:lnTo>
                  <a:cubicBezTo>
                    <a:pt x="49821" y="19183"/>
                    <a:pt x="42820" y="12604"/>
                    <a:pt x="32226" y="12604"/>
                  </a:cubicBezTo>
                  <a:cubicBezTo>
                    <a:pt x="21632" y="12604"/>
                    <a:pt x="14520" y="19220"/>
                    <a:pt x="14520" y="32046"/>
                  </a:cubicBezTo>
                  <a:lnTo>
                    <a:pt x="14520" y="71226"/>
                  </a:lnTo>
                  <a:lnTo>
                    <a:pt x="0" y="71226"/>
                  </a:lnTo>
                  <a:lnTo>
                    <a:pt x="0" y="1146"/>
                  </a:lnTo>
                  <a:lnTo>
                    <a:pt x="14520" y="1146"/>
                  </a:lnTo>
                  <a:lnTo>
                    <a:pt x="14520" y="9167"/>
                  </a:lnTo>
                  <a:cubicBezTo>
                    <a:pt x="19224" y="3437"/>
                    <a:pt x="26892" y="0"/>
                    <a:pt x="35301" y="0"/>
                  </a:cubicBezTo>
                  <a:cubicBezTo>
                    <a:pt x="46376" y="0"/>
                    <a:pt x="55673" y="4694"/>
                    <a:pt x="60526" y="13861"/>
                  </a:cubicBezTo>
                  <a:cubicBezTo>
                    <a:pt x="64860" y="5359"/>
                    <a:pt x="74787" y="0"/>
                    <a:pt x="85010" y="0"/>
                  </a:cubicBezTo>
                  <a:cubicBezTo>
                    <a:pt x="101457" y="0"/>
                    <a:pt x="113940" y="10312"/>
                    <a:pt x="113940" y="29902"/>
                  </a:cubicBezTo>
                  <a:lnTo>
                    <a:pt x="113940" y="71226"/>
                  </a:lnTo>
                  <a:lnTo>
                    <a:pt x="99531" y="71226"/>
                  </a:lnTo>
                  <a:lnTo>
                    <a:pt x="99531" y="32046"/>
                  </a:lnTo>
                  <a:close/>
                </a:path>
              </a:pathLst>
            </a:custGeom>
            <a:grpFill/>
            <a:ln w="3692" cap="flat">
              <a:noFill/>
              <a:prstDash val="solid"/>
              <a:miter/>
            </a:ln>
          </p:spPr>
          <p:txBody>
            <a:bodyPr rtlCol="0" anchor="ctr"/>
            <a:lstStyle/>
            <a:p>
              <a:endParaRPr lang="en-US"/>
            </a:p>
          </p:txBody>
        </p:sp>
      </p:grpSp>
      <p:pic>
        <p:nvPicPr>
          <p:cNvPr id="3" name="Picture 2" descr="A person and a child hugging in a grassy field&#10;&#10;Description automatically generated">
            <a:extLst>
              <a:ext uri="{FF2B5EF4-FFF2-40B4-BE49-F238E27FC236}">
                <a16:creationId xmlns:a16="http://schemas.microsoft.com/office/drawing/2014/main" id="{BC2573AE-110C-8D49-7E84-8B26D6AC034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763589" y="0"/>
            <a:ext cx="7428411" cy="6861241"/>
          </a:xfrm>
          <a:custGeom>
            <a:avLst/>
            <a:gdLst>
              <a:gd name="connsiteX0" fmla="*/ 640057 w 7428411"/>
              <a:gd name="connsiteY0" fmla="*/ 0 h 6861241"/>
              <a:gd name="connsiteX1" fmla="*/ 7428411 w 7428411"/>
              <a:gd name="connsiteY1" fmla="*/ 0 h 6861241"/>
              <a:gd name="connsiteX2" fmla="*/ 7428411 w 7428411"/>
              <a:gd name="connsiteY2" fmla="*/ 6861241 h 6861241"/>
              <a:gd name="connsiteX3" fmla="*/ 0 w 7428411"/>
              <a:gd name="connsiteY3" fmla="*/ 6861241 h 6861241"/>
              <a:gd name="connsiteX4" fmla="*/ 0 w 7428411"/>
              <a:gd name="connsiteY4" fmla="*/ 6858000 h 6861241"/>
              <a:gd name="connsiteX5" fmla="*/ 640057 w 7428411"/>
              <a:gd name="connsiteY5" fmla="*/ 6858000 h 6861241"/>
              <a:gd name="connsiteX6" fmla="*/ 710546 w 7428411"/>
              <a:gd name="connsiteY6" fmla="*/ 6748048 h 6861241"/>
              <a:gd name="connsiteX7" fmla="*/ 1637211 w 7428411"/>
              <a:gd name="connsiteY7" fmla="*/ 3429000 h 6861241"/>
              <a:gd name="connsiteX8" fmla="*/ 710546 w 7428411"/>
              <a:gd name="connsiteY8" fmla="*/ 109953 h 6861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28411" h="6861241">
                <a:moveTo>
                  <a:pt x="640057" y="0"/>
                </a:moveTo>
                <a:lnTo>
                  <a:pt x="7428411" y="0"/>
                </a:lnTo>
                <a:lnTo>
                  <a:pt x="7428411" y="6861241"/>
                </a:lnTo>
                <a:lnTo>
                  <a:pt x="0" y="6861241"/>
                </a:lnTo>
                <a:lnTo>
                  <a:pt x="0" y="6858000"/>
                </a:lnTo>
                <a:lnTo>
                  <a:pt x="640057" y="6858000"/>
                </a:lnTo>
                <a:lnTo>
                  <a:pt x="710546" y="6748048"/>
                </a:lnTo>
                <a:cubicBezTo>
                  <a:pt x="1298584" y="5780266"/>
                  <a:pt x="1637211" y="4644179"/>
                  <a:pt x="1637211" y="3429000"/>
                </a:cubicBezTo>
                <a:cubicBezTo>
                  <a:pt x="1637211" y="2213822"/>
                  <a:pt x="1298584" y="1077734"/>
                  <a:pt x="710546" y="109953"/>
                </a:cubicBezTo>
                <a:close/>
              </a:path>
            </a:pathLst>
          </a:custGeom>
        </p:spPr>
      </p:pic>
    </p:spTree>
    <p:extLst>
      <p:ext uri="{BB962C8B-B14F-4D97-AF65-F5344CB8AC3E}">
        <p14:creationId xmlns:p14="http://schemas.microsoft.com/office/powerpoint/2010/main" val="37318389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Green SemiCircle Image)">
    <p:bg>
      <p:bgPr>
        <a:solidFill>
          <a:srgbClr val="005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87166-8C02-34CB-79A5-F46042E77BED}"/>
              </a:ext>
            </a:extLst>
          </p:cNvPr>
          <p:cNvSpPr>
            <a:spLocks noGrp="1"/>
          </p:cNvSpPr>
          <p:nvPr>
            <p:ph type="ctrTitle"/>
          </p:nvPr>
        </p:nvSpPr>
        <p:spPr>
          <a:xfrm>
            <a:off x="5931195" y="3330560"/>
            <a:ext cx="5803605" cy="2383694"/>
          </a:xfrm>
        </p:spPr>
        <p:txBody>
          <a:bodyPr anchor="t" anchorCtr="0">
            <a:noAutofit/>
          </a:bodyPr>
          <a:lstStyle>
            <a:lvl1pPr algn="l">
              <a:lnSpc>
                <a:spcPts val="4400"/>
              </a:lnSpc>
              <a:defRPr sz="4000" b="0" i="0">
                <a:solidFill>
                  <a:schemeClr val="bg2"/>
                </a:solidFill>
              </a:defRPr>
            </a:lvl1pPr>
          </a:lstStyle>
          <a:p>
            <a:r>
              <a:rPr lang="en-US"/>
              <a:t>Click to edit Master title style</a:t>
            </a:r>
          </a:p>
        </p:txBody>
      </p:sp>
      <p:sp>
        <p:nvSpPr>
          <p:cNvPr id="17" name="Text Placeholder 16">
            <a:extLst>
              <a:ext uri="{FF2B5EF4-FFF2-40B4-BE49-F238E27FC236}">
                <a16:creationId xmlns:a16="http://schemas.microsoft.com/office/drawing/2014/main" id="{E770CD35-04C2-6CC5-51BB-2793E84BE345}"/>
              </a:ext>
            </a:extLst>
          </p:cNvPr>
          <p:cNvSpPr>
            <a:spLocks noGrp="1"/>
          </p:cNvSpPr>
          <p:nvPr>
            <p:ph type="body" sz="quarter" idx="10"/>
          </p:nvPr>
        </p:nvSpPr>
        <p:spPr>
          <a:xfrm>
            <a:off x="5931195" y="2319866"/>
            <a:ext cx="5803605" cy="762861"/>
          </a:xfrm>
        </p:spPr>
        <p:txBody>
          <a:bodyPr wrap="square" anchor="b" anchorCtr="0">
            <a:noAutofit/>
          </a:bodyPr>
          <a:lstStyle>
            <a:lvl1pPr marL="0" indent="0" algn="l">
              <a:buFontTx/>
              <a:buNone/>
              <a:defRPr b="0" i="0">
                <a:solidFill>
                  <a:schemeClr val="bg2"/>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6" name="TextBox 5">
            <a:extLst>
              <a:ext uri="{FF2B5EF4-FFF2-40B4-BE49-F238E27FC236}">
                <a16:creationId xmlns:a16="http://schemas.microsoft.com/office/drawing/2014/main" id="{EE0D453F-790A-668B-D79A-3FB7D9A2964F}"/>
              </a:ext>
            </a:extLst>
          </p:cNvPr>
          <p:cNvSpPr txBox="1"/>
          <p:nvPr userDrawn="1"/>
        </p:nvSpPr>
        <p:spPr>
          <a:xfrm>
            <a:off x="13690600" y="2853267"/>
            <a:ext cx="0" cy="0"/>
          </a:xfrm>
          <a:prstGeom prst="rect">
            <a:avLst/>
          </a:prstGeom>
          <a:noFill/>
        </p:spPr>
        <p:txBody>
          <a:bodyPr wrap="none" lIns="0" tIns="0" rIns="0" bIns="0" rtlCol="0">
            <a:noAutofit/>
          </a:bodyPr>
          <a:lstStyle/>
          <a:p>
            <a:pPr algn="l">
              <a:lnSpc>
                <a:spcPts val="1600"/>
              </a:lnSpc>
            </a:pPr>
            <a:endParaRPr lang="en-US" sz="1200"/>
          </a:p>
        </p:txBody>
      </p:sp>
      <p:sp>
        <p:nvSpPr>
          <p:cNvPr id="13" name="Picture Placeholder 12">
            <a:extLst>
              <a:ext uri="{FF2B5EF4-FFF2-40B4-BE49-F238E27FC236}">
                <a16:creationId xmlns:a16="http://schemas.microsoft.com/office/drawing/2014/main" id="{15C670CB-C751-35B5-6141-1D6171033C9A}"/>
              </a:ext>
            </a:extLst>
          </p:cNvPr>
          <p:cNvSpPr>
            <a:spLocks noGrp="1"/>
          </p:cNvSpPr>
          <p:nvPr>
            <p:ph type="pic" sz="quarter" idx="11"/>
          </p:nvPr>
        </p:nvSpPr>
        <p:spPr>
          <a:xfrm>
            <a:off x="0" y="0"/>
            <a:ext cx="5257803" cy="6858000"/>
          </a:xfrm>
          <a:custGeom>
            <a:avLst/>
            <a:gdLst>
              <a:gd name="connsiteX0" fmla="*/ 0 w 5257803"/>
              <a:gd name="connsiteY0" fmla="*/ 0 h 6858000"/>
              <a:gd name="connsiteX1" fmla="*/ 3170558 w 5257803"/>
              <a:gd name="connsiteY1" fmla="*/ 0 h 6858000"/>
              <a:gd name="connsiteX2" fmla="*/ 3237289 w 5257803"/>
              <a:gd name="connsiteY2" fmla="*/ 34178 h 6858000"/>
              <a:gd name="connsiteX3" fmla="*/ 5257803 w 5257803"/>
              <a:gd name="connsiteY3" fmla="*/ 3429001 h 6858000"/>
              <a:gd name="connsiteX4" fmla="*/ 3237289 w 5257803"/>
              <a:gd name="connsiteY4" fmla="*/ 6823825 h 6858000"/>
              <a:gd name="connsiteX5" fmla="*/ 3166345 w 5257803"/>
              <a:gd name="connsiteY5" fmla="*/ 6858000 h 6858000"/>
              <a:gd name="connsiteX6" fmla="*/ 0 w 52578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57803" h="6858000">
                <a:moveTo>
                  <a:pt x="0" y="0"/>
                </a:moveTo>
                <a:lnTo>
                  <a:pt x="3170558" y="0"/>
                </a:lnTo>
                <a:lnTo>
                  <a:pt x="3237289" y="34178"/>
                </a:lnTo>
                <a:cubicBezTo>
                  <a:pt x="4440799" y="687963"/>
                  <a:pt x="5257803" y="1963071"/>
                  <a:pt x="5257803" y="3429001"/>
                </a:cubicBezTo>
                <a:cubicBezTo>
                  <a:pt x="5257803" y="4894931"/>
                  <a:pt x="4440798" y="6170039"/>
                  <a:pt x="3237289" y="6823825"/>
                </a:cubicBezTo>
                <a:lnTo>
                  <a:pt x="3166345" y="6858000"/>
                </a:lnTo>
                <a:lnTo>
                  <a:pt x="0" y="6858000"/>
                </a:lnTo>
                <a:close/>
              </a:path>
            </a:pathLst>
          </a:custGeom>
          <a:noFill/>
        </p:spPr>
        <p:txBody>
          <a:bodyPr wrap="square" tIns="365760">
            <a:noAutofit/>
          </a:bodyPr>
          <a:lstStyle>
            <a:lvl1pPr marL="0" indent="0" algn="ctr">
              <a:buFontTx/>
              <a:buNone/>
              <a:defRPr b="0" i="0">
                <a:solidFill>
                  <a:srgbClr val="FEF3D8"/>
                </a:solidFill>
              </a:defRPr>
            </a:lvl1pPr>
          </a:lstStyle>
          <a:p>
            <a:r>
              <a:rPr lang="en-US"/>
              <a:t>Click icon to add picture</a:t>
            </a:r>
          </a:p>
        </p:txBody>
      </p:sp>
      <p:grpSp>
        <p:nvGrpSpPr>
          <p:cNvPr id="4" name="Group 3">
            <a:extLst>
              <a:ext uri="{FF2B5EF4-FFF2-40B4-BE49-F238E27FC236}">
                <a16:creationId xmlns:a16="http://schemas.microsoft.com/office/drawing/2014/main" id="{9D25ED56-9850-06C0-3B6B-CE596B567D32}"/>
              </a:ext>
            </a:extLst>
          </p:cNvPr>
          <p:cNvGrpSpPr/>
          <p:nvPr userDrawn="1"/>
        </p:nvGrpSpPr>
        <p:grpSpPr>
          <a:xfrm>
            <a:off x="9612126" y="782937"/>
            <a:ext cx="2122674" cy="623780"/>
            <a:chOff x="2649665" y="5459914"/>
            <a:chExt cx="2297877" cy="675266"/>
          </a:xfrm>
          <a:solidFill>
            <a:schemeClr val="bg2"/>
          </a:solidFill>
        </p:grpSpPr>
        <p:sp>
          <p:nvSpPr>
            <p:cNvPr id="7" name="Freeform 6">
              <a:extLst>
                <a:ext uri="{FF2B5EF4-FFF2-40B4-BE49-F238E27FC236}">
                  <a16:creationId xmlns:a16="http://schemas.microsoft.com/office/drawing/2014/main" id="{D391455A-6AF9-471C-C324-78BB4A0CD0DA}"/>
                </a:ext>
              </a:extLst>
            </p:cNvPr>
            <p:cNvSpPr/>
            <p:nvPr/>
          </p:nvSpPr>
          <p:spPr>
            <a:xfrm>
              <a:off x="3209512" y="5624255"/>
              <a:ext cx="144721" cy="250528"/>
            </a:xfrm>
            <a:custGeom>
              <a:avLst/>
              <a:gdLst>
                <a:gd name="connsiteX0" fmla="*/ 141203 w 144721"/>
                <a:gd name="connsiteY0" fmla="*/ 204511 h 250528"/>
                <a:gd name="connsiteX1" fmla="*/ 144722 w 144721"/>
                <a:gd name="connsiteY1" fmla="*/ 208022 h 250528"/>
                <a:gd name="connsiteX2" fmla="*/ 144722 w 144721"/>
                <a:gd name="connsiteY2" fmla="*/ 247017 h 250528"/>
                <a:gd name="connsiteX3" fmla="*/ 141203 w 144721"/>
                <a:gd name="connsiteY3" fmla="*/ 250528 h 250528"/>
                <a:gd name="connsiteX4" fmla="*/ 3519 w 144721"/>
                <a:gd name="connsiteY4" fmla="*/ 250528 h 250528"/>
                <a:gd name="connsiteX5" fmla="*/ 0 w 144721"/>
                <a:gd name="connsiteY5" fmla="*/ 247017 h 250528"/>
                <a:gd name="connsiteX6" fmla="*/ 0 w 144721"/>
                <a:gd name="connsiteY6" fmla="*/ 3511 h 250528"/>
                <a:gd name="connsiteX7" fmla="*/ 3519 w 144721"/>
                <a:gd name="connsiteY7" fmla="*/ 0 h 250528"/>
                <a:gd name="connsiteX8" fmla="*/ 48599 w 144721"/>
                <a:gd name="connsiteY8" fmla="*/ 0 h 250528"/>
                <a:gd name="connsiteX9" fmla="*/ 52118 w 144721"/>
                <a:gd name="connsiteY9" fmla="*/ 3511 h 250528"/>
                <a:gd name="connsiteX10" fmla="*/ 52118 w 144721"/>
                <a:gd name="connsiteY10" fmla="*/ 200999 h 250528"/>
                <a:gd name="connsiteX11" fmla="*/ 55636 w 144721"/>
                <a:gd name="connsiteY11" fmla="*/ 204511 h 250528"/>
                <a:gd name="connsiteX12" fmla="*/ 141203 w 144721"/>
                <a:gd name="connsiteY12" fmla="*/ 204511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21" h="250528">
                  <a:moveTo>
                    <a:pt x="141203" y="204511"/>
                  </a:moveTo>
                  <a:cubicBezTo>
                    <a:pt x="143536" y="204511"/>
                    <a:pt x="144722" y="205693"/>
                    <a:pt x="144722" y="208022"/>
                  </a:cubicBezTo>
                  <a:lnTo>
                    <a:pt x="144722" y="247017"/>
                  </a:lnTo>
                  <a:cubicBezTo>
                    <a:pt x="144722" y="249345"/>
                    <a:pt x="143536" y="250528"/>
                    <a:pt x="141203" y="250528"/>
                  </a:cubicBezTo>
                  <a:lnTo>
                    <a:pt x="3519" y="250528"/>
                  </a:lnTo>
                  <a:cubicBezTo>
                    <a:pt x="1185" y="250528"/>
                    <a:pt x="0" y="249345"/>
                    <a:pt x="0" y="247017"/>
                  </a:cubicBezTo>
                  <a:lnTo>
                    <a:pt x="0" y="3511"/>
                  </a:lnTo>
                  <a:cubicBezTo>
                    <a:pt x="0" y="1183"/>
                    <a:pt x="1185" y="0"/>
                    <a:pt x="3519" y="0"/>
                  </a:cubicBezTo>
                  <a:lnTo>
                    <a:pt x="48599" y="0"/>
                  </a:lnTo>
                  <a:cubicBezTo>
                    <a:pt x="50932" y="0"/>
                    <a:pt x="52118" y="1183"/>
                    <a:pt x="52118" y="3511"/>
                  </a:cubicBezTo>
                  <a:lnTo>
                    <a:pt x="52118" y="200999"/>
                  </a:lnTo>
                  <a:cubicBezTo>
                    <a:pt x="52118" y="203328"/>
                    <a:pt x="53303" y="204511"/>
                    <a:pt x="55636" y="204511"/>
                  </a:cubicBezTo>
                  <a:lnTo>
                    <a:pt x="141203" y="204511"/>
                  </a:lnTo>
                  <a:close/>
                </a:path>
              </a:pathLst>
            </a:custGeom>
            <a:grpFill/>
            <a:ln w="3692" cap="flat">
              <a:noFill/>
              <a:prstDash val="solid"/>
              <a:miter/>
            </a:ln>
          </p:spPr>
          <p:txBody>
            <a:bodyPr rtlCol="0" anchor="ctr"/>
            <a:lstStyle/>
            <a:p>
              <a:endParaRPr lang="en-US">
                <a:solidFill>
                  <a:schemeClr val="bg2"/>
                </a:solidFill>
              </a:endParaRPr>
            </a:p>
          </p:txBody>
        </p:sp>
        <p:sp>
          <p:nvSpPr>
            <p:cNvPr id="8" name="Freeform 7">
              <a:extLst>
                <a:ext uri="{FF2B5EF4-FFF2-40B4-BE49-F238E27FC236}">
                  <a16:creationId xmlns:a16="http://schemas.microsoft.com/office/drawing/2014/main" id="{3A56D52B-FF97-0D07-0970-0ADBE33C5796}"/>
                </a:ext>
              </a:extLst>
            </p:cNvPr>
            <p:cNvSpPr/>
            <p:nvPr/>
          </p:nvSpPr>
          <p:spPr>
            <a:xfrm>
              <a:off x="3418177" y="5624255"/>
              <a:ext cx="255689" cy="250602"/>
            </a:xfrm>
            <a:custGeom>
              <a:avLst/>
              <a:gdLst>
                <a:gd name="connsiteX0" fmla="*/ 113412 w 255689"/>
                <a:gd name="connsiteY0" fmla="*/ 2476 h 250602"/>
                <a:gd name="connsiteX1" fmla="*/ 117635 w 255689"/>
                <a:gd name="connsiteY1" fmla="*/ 0 h 250602"/>
                <a:gd name="connsiteX2" fmla="*/ 138415 w 255689"/>
                <a:gd name="connsiteY2" fmla="*/ 0 h 250602"/>
                <a:gd name="connsiteX3" fmla="*/ 142638 w 255689"/>
                <a:gd name="connsiteY3" fmla="*/ 2476 h 250602"/>
                <a:gd name="connsiteX4" fmla="*/ 255319 w 255689"/>
                <a:gd name="connsiteY4" fmla="*/ 246352 h 250602"/>
                <a:gd name="connsiteX5" fmla="*/ 255689 w 255689"/>
                <a:gd name="connsiteY5" fmla="*/ 248126 h 250602"/>
                <a:gd name="connsiteX6" fmla="*/ 252874 w 255689"/>
                <a:gd name="connsiteY6" fmla="*/ 250602 h 250602"/>
                <a:gd name="connsiteX7" fmla="*/ 202868 w 255689"/>
                <a:gd name="connsiteY7" fmla="*/ 250602 h 250602"/>
                <a:gd name="connsiteX8" fmla="*/ 198645 w 255689"/>
                <a:gd name="connsiteY8" fmla="*/ 248126 h 250602"/>
                <a:gd name="connsiteX9" fmla="*/ 181050 w 255689"/>
                <a:gd name="connsiteY9" fmla="*/ 210166 h 250602"/>
                <a:gd name="connsiteX10" fmla="*/ 177161 w 255689"/>
                <a:gd name="connsiteY10" fmla="*/ 207689 h 250602"/>
                <a:gd name="connsiteX11" fmla="*/ 78556 w 255689"/>
                <a:gd name="connsiteY11" fmla="*/ 207689 h 250602"/>
                <a:gd name="connsiteX12" fmla="*/ 74333 w 255689"/>
                <a:gd name="connsiteY12" fmla="*/ 210166 h 250602"/>
                <a:gd name="connsiteX13" fmla="*/ 56739 w 255689"/>
                <a:gd name="connsiteY13" fmla="*/ 248126 h 250602"/>
                <a:gd name="connsiteX14" fmla="*/ 52849 w 255689"/>
                <a:gd name="connsiteY14" fmla="*/ 250602 h 250602"/>
                <a:gd name="connsiteX15" fmla="*/ 2843 w 255689"/>
                <a:gd name="connsiteY15" fmla="*/ 250602 h 250602"/>
                <a:gd name="connsiteX16" fmla="*/ 361 w 255689"/>
                <a:gd name="connsiteY16" fmla="*/ 249382 h 250602"/>
                <a:gd name="connsiteX17" fmla="*/ 361 w 255689"/>
                <a:gd name="connsiteY17" fmla="*/ 246388 h 250602"/>
                <a:gd name="connsiteX18" fmla="*/ 113412 w 255689"/>
                <a:gd name="connsiteY18" fmla="*/ 2513 h 250602"/>
                <a:gd name="connsiteX19" fmla="*/ 96188 w 255689"/>
                <a:gd name="connsiteY19" fmla="*/ 157421 h 250602"/>
                <a:gd name="connsiteX20" fmla="*/ 95817 w 255689"/>
                <a:gd name="connsiteY20" fmla="*/ 159195 h 250602"/>
                <a:gd name="connsiteX21" fmla="*/ 98633 w 255689"/>
                <a:gd name="connsiteY21" fmla="*/ 161672 h 250602"/>
                <a:gd name="connsiteX22" fmla="*/ 157084 w 255689"/>
                <a:gd name="connsiteY22" fmla="*/ 161672 h 250602"/>
                <a:gd name="connsiteX23" fmla="*/ 159566 w 255689"/>
                <a:gd name="connsiteY23" fmla="*/ 160452 h 250602"/>
                <a:gd name="connsiteX24" fmla="*/ 159566 w 255689"/>
                <a:gd name="connsiteY24" fmla="*/ 157458 h 250602"/>
                <a:gd name="connsiteX25" fmla="*/ 130340 w 255689"/>
                <a:gd name="connsiteY25" fmla="*/ 89633 h 250602"/>
                <a:gd name="connsiteX26" fmla="*/ 127859 w 255689"/>
                <a:gd name="connsiteY26" fmla="*/ 87859 h 250602"/>
                <a:gd name="connsiteX27" fmla="*/ 125377 w 255689"/>
                <a:gd name="connsiteY27" fmla="*/ 89633 h 250602"/>
                <a:gd name="connsiteX28" fmla="*/ 96151 w 255689"/>
                <a:gd name="connsiteY28" fmla="*/ 157458 h 25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5689" h="250602">
                  <a:moveTo>
                    <a:pt x="113412" y="2476"/>
                  </a:moveTo>
                  <a:cubicBezTo>
                    <a:pt x="114116" y="850"/>
                    <a:pt x="115524" y="0"/>
                    <a:pt x="117635" y="0"/>
                  </a:cubicBezTo>
                  <a:lnTo>
                    <a:pt x="138415" y="0"/>
                  </a:lnTo>
                  <a:cubicBezTo>
                    <a:pt x="140527" y="0"/>
                    <a:pt x="141934" y="813"/>
                    <a:pt x="142638" y="2476"/>
                  </a:cubicBezTo>
                  <a:lnTo>
                    <a:pt x="255319" y="246352"/>
                  </a:lnTo>
                  <a:cubicBezTo>
                    <a:pt x="255541" y="246832"/>
                    <a:pt x="255689" y="247423"/>
                    <a:pt x="255689" y="248126"/>
                  </a:cubicBezTo>
                  <a:cubicBezTo>
                    <a:pt x="255689" y="249752"/>
                    <a:pt x="254763" y="250602"/>
                    <a:pt x="252874" y="250602"/>
                  </a:cubicBezTo>
                  <a:lnTo>
                    <a:pt x="202868" y="250602"/>
                  </a:lnTo>
                  <a:cubicBezTo>
                    <a:pt x="200756" y="250602"/>
                    <a:pt x="199349" y="249789"/>
                    <a:pt x="198645" y="248126"/>
                  </a:cubicBezTo>
                  <a:lnTo>
                    <a:pt x="181050" y="210166"/>
                  </a:lnTo>
                  <a:cubicBezTo>
                    <a:pt x="180346" y="208539"/>
                    <a:pt x="179050" y="207689"/>
                    <a:pt x="177161" y="207689"/>
                  </a:cubicBezTo>
                  <a:lnTo>
                    <a:pt x="78556" y="207689"/>
                  </a:lnTo>
                  <a:cubicBezTo>
                    <a:pt x="76445" y="207689"/>
                    <a:pt x="75037" y="208502"/>
                    <a:pt x="74333" y="210166"/>
                  </a:cubicBezTo>
                  <a:lnTo>
                    <a:pt x="56739" y="248126"/>
                  </a:lnTo>
                  <a:cubicBezTo>
                    <a:pt x="56035" y="249752"/>
                    <a:pt x="54738" y="250602"/>
                    <a:pt x="52849" y="250602"/>
                  </a:cubicBezTo>
                  <a:lnTo>
                    <a:pt x="2843" y="250602"/>
                  </a:lnTo>
                  <a:cubicBezTo>
                    <a:pt x="1658" y="250602"/>
                    <a:pt x="843" y="250196"/>
                    <a:pt x="361" y="249382"/>
                  </a:cubicBezTo>
                  <a:cubicBezTo>
                    <a:pt x="-120" y="248569"/>
                    <a:pt x="-120" y="247571"/>
                    <a:pt x="361" y="246388"/>
                  </a:cubicBezTo>
                  <a:lnTo>
                    <a:pt x="113412" y="2513"/>
                  </a:lnTo>
                  <a:close/>
                  <a:moveTo>
                    <a:pt x="96188" y="157421"/>
                  </a:moveTo>
                  <a:cubicBezTo>
                    <a:pt x="95966" y="157902"/>
                    <a:pt x="95817" y="158493"/>
                    <a:pt x="95817" y="159195"/>
                  </a:cubicBezTo>
                  <a:cubicBezTo>
                    <a:pt x="95817" y="160822"/>
                    <a:pt x="96743" y="161672"/>
                    <a:pt x="98633" y="161672"/>
                  </a:cubicBezTo>
                  <a:lnTo>
                    <a:pt x="157084" y="161672"/>
                  </a:lnTo>
                  <a:cubicBezTo>
                    <a:pt x="158270" y="161672"/>
                    <a:pt x="159085" y="161265"/>
                    <a:pt x="159566" y="160452"/>
                  </a:cubicBezTo>
                  <a:cubicBezTo>
                    <a:pt x="160048" y="159639"/>
                    <a:pt x="160048" y="158641"/>
                    <a:pt x="159566" y="157458"/>
                  </a:cubicBezTo>
                  <a:lnTo>
                    <a:pt x="130340" y="89633"/>
                  </a:lnTo>
                  <a:cubicBezTo>
                    <a:pt x="130118" y="88450"/>
                    <a:pt x="129266" y="87859"/>
                    <a:pt x="127859" y="87859"/>
                  </a:cubicBezTo>
                  <a:cubicBezTo>
                    <a:pt x="126932" y="87859"/>
                    <a:pt x="126080" y="88450"/>
                    <a:pt x="125377" y="89633"/>
                  </a:cubicBezTo>
                  <a:lnTo>
                    <a:pt x="96151" y="157458"/>
                  </a:lnTo>
                  <a:close/>
                </a:path>
              </a:pathLst>
            </a:custGeom>
            <a:grpFill/>
            <a:ln w="3692" cap="flat">
              <a:noFill/>
              <a:prstDash val="solid"/>
              <a:miter/>
            </a:ln>
          </p:spPr>
          <p:txBody>
            <a:bodyPr rtlCol="0" anchor="ctr"/>
            <a:lstStyle/>
            <a:p>
              <a:endParaRPr lang="en-US">
                <a:solidFill>
                  <a:schemeClr val="bg2"/>
                </a:solidFill>
              </a:endParaRPr>
            </a:p>
          </p:txBody>
        </p:sp>
        <p:sp>
          <p:nvSpPr>
            <p:cNvPr id="9" name="Freeform 8">
              <a:extLst>
                <a:ext uri="{FF2B5EF4-FFF2-40B4-BE49-F238E27FC236}">
                  <a16:creationId xmlns:a16="http://schemas.microsoft.com/office/drawing/2014/main" id="{82A9EA7D-F5B6-62A7-70F5-CDE66CFE6B83}"/>
                </a:ext>
              </a:extLst>
            </p:cNvPr>
            <p:cNvSpPr/>
            <p:nvPr/>
          </p:nvSpPr>
          <p:spPr>
            <a:xfrm>
              <a:off x="3736096"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2 w 202839"/>
                <a:gd name="connsiteY3" fmla="*/ 248421 h 250528"/>
                <a:gd name="connsiteX4" fmla="*/ 56377 w 202839"/>
                <a:gd name="connsiteY4" fmla="*/ 105748 h 250528"/>
                <a:gd name="connsiteX5" fmla="*/ 53896 w 202839"/>
                <a:gd name="connsiteY5" fmla="*/ 104344 h 250528"/>
                <a:gd name="connsiteX6" fmla="*/ 52117 w 202839"/>
                <a:gd name="connsiteY6" fmla="*/ 107522 h 250528"/>
                <a:gd name="connsiteX7" fmla="*/ 52117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7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2" y="248421"/>
                  </a:cubicBezTo>
                  <a:lnTo>
                    <a:pt x="56377" y="105748"/>
                  </a:lnTo>
                  <a:cubicBezTo>
                    <a:pt x="55451" y="104824"/>
                    <a:pt x="54599" y="104344"/>
                    <a:pt x="53896" y="104344"/>
                  </a:cubicBezTo>
                  <a:cubicBezTo>
                    <a:pt x="52710" y="104344"/>
                    <a:pt x="52117" y="105416"/>
                    <a:pt x="52117" y="107522"/>
                  </a:cubicBezTo>
                  <a:lnTo>
                    <a:pt x="52117" y="247017"/>
                  </a:lnTo>
                  <a:cubicBezTo>
                    <a:pt x="52117"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7" y="2107"/>
                  </a:cubicBezTo>
                  <a:lnTo>
                    <a:pt x="146463" y="144410"/>
                  </a:lnTo>
                  <a:cubicBezTo>
                    <a:pt x="147166"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bg2"/>
                </a:solidFill>
              </a:endParaRPr>
            </a:p>
          </p:txBody>
        </p:sp>
        <p:sp>
          <p:nvSpPr>
            <p:cNvPr id="10" name="Freeform 9">
              <a:extLst>
                <a:ext uri="{FF2B5EF4-FFF2-40B4-BE49-F238E27FC236}">
                  <a16:creationId xmlns:a16="http://schemas.microsoft.com/office/drawing/2014/main" id="{2A09016C-1825-2959-EE70-FB0F93D312F6}"/>
                </a:ext>
              </a:extLst>
            </p:cNvPr>
            <p:cNvSpPr/>
            <p:nvPr/>
          </p:nvSpPr>
          <p:spPr>
            <a:xfrm>
              <a:off x="4009389" y="5624255"/>
              <a:ext cx="176058" cy="250528"/>
            </a:xfrm>
            <a:custGeom>
              <a:avLst/>
              <a:gdLst>
                <a:gd name="connsiteX0" fmla="*/ 172540 w 176058"/>
                <a:gd name="connsiteY0" fmla="*/ 0 h 250528"/>
                <a:gd name="connsiteX1" fmla="*/ 176059 w 176058"/>
                <a:gd name="connsiteY1" fmla="*/ 3511 h 250528"/>
                <a:gd name="connsiteX2" fmla="*/ 176059 w 176058"/>
                <a:gd name="connsiteY2" fmla="*/ 42506 h 250528"/>
                <a:gd name="connsiteX3" fmla="*/ 172540 w 176058"/>
                <a:gd name="connsiteY3" fmla="*/ 46018 h 250528"/>
                <a:gd name="connsiteX4" fmla="*/ 117607 w 176058"/>
                <a:gd name="connsiteY4" fmla="*/ 46018 h 250528"/>
                <a:gd name="connsiteX5" fmla="*/ 114088 w 176058"/>
                <a:gd name="connsiteY5" fmla="*/ 49529 h 250528"/>
                <a:gd name="connsiteX6" fmla="*/ 114088 w 176058"/>
                <a:gd name="connsiteY6" fmla="*/ 247017 h 250528"/>
                <a:gd name="connsiteX7" fmla="*/ 110569 w 176058"/>
                <a:gd name="connsiteY7" fmla="*/ 250528 h 250528"/>
                <a:gd name="connsiteX8" fmla="*/ 65860 w 176058"/>
                <a:gd name="connsiteY8" fmla="*/ 250528 h 250528"/>
                <a:gd name="connsiteX9" fmla="*/ 62341 w 176058"/>
                <a:gd name="connsiteY9" fmla="*/ 247017 h 250528"/>
                <a:gd name="connsiteX10" fmla="*/ 62341 w 176058"/>
                <a:gd name="connsiteY10" fmla="*/ 49529 h 250528"/>
                <a:gd name="connsiteX11" fmla="*/ 58822 w 176058"/>
                <a:gd name="connsiteY11" fmla="*/ 46018 h 250528"/>
                <a:gd name="connsiteX12" fmla="*/ 3519 w 176058"/>
                <a:gd name="connsiteY12" fmla="*/ 46018 h 250528"/>
                <a:gd name="connsiteX13" fmla="*/ 0 w 176058"/>
                <a:gd name="connsiteY13" fmla="*/ 42506 h 250528"/>
                <a:gd name="connsiteX14" fmla="*/ 0 w 176058"/>
                <a:gd name="connsiteY14" fmla="*/ 3511 h 250528"/>
                <a:gd name="connsiteX15" fmla="*/ 3519 w 176058"/>
                <a:gd name="connsiteY15" fmla="*/ 0 h 250528"/>
                <a:gd name="connsiteX16" fmla="*/ 172540 w 176058"/>
                <a:gd name="connsiteY16" fmla="*/ 0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058" h="250528">
                  <a:moveTo>
                    <a:pt x="172540" y="0"/>
                  </a:moveTo>
                  <a:cubicBezTo>
                    <a:pt x="174873" y="0"/>
                    <a:pt x="176059" y="1183"/>
                    <a:pt x="176059" y="3511"/>
                  </a:cubicBezTo>
                  <a:lnTo>
                    <a:pt x="176059" y="42506"/>
                  </a:lnTo>
                  <a:cubicBezTo>
                    <a:pt x="176059" y="44835"/>
                    <a:pt x="174873" y="46018"/>
                    <a:pt x="172540" y="46018"/>
                  </a:cubicBezTo>
                  <a:lnTo>
                    <a:pt x="117607" y="46018"/>
                  </a:lnTo>
                  <a:cubicBezTo>
                    <a:pt x="115274" y="46018"/>
                    <a:pt x="114088" y="47200"/>
                    <a:pt x="114088" y="49529"/>
                  </a:cubicBezTo>
                  <a:lnTo>
                    <a:pt x="114088" y="247017"/>
                  </a:lnTo>
                  <a:cubicBezTo>
                    <a:pt x="114088" y="249345"/>
                    <a:pt x="112903" y="250528"/>
                    <a:pt x="110569" y="250528"/>
                  </a:cubicBezTo>
                  <a:lnTo>
                    <a:pt x="65860" y="250528"/>
                  </a:lnTo>
                  <a:cubicBezTo>
                    <a:pt x="63526" y="250528"/>
                    <a:pt x="62341" y="249345"/>
                    <a:pt x="62341" y="247017"/>
                  </a:cubicBezTo>
                  <a:lnTo>
                    <a:pt x="62341" y="49529"/>
                  </a:lnTo>
                  <a:cubicBezTo>
                    <a:pt x="62341" y="47200"/>
                    <a:pt x="61156" y="46018"/>
                    <a:pt x="58822" y="46018"/>
                  </a:cubicBezTo>
                  <a:lnTo>
                    <a:pt x="3519" y="46018"/>
                  </a:lnTo>
                  <a:cubicBezTo>
                    <a:pt x="1185" y="46018"/>
                    <a:pt x="0" y="44835"/>
                    <a:pt x="0" y="42506"/>
                  </a:cubicBezTo>
                  <a:lnTo>
                    <a:pt x="0" y="3511"/>
                  </a:lnTo>
                  <a:cubicBezTo>
                    <a:pt x="0" y="1183"/>
                    <a:pt x="1185" y="0"/>
                    <a:pt x="3519" y="0"/>
                  </a:cubicBezTo>
                  <a:lnTo>
                    <a:pt x="172540" y="0"/>
                  </a:lnTo>
                  <a:close/>
                </a:path>
              </a:pathLst>
            </a:custGeom>
            <a:grpFill/>
            <a:ln w="3692" cap="flat">
              <a:noFill/>
              <a:prstDash val="solid"/>
              <a:miter/>
            </a:ln>
          </p:spPr>
          <p:txBody>
            <a:bodyPr rtlCol="0" anchor="ctr"/>
            <a:lstStyle/>
            <a:p>
              <a:endParaRPr lang="en-US">
                <a:solidFill>
                  <a:schemeClr val="bg2"/>
                </a:solidFill>
              </a:endParaRPr>
            </a:p>
          </p:txBody>
        </p:sp>
        <p:sp>
          <p:nvSpPr>
            <p:cNvPr id="11" name="Freeform 10">
              <a:extLst>
                <a:ext uri="{FF2B5EF4-FFF2-40B4-BE49-F238E27FC236}">
                  <a16:creationId xmlns:a16="http://schemas.microsoft.com/office/drawing/2014/main" id="{BB921F2C-DB85-AE8C-BF62-A7A677C8C0A8}"/>
                </a:ext>
              </a:extLst>
            </p:cNvPr>
            <p:cNvSpPr/>
            <p:nvPr/>
          </p:nvSpPr>
          <p:spPr>
            <a:xfrm>
              <a:off x="4251012" y="5624255"/>
              <a:ext cx="156352" cy="250528"/>
            </a:xfrm>
            <a:custGeom>
              <a:avLst/>
              <a:gdLst>
                <a:gd name="connsiteX0" fmla="*/ 152834 w 156352"/>
                <a:gd name="connsiteY0" fmla="*/ 204511 h 250528"/>
                <a:gd name="connsiteX1" fmla="*/ 156353 w 156352"/>
                <a:gd name="connsiteY1" fmla="*/ 208022 h 250528"/>
                <a:gd name="connsiteX2" fmla="*/ 156353 w 156352"/>
                <a:gd name="connsiteY2" fmla="*/ 247017 h 250528"/>
                <a:gd name="connsiteX3" fmla="*/ 152834 w 156352"/>
                <a:gd name="connsiteY3" fmla="*/ 250528 h 250528"/>
                <a:gd name="connsiteX4" fmla="*/ 3519 w 156352"/>
                <a:gd name="connsiteY4" fmla="*/ 250528 h 250528"/>
                <a:gd name="connsiteX5" fmla="*/ 0 w 156352"/>
                <a:gd name="connsiteY5" fmla="*/ 247017 h 250528"/>
                <a:gd name="connsiteX6" fmla="*/ 0 w 156352"/>
                <a:gd name="connsiteY6" fmla="*/ 3511 h 250528"/>
                <a:gd name="connsiteX7" fmla="*/ 3519 w 156352"/>
                <a:gd name="connsiteY7" fmla="*/ 0 h 250528"/>
                <a:gd name="connsiteX8" fmla="*/ 149315 w 156352"/>
                <a:gd name="connsiteY8" fmla="*/ 0 h 250528"/>
                <a:gd name="connsiteX9" fmla="*/ 152834 w 156352"/>
                <a:gd name="connsiteY9" fmla="*/ 3511 h 250528"/>
                <a:gd name="connsiteX10" fmla="*/ 152834 w 156352"/>
                <a:gd name="connsiteY10" fmla="*/ 42506 h 250528"/>
                <a:gd name="connsiteX11" fmla="*/ 149315 w 156352"/>
                <a:gd name="connsiteY11" fmla="*/ 46018 h 250528"/>
                <a:gd name="connsiteX12" fmla="*/ 55636 w 156352"/>
                <a:gd name="connsiteY12" fmla="*/ 46018 h 250528"/>
                <a:gd name="connsiteX13" fmla="*/ 52118 w 156352"/>
                <a:gd name="connsiteY13" fmla="*/ 49529 h 250528"/>
                <a:gd name="connsiteX14" fmla="*/ 52118 w 156352"/>
                <a:gd name="connsiteY14" fmla="*/ 100832 h 250528"/>
                <a:gd name="connsiteX15" fmla="*/ 55636 w 156352"/>
                <a:gd name="connsiteY15" fmla="*/ 104344 h 250528"/>
                <a:gd name="connsiteX16" fmla="*/ 122904 w 156352"/>
                <a:gd name="connsiteY16" fmla="*/ 104344 h 250528"/>
                <a:gd name="connsiteX17" fmla="*/ 126423 w 156352"/>
                <a:gd name="connsiteY17" fmla="*/ 107855 h 250528"/>
                <a:gd name="connsiteX18" fmla="*/ 126423 w 156352"/>
                <a:gd name="connsiteY18" fmla="*/ 146850 h 250528"/>
                <a:gd name="connsiteX19" fmla="*/ 122904 w 156352"/>
                <a:gd name="connsiteY19" fmla="*/ 150361 h 250528"/>
                <a:gd name="connsiteX20" fmla="*/ 55636 w 156352"/>
                <a:gd name="connsiteY20" fmla="*/ 150361 h 250528"/>
                <a:gd name="connsiteX21" fmla="*/ 52118 w 156352"/>
                <a:gd name="connsiteY21" fmla="*/ 153873 h 250528"/>
                <a:gd name="connsiteX22" fmla="*/ 52118 w 156352"/>
                <a:gd name="connsiteY22" fmla="*/ 200962 h 250528"/>
                <a:gd name="connsiteX23" fmla="*/ 55636 w 156352"/>
                <a:gd name="connsiteY23" fmla="*/ 204474 h 250528"/>
                <a:gd name="connsiteX24" fmla="*/ 152834 w 156352"/>
                <a:gd name="connsiteY24" fmla="*/ 204474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52" h="250528">
                  <a:moveTo>
                    <a:pt x="152834" y="204511"/>
                  </a:moveTo>
                  <a:cubicBezTo>
                    <a:pt x="155167" y="204511"/>
                    <a:pt x="156353" y="205693"/>
                    <a:pt x="156353" y="208022"/>
                  </a:cubicBezTo>
                  <a:lnTo>
                    <a:pt x="156353" y="247017"/>
                  </a:lnTo>
                  <a:cubicBezTo>
                    <a:pt x="156353" y="249345"/>
                    <a:pt x="155167" y="250528"/>
                    <a:pt x="152834" y="250528"/>
                  </a:cubicBezTo>
                  <a:lnTo>
                    <a:pt x="3519" y="250528"/>
                  </a:lnTo>
                  <a:cubicBezTo>
                    <a:pt x="1185" y="250528"/>
                    <a:pt x="0" y="249345"/>
                    <a:pt x="0" y="247017"/>
                  </a:cubicBezTo>
                  <a:lnTo>
                    <a:pt x="0" y="3511"/>
                  </a:lnTo>
                  <a:cubicBezTo>
                    <a:pt x="0" y="1183"/>
                    <a:pt x="1185" y="0"/>
                    <a:pt x="3519" y="0"/>
                  </a:cubicBezTo>
                  <a:lnTo>
                    <a:pt x="149315" y="0"/>
                  </a:lnTo>
                  <a:cubicBezTo>
                    <a:pt x="151649" y="0"/>
                    <a:pt x="152834" y="1183"/>
                    <a:pt x="152834" y="3511"/>
                  </a:cubicBezTo>
                  <a:lnTo>
                    <a:pt x="152834" y="42506"/>
                  </a:lnTo>
                  <a:cubicBezTo>
                    <a:pt x="152834" y="44835"/>
                    <a:pt x="151649" y="46018"/>
                    <a:pt x="149315" y="46018"/>
                  </a:cubicBezTo>
                  <a:lnTo>
                    <a:pt x="55636" y="46018"/>
                  </a:lnTo>
                  <a:cubicBezTo>
                    <a:pt x="53303" y="46018"/>
                    <a:pt x="52118" y="47200"/>
                    <a:pt x="52118" y="49529"/>
                  </a:cubicBezTo>
                  <a:lnTo>
                    <a:pt x="52118" y="100832"/>
                  </a:lnTo>
                  <a:cubicBezTo>
                    <a:pt x="52118" y="103161"/>
                    <a:pt x="53303" y="104344"/>
                    <a:pt x="55636" y="104344"/>
                  </a:cubicBezTo>
                  <a:lnTo>
                    <a:pt x="122904" y="104344"/>
                  </a:lnTo>
                  <a:cubicBezTo>
                    <a:pt x="125238" y="104344"/>
                    <a:pt x="126423" y="105526"/>
                    <a:pt x="126423" y="107855"/>
                  </a:cubicBezTo>
                  <a:lnTo>
                    <a:pt x="126423" y="146850"/>
                  </a:lnTo>
                  <a:cubicBezTo>
                    <a:pt x="126423" y="149178"/>
                    <a:pt x="125238" y="150361"/>
                    <a:pt x="122904" y="150361"/>
                  </a:cubicBezTo>
                  <a:lnTo>
                    <a:pt x="55636" y="150361"/>
                  </a:lnTo>
                  <a:cubicBezTo>
                    <a:pt x="53303" y="150361"/>
                    <a:pt x="52118" y="151544"/>
                    <a:pt x="52118" y="153873"/>
                  </a:cubicBezTo>
                  <a:lnTo>
                    <a:pt x="52118" y="200962"/>
                  </a:lnTo>
                  <a:cubicBezTo>
                    <a:pt x="52118" y="203291"/>
                    <a:pt x="53303" y="204474"/>
                    <a:pt x="55636" y="204474"/>
                  </a:cubicBezTo>
                  <a:lnTo>
                    <a:pt x="152834" y="204474"/>
                  </a:lnTo>
                  <a:close/>
                </a:path>
              </a:pathLst>
            </a:custGeom>
            <a:grpFill/>
            <a:ln w="3692" cap="flat">
              <a:noFill/>
              <a:prstDash val="solid"/>
              <a:miter/>
            </a:ln>
          </p:spPr>
          <p:txBody>
            <a:bodyPr rtlCol="0" anchor="ctr"/>
            <a:lstStyle/>
            <a:p>
              <a:endParaRPr lang="en-US">
                <a:solidFill>
                  <a:schemeClr val="bg2"/>
                </a:solidFill>
              </a:endParaRPr>
            </a:p>
          </p:txBody>
        </p:sp>
        <p:sp>
          <p:nvSpPr>
            <p:cNvPr id="12" name="Freeform 11">
              <a:extLst>
                <a:ext uri="{FF2B5EF4-FFF2-40B4-BE49-F238E27FC236}">
                  <a16:creationId xmlns:a16="http://schemas.microsoft.com/office/drawing/2014/main" id="{F58E62C9-0F92-AB6D-B37E-04BF0EA0B03E}"/>
                </a:ext>
              </a:extLst>
            </p:cNvPr>
            <p:cNvSpPr/>
            <p:nvPr/>
          </p:nvSpPr>
          <p:spPr>
            <a:xfrm>
              <a:off x="4479596" y="5624255"/>
              <a:ext cx="196839" cy="250565"/>
            </a:xfrm>
            <a:custGeom>
              <a:avLst/>
              <a:gdLst>
                <a:gd name="connsiteX0" fmla="*/ 3519 w 196839"/>
                <a:gd name="connsiteY0" fmla="*/ 250528 h 250565"/>
                <a:gd name="connsiteX1" fmla="*/ 0 w 196839"/>
                <a:gd name="connsiteY1" fmla="*/ 247017 h 250565"/>
                <a:gd name="connsiteX2" fmla="*/ 0 w 196839"/>
                <a:gd name="connsiteY2" fmla="*/ 3511 h 250565"/>
                <a:gd name="connsiteX3" fmla="*/ 3519 w 196839"/>
                <a:gd name="connsiteY3" fmla="*/ 0 h 250565"/>
                <a:gd name="connsiteX4" fmla="*/ 106717 w 196839"/>
                <a:gd name="connsiteY4" fmla="*/ 0 h 250565"/>
                <a:gd name="connsiteX5" fmla="*/ 152315 w 196839"/>
                <a:gd name="connsiteY5" fmla="*/ 11052 h 250565"/>
                <a:gd name="connsiteX6" fmla="*/ 184875 w 196839"/>
                <a:gd name="connsiteY6" fmla="*/ 41989 h 250565"/>
                <a:gd name="connsiteX7" fmla="*/ 196839 w 196839"/>
                <a:gd name="connsiteY7" fmla="*/ 86787 h 250565"/>
                <a:gd name="connsiteX8" fmla="*/ 185394 w 196839"/>
                <a:gd name="connsiteY8" fmla="*/ 130365 h 250565"/>
                <a:gd name="connsiteX9" fmla="*/ 153167 w 196839"/>
                <a:gd name="connsiteY9" fmla="*/ 161635 h 250565"/>
                <a:gd name="connsiteX10" fmla="*/ 151575 w 196839"/>
                <a:gd name="connsiteY10" fmla="*/ 163557 h 250565"/>
                <a:gd name="connsiteX11" fmla="*/ 152093 w 196839"/>
                <a:gd name="connsiteY11" fmla="*/ 166551 h 250565"/>
                <a:gd name="connsiteX12" fmla="*/ 194691 w 196839"/>
                <a:gd name="connsiteY12" fmla="*/ 246315 h 250565"/>
                <a:gd name="connsiteX13" fmla="*/ 195395 w 196839"/>
                <a:gd name="connsiteY13" fmla="*/ 248089 h 250565"/>
                <a:gd name="connsiteX14" fmla="*/ 194506 w 196839"/>
                <a:gd name="connsiteY14" fmla="*/ 249863 h 250565"/>
                <a:gd name="connsiteX15" fmla="*/ 192209 w 196839"/>
                <a:gd name="connsiteY15" fmla="*/ 250565 h 250565"/>
                <a:gd name="connsiteX16" fmla="*/ 143610 w 196839"/>
                <a:gd name="connsiteY16" fmla="*/ 250565 h 250565"/>
                <a:gd name="connsiteX17" fmla="*/ 139388 w 196839"/>
                <a:gd name="connsiteY17" fmla="*/ 248089 h 250565"/>
                <a:gd name="connsiteX18" fmla="*/ 102420 w 196839"/>
                <a:gd name="connsiteY18" fmla="*/ 176050 h 250565"/>
                <a:gd name="connsiteX19" fmla="*/ 98197 w 196839"/>
                <a:gd name="connsiteY19" fmla="*/ 173573 h 250565"/>
                <a:gd name="connsiteX20" fmla="*/ 55600 w 196839"/>
                <a:gd name="connsiteY20" fmla="*/ 173573 h 250565"/>
                <a:gd name="connsiteX21" fmla="*/ 52081 w 196839"/>
                <a:gd name="connsiteY21" fmla="*/ 177085 h 250565"/>
                <a:gd name="connsiteX22" fmla="*/ 52081 w 196839"/>
                <a:gd name="connsiteY22" fmla="*/ 247017 h 250565"/>
                <a:gd name="connsiteX23" fmla="*/ 48562 w 196839"/>
                <a:gd name="connsiteY23" fmla="*/ 250528 h 250565"/>
                <a:gd name="connsiteX24" fmla="*/ 3482 w 196839"/>
                <a:gd name="connsiteY24" fmla="*/ 250528 h 250565"/>
                <a:gd name="connsiteX25" fmla="*/ 102828 w 196839"/>
                <a:gd name="connsiteY25" fmla="*/ 127556 h 250565"/>
                <a:gd name="connsiteX26" fmla="*/ 123423 w 196839"/>
                <a:gd name="connsiteY26" fmla="*/ 122455 h 250565"/>
                <a:gd name="connsiteX27" fmla="*/ 139091 w 196839"/>
                <a:gd name="connsiteY27" fmla="*/ 108225 h 250565"/>
                <a:gd name="connsiteX28" fmla="*/ 145092 w 196839"/>
                <a:gd name="connsiteY28" fmla="*/ 86787 h 250565"/>
                <a:gd name="connsiteX29" fmla="*/ 132239 w 196839"/>
                <a:gd name="connsiteY29" fmla="*/ 56921 h 250565"/>
                <a:gd name="connsiteX30" fmla="*/ 101087 w 196839"/>
                <a:gd name="connsiteY30" fmla="*/ 46018 h 250565"/>
                <a:gd name="connsiteX31" fmla="*/ 55674 w 196839"/>
                <a:gd name="connsiteY31" fmla="*/ 46018 h 250565"/>
                <a:gd name="connsiteX32" fmla="*/ 52155 w 196839"/>
                <a:gd name="connsiteY32" fmla="*/ 49529 h 250565"/>
                <a:gd name="connsiteX33" fmla="*/ 52155 w 196839"/>
                <a:gd name="connsiteY33" fmla="*/ 124007 h 250565"/>
                <a:gd name="connsiteX34" fmla="*/ 55674 w 196839"/>
                <a:gd name="connsiteY34" fmla="*/ 127519 h 250565"/>
                <a:gd name="connsiteX35" fmla="*/ 102865 w 196839"/>
                <a:gd name="connsiteY35" fmla="*/ 127519 h 2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6839" h="250565">
                  <a:moveTo>
                    <a:pt x="3519" y="250528"/>
                  </a:moveTo>
                  <a:cubicBezTo>
                    <a:pt x="1185" y="250528"/>
                    <a:pt x="0" y="249345"/>
                    <a:pt x="0" y="247017"/>
                  </a:cubicBezTo>
                  <a:lnTo>
                    <a:pt x="0" y="3511"/>
                  </a:lnTo>
                  <a:cubicBezTo>
                    <a:pt x="0" y="1183"/>
                    <a:pt x="1185" y="0"/>
                    <a:pt x="3519" y="0"/>
                  </a:cubicBezTo>
                  <a:lnTo>
                    <a:pt x="106717" y="0"/>
                  </a:lnTo>
                  <a:cubicBezTo>
                    <a:pt x="123386" y="0"/>
                    <a:pt x="138573" y="3696"/>
                    <a:pt x="152315" y="11052"/>
                  </a:cubicBezTo>
                  <a:cubicBezTo>
                    <a:pt x="166058" y="18444"/>
                    <a:pt x="176911" y="28756"/>
                    <a:pt x="184875" y="41989"/>
                  </a:cubicBezTo>
                  <a:cubicBezTo>
                    <a:pt x="192839" y="55221"/>
                    <a:pt x="196839" y="70154"/>
                    <a:pt x="196839" y="86787"/>
                  </a:cubicBezTo>
                  <a:cubicBezTo>
                    <a:pt x="196839" y="103420"/>
                    <a:pt x="193024" y="117724"/>
                    <a:pt x="185394" y="130365"/>
                  </a:cubicBezTo>
                  <a:cubicBezTo>
                    <a:pt x="177763" y="143006"/>
                    <a:pt x="167021" y="153429"/>
                    <a:pt x="153167" y="161635"/>
                  </a:cubicBezTo>
                  <a:cubicBezTo>
                    <a:pt x="152241" y="161856"/>
                    <a:pt x="151686" y="162522"/>
                    <a:pt x="151575" y="163557"/>
                  </a:cubicBezTo>
                  <a:cubicBezTo>
                    <a:pt x="151463" y="164592"/>
                    <a:pt x="151648" y="165627"/>
                    <a:pt x="152093" y="166551"/>
                  </a:cubicBezTo>
                  <a:lnTo>
                    <a:pt x="194691" y="246315"/>
                  </a:lnTo>
                  <a:lnTo>
                    <a:pt x="195395" y="248089"/>
                  </a:lnTo>
                  <a:cubicBezTo>
                    <a:pt x="195395" y="248791"/>
                    <a:pt x="195098" y="249382"/>
                    <a:pt x="194506" y="249863"/>
                  </a:cubicBezTo>
                  <a:cubicBezTo>
                    <a:pt x="193913" y="250343"/>
                    <a:pt x="193172" y="250565"/>
                    <a:pt x="192209" y="250565"/>
                  </a:cubicBezTo>
                  <a:lnTo>
                    <a:pt x="143610" y="250565"/>
                  </a:lnTo>
                  <a:cubicBezTo>
                    <a:pt x="141499" y="250565"/>
                    <a:pt x="140091" y="249752"/>
                    <a:pt x="139388" y="248089"/>
                  </a:cubicBezTo>
                  <a:lnTo>
                    <a:pt x="102420" y="176050"/>
                  </a:lnTo>
                  <a:cubicBezTo>
                    <a:pt x="101716" y="174424"/>
                    <a:pt x="100309" y="173573"/>
                    <a:pt x="98197" y="173573"/>
                  </a:cubicBezTo>
                  <a:lnTo>
                    <a:pt x="55600" y="173573"/>
                  </a:lnTo>
                  <a:cubicBezTo>
                    <a:pt x="53266" y="173573"/>
                    <a:pt x="52081" y="174756"/>
                    <a:pt x="52081" y="177085"/>
                  </a:cubicBezTo>
                  <a:lnTo>
                    <a:pt x="52081" y="247017"/>
                  </a:lnTo>
                  <a:cubicBezTo>
                    <a:pt x="52081" y="249345"/>
                    <a:pt x="50895" y="250528"/>
                    <a:pt x="48562" y="250528"/>
                  </a:cubicBezTo>
                  <a:lnTo>
                    <a:pt x="3482" y="250528"/>
                  </a:lnTo>
                  <a:close/>
                  <a:moveTo>
                    <a:pt x="102828" y="127556"/>
                  </a:moveTo>
                  <a:cubicBezTo>
                    <a:pt x="110088" y="127556"/>
                    <a:pt x="116978" y="125855"/>
                    <a:pt x="123423" y="122455"/>
                  </a:cubicBezTo>
                  <a:cubicBezTo>
                    <a:pt x="129868" y="119054"/>
                    <a:pt x="135091" y="114323"/>
                    <a:pt x="139091" y="108225"/>
                  </a:cubicBezTo>
                  <a:cubicBezTo>
                    <a:pt x="143092" y="102126"/>
                    <a:pt x="145092" y="94992"/>
                    <a:pt x="145092" y="86787"/>
                  </a:cubicBezTo>
                  <a:cubicBezTo>
                    <a:pt x="145092" y="74146"/>
                    <a:pt x="140795" y="64166"/>
                    <a:pt x="132239" y="56921"/>
                  </a:cubicBezTo>
                  <a:cubicBezTo>
                    <a:pt x="123682" y="49677"/>
                    <a:pt x="113273" y="46018"/>
                    <a:pt x="101087" y="46018"/>
                  </a:cubicBezTo>
                  <a:lnTo>
                    <a:pt x="55674" y="46018"/>
                  </a:lnTo>
                  <a:cubicBezTo>
                    <a:pt x="53340" y="46018"/>
                    <a:pt x="52155" y="47200"/>
                    <a:pt x="52155" y="49529"/>
                  </a:cubicBezTo>
                  <a:lnTo>
                    <a:pt x="52155" y="124007"/>
                  </a:lnTo>
                  <a:cubicBezTo>
                    <a:pt x="52155" y="126336"/>
                    <a:pt x="53340" y="127519"/>
                    <a:pt x="55674" y="127519"/>
                  </a:cubicBezTo>
                  <a:lnTo>
                    <a:pt x="102865" y="127519"/>
                  </a:lnTo>
                  <a:close/>
                </a:path>
              </a:pathLst>
            </a:custGeom>
            <a:grpFill/>
            <a:ln w="3692" cap="flat">
              <a:noFill/>
              <a:prstDash val="solid"/>
              <a:miter/>
            </a:ln>
          </p:spPr>
          <p:txBody>
            <a:bodyPr rtlCol="0" anchor="ctr"/>
            <a:lstStyle/>
            <a:p>
              <a:endParaRPr lang="en-US">
                <a:solidFill>
                  <a:schemeClr val="bg2"/>
                </a:solidFill>
              </a:endParaRPr>
            </a:p>
          </p:txBody>
        </p:sp>
        <p:sp>
          <p:nvSpPr>
            <p:cNvPr id="14" name="Freeform 13">
              <a:extLst>
                <a:ext uri="{FF2B5EF4-FFF2-40B4-BE49-F238E27FC236}">
                  <a16:creationId xmlns:a16="http://schemas.microsoft.com/office/drawing/2014/main" id="{996F8D2E-4D4A-4E55-C47E-C1CC8CED849B}"/>
                </a:ext>
              </a:extLst>
            </p:cNvPr>
            <p:cNvSpPr/>
            <p:nvPr/>
          </p:nvSpPr>
          <p:spPr>
            <a:xfrm>
              <a:off x="4744703"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3 w 202839"/>
                <a:gd name="connsiteY3" fmla="*/ 248421 h 250528"/>
                <a:gd name="connsiteX4" fmla="*/ 56377 w 202839"/>
                <a:gd name="connsiteY4" fmla="*/ 105748 h 250528"/>
                <a:gd name="connsiteX5" fmla="*/ 53896 w 202839"/>
                <a:gd name="connsiteY5" fmla="*/ 104344 h 250528"/>
                <a:gd name="connsiteX6" fmla="*/ 52118 w 202839"/>
                <a:gd name="connsiteY6" fmla="*/ 107522 h 250528"/>
                <a:gd name="connsiteX7" fmla="*/ 52118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8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3" y="248421"/>
                  </a:cubicBezTo>
                  <a:lnTo>
                    <a:pt x="56377" y="105748"/>
                  </a:lnTo>
                  <a:cubicBezTo>
                    <a:pt x="55451" y="104824"/>
                    <a:pt x="54599" y="104344"/>
                    <a:pt x="53896" y="104344"/>
                  </a:cubicBezTo>
                  <a:cubicBezTo>
                    <a:pt x="52710" y="104344"/>
                    <a:pt x="52118" y="105416"/>
                    <a:pt x="52118" y="107522"/>
                  </a:cubicBezTo>
                  <a:lnTo>
                    <a:pt x="52118" y="247017"/>
                  </a:lnTo>
                  <a:cubicBezTo>
                    <a:pt x="52118"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8" y="2107"/>
                  </a:cubicBezTo>
                  <a:lnTo>
                    <a:pt x="146463" y="144410"/>
                  </a:lnTo>
                  <a:cubicBezTo>
                    <a:pt x="147167"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bg2"/>
                </a:solidFill>
              </a:endParaRPr>
            </a:p>
          </p:txBody>
        </p:sp>
        <p:sp>
          <p:nvSpPr>
            <p:cNvPr id="15" name="Freeform 14">
              <a:extLst>
                <a:ext uri="{FF2B5EF4-FFF2-40B4-BE49-F238E27FC236}">
                  <a16:creationId xmlns:a16="http://schemas.microsoft.com/office/drawing/2014/main" id="{D235B4C2-87B6-0186-12E3-559B41EEAF25}"/>
                </a:ext>
              </a:extLst>
            </p:cNvPr>
            <p:cNvSpPr/>
            <p:nvPr/>
          </p:nvSpPr>
          <p:spPr>
            <a:xfrm>
              <a:off x="2649665" y="5714387"/>
              <a:ext cx="129608" cy="253611"/>
            </a:xfrm>
            <a:custGeom>
              <a:avLst/>
              <a:gdLst>
                <a:gd name="connsiteX0" fmla="*/ 51488 w 129608"/>
                <a:gd name="connsiteY0" fmla="*/ 172003 h 253611"/>
                <a:gd name="connsiteX1" fmla="*/ 114866 w 129608"/>
                <a:gd name="connsiteY1" fmla="*/ 95454 h 253611"/>
                <a:gd name="connsiteX2" fmla="*/ 129609 w 129608"/>
                <a:gd name="connsiteY2" fmla="*/ 77491 h 253611"/>
                <a:gd name="connsiteX3" fmla="*/ 129609 w 129608"/>
                <a:gd name="connsiteY3" fmla="*/ 18463 h 253611"/>
                <a:gd name="connsiteX4" fmla="*/ 108310 w 129608"/>
                <a:gd name="connsiteY4" fmla="*/ 277 h 253611"/>
                <a:gd name="connsiteX5" fmla="*/ 0 w 129608"/>
                <a:gd name="connsiteY5" fmla="*/ 127870 h 253611"/>
                <a:gd name="connsiteX6" fmla="*/ 98716 w 129608"/>
                <a:gd name="connsiteY6" fmla="*/ 253467 h 253611"/>
                <a:gd name="connsiteX7" fmla="*/ 104531 w 129608"/>
                <a:gd name="connsiteY7" fmla="*/ 248994 h 253611"/>
                <a:gd name="connsiteX8" fmla="*/ 104531 w 129608"/>
                <a:gd name="connsiteY8" fmla="*/ 248994 h 253611"/>
                <a:gd name="connsiteX9" fmla="*/ 101494 w 129608"/>
                <a:gd name="connsiteY9" fmla="*/ 244670 h 253611"/>
                <a:gd name="connsiteX10" fmla="*/ 51525 w 129608"/>
                <a:gd name="connsiteY10" fmla="*/ 172040 h 25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08" h="253611">
                  <a:moveTo>
                    <a:pt x="51488" y="172003"/>
                  </a:moveTo>
                  <a:cubicBezTo>
                    <a:pt x="51488" y="133969"/>
                    <a:pt x="78751" y="102329"/>
                    <a:pt x="114866" y="95454"/>
                  </a:cubicBezTo>
                  <a:cubicBezTo>
                    <a:pt x="122978" y="93902"/>
                    <a:pt x="129609" y="85733"/>
                    <a:pt x="129609" y="77491"/>
                  </a:cubicBezTo>
                  <a:lnTo>
                    <a:pt x="129609" y="18463"/>
                  </a:lnTo>
                  <a:cubicBezTo>
                    <a:pt x="129609" y="6635"/>
                    <a:pt x="120015" y="-1645"/>
                    <a:pt x="108310" y="277"/>
                  </a:cubicBezTo>
                  <a:cubicBezTo>
                    <a:pt x="46858" y="10405"/>
                    <a:pt x="0" y="63704"/>
                    <a:pt x="0" y="127870"/>
                  </a:cubicBezTo>
                  <a:cubicBezTo>
                    <a:pt x="0" y="188673"/>
                    <a:pt x="42042" y="239643"/>
                    <a:pt x="98716" y="253467"/>
                  </a:cubicBezTo>
                  <a:cubicBezTo>
                    <a:pt x="101679" y="254206"/>
                    <a:pt x="104531" y="252025"/>
                    <a:pt x="104531" y="248994"/>
                  </a:cubicBezTo>
                  <a:lnTo>
                    <a:pt x="104531" y="248994"/>
                  </a:lnTo>
                  <a:cubicBezTo>
                    <a:pt x="104531" y="247073"/>
                    <a:pt x="103309" y="245372"/>
                    <a:pt x="101494" y="244670"/>
                  </a:cubicBezTo>
                  <a:cubicBezTo>
                    <a:pt x="72268" y="233397"/>
                    <a:pt x="51525" y="205158"/>
                    <a:pt x="51525" y="172040"/>
                  </a:cubicBezTo>
                  <a:close/>
                </a:path>
              </a:pathLst>
            </a:custGeom>
            <a:grpFill/>
            <a:ln w="3692" cap="flat">
              <a:noFill/>
              <a:prstDash val="solid"/>
              <a:miter/>
            </a:ln>
          </p:spPr>
          <p:txBody>
            <a:bodyPr rtlCol="0" anchor="ctr"/>
            <a:lstStyle/>
            <a:p>
              <a:endParaRPr lang="en-US">
                <a:solidFill>
                  <a:schemeClr val="bg2"/>
                </a:solidFill>
              </a:endParaRPr>
            </a:p>
          </p:txBody>
        </p:sp>
        <p:sp>
          <p:nvSpPr>
            <p:cNvPr id="16" name="Freeform 15">
              <a:extLst>
                <a:ext uri="{FF2B5EF4-FFF2-40B4-BE49-F238E27FC236}">
                  <a16:creationId xmlns:a16="http://schemas.microsoft.com/office/drawing/2014/main" id="{1967F9E3-A067-5A5F-A278-C64F4FDC84BA}"/>
                </a:ext>
              </a:extLst>
            </p:cNvPr>
            <p:cNvSpPr/>
            <p:nvPr/>
          </p:nvSpPr>
          <p:spPr>
            <a:xfrm>
              <a:off x="2779274" y="5459914"/>
              <a:ext cx="234362" cy="508006"/>
            </a:xfrm>
            <a:custGeom>
              <a:avLst/>
              <a:gdLst>
                <a:gd name="connsiteX0" fmla="*/ 234362 w 234362"/>
                <a:gd name="connsiteY0" fmla="*/ 255009 h 508006"/>
                <a:gd name="connsiteX1" fmla="*/ 21632 w 234362"/>
                <a:gd name="connsiteY1" fmla="*/ 341 h 508006"/>
                <a:gd name="connsiteX2" fmla="*/ 0 w 234362"/>
                <a:gd name="connsiteY2" fmla="*/ 18452 h 508006"/>
                <a:gd name="connsiteX3" fmla="*/ 0 w 234362"/>
                <a:gd name="connsiteY3" fmla="*/ 163047 h 508006"/>
                <a:gd name="connsiteX4" fmla="*/ 14076 w 234362"/>
                <a:gd name="connsiteY4" fmla="*/ 180863 h 508006"/>
                <a:gd name="connsiteX5" fmla="*/ 144055 w 234362"/>
                <a:gd name="connsiteY5" fmla="*/ 345085 h 508006"/>
                <a:gd name="connsiteX6" fmla="*/ 123830 w 234362"/>
                <a:gd name="connsiteY6" fmla="*/ 425108 h 508006"/>
                <a:gd name="connsiteX7" fmla="*/ 50599 w 234362"/>
                <a:gd name="connsiteY7" fmla="*/ 491528 h 508006"/>
                <a:gd name="connsiteX8" fmla="*/ 27966 w 234362"/>
                <a:gd name="connsiteY8" fmla="*/ 498625 h 508006"/>
                <a:gd name="connsiteX9" fmla="*/ 24262 w 234362"/>
                <a:gd name="connsiteY9" fmla="*/ 503245 h 508006"/>
                <a:gd name="connsiteX10" fmla="*/ 24262 w 234362"/>
                <a:gd name="connsiteY10" fmla="*/ 503245 h 508006"/>
                <a:gd name="connsiteX11" fmla="*/ 30004 w 234362"/>
                <a:gd name="connsiteY11" fmla="*/ 507902 h 508006"/>
                <a:gd name="connsiteX12" fmla="*/ 234362 w 234362"/>
                <a:gd name="connsiteY12" fmla="*/ 254972 h 50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362" h="508006">
                  <a:moveTo>
                    <a:pt x="234362" y="255009"/>
                  </a:moveTo>
                  <a:cubicBezTo>
                    <a:pt x="234362" y="127970"/>
                    <a:pt x="142610" y="22296"/>
                    <a:pt x="21632" y="341"/>
                  </a:cubicBezTo>
                  <a:cubicBezTo>
                    <a:pt x="9742" y="-1803"/>
                    <a:pt x="0" y="6402"/>
                    <a:pt x="0" y="18452"/>
                  </a:cubicBezTo>
                  <a:lnTo>
                    <a:pt x="0" y="163047"/>
                  </a:lnTo>
                  <a:cubicBezTo>
                    <a:pt x="0" y="170994"/>
                    <a:pt x="6334" y="179052"/>
                    <a:pt x="14076" y="180863"/>
                  </a:cubicBezTo>
                  <a:cubicBezTo>
                    <a:pt x="88604" y="198494"/>
                    <a:pt x="144055" y="265321"/>
                    <a:pt x="144055" y="345085"/>
                  </a:cubicBezTo>
                  <a:cubicBezTo>
                    <a:pt x="144055" y="374063"/>
                    <a:pt x="136721" y="401304"/>
                    <a:pt x="123830" y="425108"/>
                  </a:cubicBezTo>
                  <a:cubicBezTo>
                    <a:pt x="102679" y="461441"/>
                    <a:pt x="74157" y="480994"/>
                    <a:pt x="50599" y="491528"/>
                  </a:cubicBezTo>
                  <a:cubicBezTo>
                    <a:pt x="43302" y="494411"/>
                    <a:pt x="35745" y="496777"/>
                    <a:pt x="27966" y="498625"/>
                  </a:cubicBezTo>
                  <a:cubicBezTo>
                    <a:pt x="25818" y="499142"/>
                    <a:pt x="24262" y="501028"/>
                    <a:pt x="24262" y="503245"/>
                  </a:cubicBezTo>
                  <a:lnTo>
                    <a:pt x="24262" y="503245"/>
                  </a:lnTo>
                  <a:cubicBezTo>
                    <a:pt x="24262" y="506239"/>
                    <a:pt x="27040" y="508531"/>
                    <a:pt x="30004" y="507902"/>
                  </a:cubicBezTo>
                  <a:cubicBezTo>
                    <a:pt x="146833" y="482694"/>
                    <a:pt x="234362" y="379090"/>
                    <a:pt x="234362" y="254972"/>
                  </a:cubicBezTo>
                  <a:close/>
                </a:path>
              </a:pathLst>
            </a:custGeom>
            <a:grpFill/>
            <a:ln w="3692" cap="flat">
              <a:noFill/>
              <a:prstDash val="solid"/>
              <a:miter/>
            </a:ln>
          </p:spPr>
          <p:txBody>
            <a:bodyPr rtlCol="0" anchor="ctr"/>
            <a:lstStyle/>
            <a:p>
              <a:endParaRPr lang="en-US">
                <a:solidFill>
                  <a:schemeClr val="bg2"/>
                </a:solidFill>
              </a:endParaRPr>
            </a:p>
          </p:txBody>
        </p:sp>
        <p:sp>
          <p:nvSpPr>
            <p:cNvPr id="18" name="Freeform 17">
              <a:extLst>
                <a:ext uri="{FF2B5EF4-FFF2-40B4-BE49-F238E27FC236}">
                  <a16:creationId xmlns:a16="http://schemas.microsoft.com/office/drawing/2014/main" id="{CE383C09-B7C1-1B30-C063-CB735010F53F}"/>
                </a:ext>
              </a:extLst>
            </p:cNvPr>
            <p:cNvSpPr/>
            <p:nvPr/>
          </p:nvSpPr>
          <p:spPr>
            <a:xfrm>
              <a:off x="3210809" y="6013428"/>
              <a:ext cx="61822" cy="88376"/>
            </a:xfrm>
            <a:custGeom>
              <a:avLst/>
              <a:gdLst>
                <a:gd name="connsiteX0" fmla="*/ 0 w 61822"/>
                <a:gd name="connsiteY0" fmla="*/ 0 h 88376"/>
                <a:gd name="connsiteX1" fmla="*/ 61822 w 61822"/>
                <a:gd name="connsiteY1" fmla="*/ 0 h 88376"/>
                <a:gd name="connsiteX2" fmla="*/ 61822 w 61822"/>
                <a:gd name="connsiteY2" fmla="*/ 11828 h 88376"/>
                <a:gd name="connsiteX3" fmla="*/ 38227 w 61822"/>
                <a:gd name="connsiteY3" fmla="*/ 11828 h 88376"/>
                <a:gd name="connsiteX4" fmla="*/ 38227 w 61822"/>
                <a:gd name="connsiteY4" fmla="*/ 88376 h 88376"/>
                <a:gd name="connsiteX5" fmla="*/ 23707 w 61822"/>
                <a:gd name="connsiteY5" fmla="*/ 88376 h 88376"/>
                <a:gd name="connsiteX6" fmla="*/ 23707 w 61822"/>
                <a:gd name="connsiteY6" fmla="*/ 11828 h 88376"/>
                <a:gd name="connsiteX7" fmla="*/ 0 w 61822"/>
                <a:gd name="connsiteY7" fmla="*/ 11828 h 88376"/>
                <a:gd name="connsiteX8" fmla="*/ 0 w 61822"/>
                <a:gd name="connsiteY8" fmla="*/ 0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22" h="88376">
                  <a:moveTo>
                    <a:pt x="0" y="0"/>
                  </a:moveTo>
                  <a:lnTo>
                    <a:pt x="61822" y="0"/>
                  </a:lnTo>
                  <a:lnTo>
                    <a:pt x="61822" y="11828"/>
                  </a:lnTo>
                  <a:lnTo>
                    <a:pt x="38227" y="11828"/>
                  </a:lnTo>
                  <a:lnTo>
                    <a:pt x="38227" y="88376"/>
                  </a:lnTo>
                  <a:lnTo>
                    <a:pt x="23707" y="88376"/>
                  </a:lnTo>
                  <a:lnTo>
                    <a:pt x="23707" y="11828"/>
                  </a:lnTo>
                  <a:lnTo>
                    <a:pt x="0" y="11828"/>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19" name="Freeform 18">
              <a:extLst>
                <a:ext uri="{FF2B5EF4-FFF2-40B4-BE49-F238E27FC236}">
                  <a16:creationId xmlns:a16="http://schemas.microsoft.com/office/drawing/2014/main" id="{73DAA97E-DE52-D267-E21E-E472AAA4F48B}"/>
                </a:ext>
              </a:extLst>
            </p:cNvPr>
            <p:cNvSpPr/>
            <p:nvPr/>
          </p:nvSpPr>
          <p:spPr>
            <a:xfrm>
              <a:off x="3283707" y="6007735"/>
              <a:ext cx="64230" cy="94142"/>
            </a:xfrm>
            <a:custGeom>
              <a:avLst/>
              <a:gdLst>
                <a:gd name="connsiteX0" fmla="*/ 0 w 64230"/>
                <a:gd name="connsiteY0" fmla="*/ 0 h 94142"/>
                <a:gd name="connsiteX1" fmla="*/ 14520 w 64230"/>
                <a:gd name="connsiteY1" fmla="*/ 0 h 94142"/>
                <a:gd name="connsiteX2" fmla="*/ 14520 w 64230"/>
                <a:gd name="connsiteY2" fmla="*/ 32194 h 94142"/>
                <a:gd name="connsiteX3" fmla="*/ 36301 w 64230"/>
                <a:gd name="connsiteY3" fmla="*/ 22916 h 94142"/>
                <a:gd name="connsiteX4" fmla="*/ 64230 w 64230"/>
                <a:gd name="connsiteY4" fmla="*/ 52819 h 94142"/>
                <a:gd name="connsiteX5" fmla="*/ 64230 w 64230"/>
                <a:gd name="connsiteY5" fmla="*/ 94142 h 94142"/>
                <a:gd name="connsiteX6" fmla="*/ 49821 w 64230"/>
                <a:gd name="connsiteY6" fmla="*/ 94142 h 94142"/>
                <a:gd name="connsiteX7" fmla="*/ 49821 w 64230"/>
                <a:gd name="connsiteY7" fmla="*/ 54962 h 94142"/>
                <a:gd name="connsiteX8" fmla="*/ 32226 w 64230"/>
                <a:gd name="connsiteY8" fmla="*/ 35520 h 94142"/>
                <a:gd name="connsiteX9" fmla="*/ 14520 w 64230"/>
                <a:gd name="connsiteY9" fmla="*/ 54962 h 94142"/>
                <a:gd name="connsiteX10" fmla="*/ 14520 w 64230"/>
                <a:gd name="connsiteY10" fmla="*/ 94142 h 94142"/>
                <a:gd name="connsiteX11" fmla="*/ 0 w 64230"/>
                <a:gd name="connsiteY11" fmla="*/ 94142 h 94142"/>
                <a:gd name="connsiteX12" fmla="*/ 0 w 64230"/>
                <a:gd name="connsiteY12" fmla="*/ 37 h 9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0" h="94142">
                  <a:moveTo>
                    <a:pt x="0" y="0"/>
                  </a:moveTo>
                  <a:lnTo>
                    <a:pt x="14520" y="0"/>
                  </a:lnTo>
                  <a:lnTo>
                    <a:pt x="14520" y="32194"/>
                  </a:lnTo>
                  <a:cubicBezTo>
                    <a:pt x="19373" y="26354"/>
                    <a:pt x="27263" y="22916"/>
                    <a:pt x="36301" y="22916"/>
                  </a:cubicBezTo>
                  <a:cubicBezTo>
                    <a:pt x="51969" y="22916"/>
                    <a:pt x="64230" y="33229"/>
                    <a:pt x="64230" y="52819"/>
                  </a:cubicBezTo>
                  <a:lnTo>
                    <a:pt x="64230" y="94142"/>
                  </a:lnTo>
                  <a:lnTo>
                    <a:pt x="49821" y="94142"/>
                  </a:lnTo>
                  <a:lnTo>
                    <a:pt x="49821" y="54962"/>
                  </a:lnTo>
                  <a:cubicBezTo>
                    <a:pt x="49821" y="42100"/>
                    <a:pt x="42820" y="35520"/>
                    <a:pt x="32226" y="35520"/>
                  </a:cubicBezTo>
                  <a:cubicBezTo>
                    <a:pt x="21632" y="35520"/>
                    <a:pt x="14520" y="42137"/>
                    <a:pt x="14520" y="54962"/>
                  </a:cubicBezTo>
                  <a:lnTo>
                    <a:pt x="14520" y="94142"/>
                  </a:lnTo>
                  <a:lnTo>
                    <a:pt x="0" y="94142"/>
                  </a:lnTo>
                  <a:lnTo>
                    <a:pt x="0" y="37"/>
                  </a:lnTo>
                  <a:close/>
                </a:path>
              </a:pathLst>
            </a:custGeom>
            <a:grpFill/>
            <a:ln w="3692" cap="flat">
              <a:noFill/>
              <a:prstDash val="solid"/>
              <a:miter/>
            </a:ln>
          </p:spPr>
          <p:txBody>
            <a:bodyPr rtlCol="0" anchor="ctr"/>
            <a:lstStyle/>
            <a:p>
              <a:endParaRPr lang="en-US">
                <a:solidFill>
                  <a:schemeClr val="bg2"/>
                </a:solidFill>
              </a:endParaRPr>
            </a:p>
          </p:txBody>
        </p:sp>
        <p:sp>
          <p:nvSpPr>
            <p:cNvPr id="20" name="Freeform 19">
              <a:extLst>
                <a:ext uri="{FF2B5EF4-FFF2-40B4-BE49-F238E27FC236}">
                  <a16:creationId xmlns:a16="http://schemas.microsoft.com/office/drawing/2014/main" id="{E1EC6C08-4F66-B534-8C57-8564EAC391A1}"/>
                </a:ext>
              </a:extLst>
            </p:cNvPr>
            <p:cNvSpPr/>
            <p:nvPr/>
          </p:nvSpPr>
          <p:spPr>
            <a:xfrm>
              <a:off x="3360420"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bg2"/>
                </a:solidFill>
              </a:endParaRPr>
            </a:p>
          </p:txBody>
        </p:sp>
        <p:sp>
          <p:nvSpPr>
            <p:cNvPr id="21" name="Freeform 20">
              <a:extLst>
                <a:ext uri="{FF2B5EF4-FFF2-40B4-BE49-F238E27FC236}">
                  <a16:creationId xmlns:a16="http://schemas.microsoft.com/office/drawing/2014/main" id="{BFA39453-1D0D-3CE6-13C0-69299564514A}"/>
                </a:ext>
              </a:extLst>
            </p:cNvPr>
            <p:cNvSpPr/>
            <p:nvPr/>
          </p:nvSpPr>
          <p:spPr>
            <a:xfrm>
              <a:off x="3474916" y="6012282"/>
              <a:ext cx="61896" cy="90445"/>
            </a:xfrm>
            <a:custGeom>
              <a:avLst/>
              <a:gdLst>
                <a:gd name="connsiteX0" fmla="*/ 31337 w 61896"/>
                <a:gd name="connsiteY0" fmla="*/ 90446 h 90445"/>
                <a:gd name="connsiteX1" fmla="*/ 0 w 61896"/>
                <a:gd name="connsiteY1" fmla="*/ 65127 h 90445"/>
                <a:gd name="connsiteX2" fmla="*/ 15558 w 61896"/>
                <a:gd name="connsiteY2" fmla="*/ 65127 h 90445"/>
                <a:gd name="connsiteX3" fmla="*/ 31374 w 61896"/>
                <a:gd name="connsiteY3" fmla="*/ 78211 h 90445"/>
                <a:gd name="connsiteX4" fmla="*/ 47302 w 61896"/>
                <a:gd name="connsiteY4" fmla="*/ 65238 h 90445"/>
                <a:gd name="connsiteX5" fmla="*/ 259 w 61896"/>
                <a:gd name="connsiteY5" fmla="*/ 25171 h 90445"/>
                <a:gd name="connsiteX6" fmla="*/ 30708 w 61896"/>
                <a:gd name="connsiteY6" fmla="*/ 0 h 90445"/>
                <a:gd name="connsiteX7" fmla="*/ 60934 w 61896"/>
                <a:gd name="connsiteY7" fmla="*/ 24025 h 90445"/>
                <a:gd name="connsiteX8" fmla="*/ 44857 w 61896"/>
                <a:gd name="connsiteY8" fmla="*/ 24025 h 90445"/>
                <a:gd name="connsiteX9" fmla="*/ 29930 w 61896"/>
                <a:gd name="connsiteY9" fmla="*/ 12308 h 90445"/>
                <a:gd name="connsiteX10" fmla="*/ 15002 w 61896"/>
                <a:gd name="connsiteY10" fmla="*/ 24654 h 90445"/>
                <a:gd name="connsiteX11" fmla="*/ 61897 w 61896"/>
                <a:gd name="connsiteY11" fmla="*/ 64462 h 90445"/>
                <a:gd name="connsiteX12" fmla="*/ 31300 w 61896"/>
                <a:gd name="connsiteY12" fmla="*/ 90409 h 9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896" h="90445">
                  <a:moveTo>
                    <a:pt x="31337" y="90446"/>
                  </a:moveTo>
                  <a:cubicBezTo>
                    <a:pt x="13631" y="90446"/>
                    <a:pt x="0" y="80762"/>
                    <a:pt x="0" y="65127"/>
                  </a:cubicBezTo>
                  <a:lnTo>
                    <a:pt x="15558" y="65127"/>
                  </a:lnTo>
                  <a:cubicBezTo>
                    <a:pt x="16187" y="72372"/>
                    <a:pt x="21299" y="78211"/>
                    <a:pt x="31374" y="78211"/>
                  </a:cubicBezTo>
                  <a:cubicBezTo>
                    <a:pt x="41450" y="78211"/>
                    <a:pt x="47302" y="72741"/>
                    <a:pt x="47302" y="65238"/>
                  </a:cubicBezTo>
                  <a:cubicBezTo>
                    <a:pt x="47302" y="43874"/>
                    <a:pt x="259" y="57735"/>
                    <a:pt x="259" y="25171"/>
                  </a:cubicBezTo>
                  <a:cubicBezTo>
                    <a:pt x="259" y="9647"/>
                    <a:pt x="12631" y="0"/>
                    <a:pt x="30708" y="0"/>
                  </a:cubicBezTo>
                  <a:cubicBezTo>
                    <a:pt x="47673" y="0"/>
                    <a:pt x="59637" y="8908"/>
                    <a:pt x="60934" y="24025"/>
                  </a:cubicBezTo>
                  <a:lnTo>
                    <a:pt x="44857" y="24025"/>
                  </a:lnTo>
                  <a:cubicBezTo>
                    <a:pt x="44339" y="18037"/>
                    <a:pt x="39116" y="12567"/>
                    <a:pt x="29930" y="12308"/>
                  </a:cubicBezTo>
                  <a:cubicBezTo>
                    <a:pt x="21521" y="12050"/>
                    <a:pt x="15002" y="16115"/>
                    <a:pt x="15002" y="24654"/>
                  </a:cubicBezTo>
                  <a:cubicBezTo>
                    <a:pt x="15002" y="44613"/>
                    <a:pt x="61897" y="32157"/>
                    <a:pt x="61897" y="64462"/>
                  </a:cubicBezTo>
                  <a:cubicBezTo>
                    <a:pt x="61897" y="77694"/>
                    <a:pt x="51080" y="90409"/>
                    <a:pt x="31300" y="90409"/>
                  </a:cubicBezTo>
                  <a:close/>
                </a:path>
              </a:pathLst>
            </a:custGeom>
            <a:grpFill/>
            <a:ln w="3692" cap="flat">
              <a:noFill/>
              <a:prstDash val="solid"/>
              <a:miter/>
            </a:ln>
          </p:spPr>
          <p:txBody>
            <a:bodyPr rtlCol="0" anchor="ctr"/>
            <a:lstStyle/>
            <a:p>
              <a:endParaRPr lang="en-US">
                <a:solidFill>
                  <a:schemeClr val="bg2"/>
                </a:solidFill>
              </a:endParaRPr>
            </a:p>
          </p:txBody>
        </p:sp>
        <p:sp>
          <p:nvSpPr>
            <p:cNvPr id="22" name="Freeform 21">
              <a:extLst>
                <a:ext uri="{FF2B5EF4-FFF2-40B4-BE49-F238E27FC236}">
                  <a16:creationId xmlns:a16="http://schemas.microsoft.com/office/drawing/2014/main" id="{D68DA535-5E8A-91D7-A98E-32BABA74F2F2}"/>
                </a:ext>
              </a:extLst>
            </p:cNvPr>
            <p:cNvSpPr/>
            <p:nvPr/>
          </p:nvSpPr>
          <p:spPr>
            <a:xfrm>
              <a:off x="3552073" y="6030615"/>
              <a:ext cx="72008" cy="104565"/>
            </a:xfrm>
            <a:custGeom>
              <a:avLst/>
              <a:gdLst>
                <a:gd name="connsiteX0" fmla="*/ 39005 w 72008"/>
                <a:gd name="connsiteY0" fmla="*/ 0 h 104565"/>
                <a:gd name="connsiteX1" fmla="*/ 72009 w 72008"/>
                <a:gd name="connsiteY1" fmla="*/ 35853 h 104565"/>
                <a:gd name="connsiteX2" fmla="*/ 39005 w 72008"/>
                <a:gd name="connsiteY2" fmla="*/ 72372 h 104565"/>
                <a:gd name="connsiteX3" fmla="*/ 14520 w 72008"/>
                <a:gd name="connsiteY3" fmla="*/ 61061 h 104565"/>
                <a:gd name="connsiteX4" fmla="*/ 14520 w 72008"/>
                <a:gd name="connsiteY4" fmla="*/ 104565 h 104565"/>
                <a:gd name="connsiteX5" fmla="*/ 0 w 72008"/>
                <a:gd name="connsiteY5" fmla="*/ 104565 h 104565"/>
                <a:gd name="connsiteX6" fmla="*/ 0 w 72008"/>
                <a:gd name="connsiteY6" fmla="*/ 1183 h 104565"/>
                <a:gd name="connsiteX7" fmla="*/ 14520 w 72008"/>
                <a:gd name="connsiteY7" fmla="*/ 1183 h 104565"/>
                <a:gd name="connsiteX8" fmla="*/ 14520 w 72008"/>
                <a:gd name="connsiteY8" fmla="*/ 11495 h 104565"/>
                <a:gd name="connsiteX9" fmla="*/ 39005 w 72008"/>
                <a:gd name="connsiteY9" fmla="*/ 37 h 104565"/>
                <a:gd name="connsiteX10" fmla="*/ 35819 w 72008"/>
                <a:gd name="connsiteY10" fmla="*/ 12604 h 104565"/>
                <a:gd name="connsiteX11" fmla="*/ 14520 w 72008"/>
                <a:gd name="connsiteY11" fmla="*/ 36149 h 104565"/>
                <a:gd name="connsiteX12" fmla="*/ 35819 w 72008"/>
                <a:gd name="connsiteY12" fmla="*/ 59804 h 104565"/>
                <a:gd name="connsiteX13" fmla="*/ 57229 w 72008"/>
                <a:gd name="connsiteY13" fmla="*/ 35890 h 104565"/>
                <a:gd name="connsiteX14" fmla="*/ 35819 w 72008"/>
                <a:gd name="connsiteY14" fmla="*/ 12604 h 10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008" h="104565">
                  <a:moveTo>
                    <a:pt x="39005" y="0"/>
                  </a:moveTo>
                  <a:cubicBezTo>
                    <a:pt x="57489" y="0"/>
                    <a:pt x="72009" y="14230"/>
                    <a:pt x="72009" y="35853"/>
                  </a:cubicBezTo>
                  <a:cubicBezTo>
                    <a:pt x="72009" y="57476"/>
                    <a:pt x="57489" y="72372"/>
                    <a:pt x="39005" y="72372"/>
                  </a:cubicBezTo>
                  <a:cubicBezTo>
                    <a:pt x="27411" y="72372"/>
                    <a:pt x="19113" y="66532"/>
                    <a:pt x="14520" y="61061"/>
                  </a:cubicBezTo>
                  <a:lnTo>
                    <a:pt x="14520" y="104565"/>
                  </a:lnTo>
                  <a:lnTo>
                    <a:pt x="0" y="104565"/>
                  </a:lnTo>
                  <a:lnTo>
                    <a:pt x="0" y="1183"/>
                  </a:lnTo>
                  <a:lnTo>
                    <a:pt x="14520" y="1183"/>
                  </a:lnTo>
                  <a:lnTo>
                    <a:pt x="14520" y="11495"/>
                  </a:lnTo>
                  <a:cubicBezTo>
                    <a:pt x="18965" y="5655"/>
                    <a:pt x="27522" y="37"/>
                    <a:pt x="39005" y="37"/>
                  </a:cubicBezTo>
                  <a:close/>
                  <a:moveTo>
                    <a:pt x="35819" y="12604"/>
                  </a:moveTo>
                  <a:cubicBezTo>
                    <a:pt x="25003" y="12604"/>
                    <a:pt x="14520" y="21142"/>
                    <a:pt x="14520" y="36149"/>
                  </a:cubicBezTo>
                  <a:cubicBezTo>
                    <a:pt x="14520" y="51155"/>
                    <a:pt x="24966" y="59804"/>
                    <a:pt x="35819" y="59804"/>
                  </a:cubicBezTo>
                  <a:cubicBezTo>
                    <a:pt x="46672" y="59804"/>
                    <a:pt x="57229" y="51044"/>
                    <a:pt x="57229" y="35890"/>
                  </a:cubicBezTo>
                  <a:cubicBezTo>
                    <a:pt x="57229" y="20736"/>
                    <a:pt x="46784" y="12604"/>
                    <a:pt x="35819" y="12604"/>
                  </a:cubicBezTo>
                  <a:close/>
                </a:path>
              </a:pathLst>
            </a:custGeom>
            <a:grpFill/>
            <a:ln w="3692" cap="flat">
              <a:noFill/>
              <a:prstDash val="solid"/>
              <a:miter/>
            </a:ln>
          </p:spPr>
          <p:txBody>
            <a:bodyPr rtlCol="0" anchor="ctr"/>
            <a:lstStyle/>
            <a:p>
              <a:endParaRPr lang="en-US">
                <a:solidFill>
                  <a:schemeClr val="bg2"/>
                </a:solidFill>
              </a:endParaRPr>
            </a:p>
          </p:txBody>
        </p:sp>
        <p:sp>
          <p:nvSpPr>
            <p:cNvPr id="23" name="Freeform 22">
              <a:extLst>
                <a:ext uri="{FF2B5EF4-FFF2-40B4-BE49-F238E27FC236}">
                  <a16:creationId xmlns:a16="http://schemas.microsoft.com/office/drawing/2014/main" id="{F5F092C3-9502-D632-E7CF-62D902533BDA}"/>
                </a:ext>
              </a:extLst>
            </p:cNvPr>
            <p:cNvSpPr/>
            <p:nvPr/>
          </p:nvSpPr>
          <p:spPr>
            <a:xfrm>
              <a:off x="363319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bg2"/>
                </a:solidFill>
              </a:endParaRPr>
            </a:p>
          </p:txBody>
        </p:sp>
        <p:sp>
          <p:nvSpPr>
            <p:cNvPr id="24" name="Freeform 23">
              <a:extLst>
                <a:ext uri="{FF2B5EF4-FFF2-40B4-BE49-F238E27FC236}">
                  <a16:creationId xmlns:a16="http://schemas.microsoft.com/office/drawing/2014/main" id="{C8903097-22CE-1913-4253-4173CA861F7C}"/>
                </a:ext>
              </a:extLst>
            </p:cNvPr>
            <p:cNvSpPr/>
            <p:nvPr/>
          </p:nvSpPr>
          <p:spPr>
            <a:xfrm>
              <a:off x="3711463" y="6030615"/>
              <a:ext cx="66786" cy="72408"/>
            </a:xfrm>
            <a:custGeom>
              <a:avLst/>
              <a:gdLst>
                <a:gd name="connsiteX0" fmla="*/ 34412 w 66786"/>
                <a:gd name="connsiteY0" fmla="*/ 0 h 72408"/>
                <a:gd name="connsiteX1" fmla="*/ 66786 w 66786"/>
                <a:gd name="connsiteY1" fmla="*/ 23286 h 72408"/>
                <a:gd name="connsiteX2" fmla="*/ 51118 w 66786"/>
                <a:gd name="connsiteY2" fmla="*/ 23286 h 72408"/>
                <a:gd name="connsiteX3" fmla="*/ 34412 w 66786"/>
                <a:gd name="connsiteY3" fmla="*/ 12234 h 72408"/>
                <a:gd name="connsiteX4" fmla="*/ 14928 w 66786"/>
                <a:gd name="connsiteY4" fmla="*/ 36149 h 72408"/>
                <a:gd name="connsiteX5" fmla="*/ 34412 w 66786"/>
                <a:gd name="connsiteY5" fmla="*/ 60174 h 72408"/>
                <a:gd name="connsiteX6" fmla="*/ 51118 w 66786"/>
                <a:gd name="connsiteY6" fmla="*/ 49122 h 72408"/>
                <a:gd name="connsiteX7" fmla="*/ 66786 w 66786"/>
                <a:gd name="connsiteY7" fmla="*/ 49122 h 72408"/>
                <a:gd name="connsiteX8" fmla="*/ 34412 w 66786"/>
                <a:gd name="connsiteY8" fmla="*/ 72408 h 72408"/>
                <a:gd name="connsiteX9" fmla="*/ 0 w 66786"/>
                <a:gd name="connsiteY9" fmla="*/ 36149 h 72408"/>
                <a:gd name="connsiteX10" fmla="*/ 34412 w 66786"/>
                <a:gd name="connsiteY10" fmla="*/ 37 h 7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86" h="72408">
                  <a:moveTo>
                    <a:pt x="34412" y="0"/>
                  </a:moveTo>
                  <a:cubicBezTo>
                    <a:pt x="51599" y="0"/>
                    <a:pt x="62823" y="8501"/>
                    <a:pt x="66786" y="23286"/>
                  </a:cubicBezTo>
                  <a:lnTo>
                    <a:pt x="51118" y="23286"/>
                  </a:lnTo>
                  <a:cubicBezTo>
                    <a:pt x="48710" y="16559"/>
                    <a:pt x="43079" y="12234"/>
                    <a:pt x="34412" y="12234"/>
                  </a:cubicBezTo>
                  <a:cubicBezTo>
                    <a:pt x="22670" y="12234"/>
                    <a:pt x="14928" y="20884"/>
                    <a:pt x="14928" y="36149"/>
                  </a:cubicBezTo>
                  <a:cubicBezTo>
                    <a:pt x="14928" y="51414"/>
                    <a:pt x="22707" y="60174"/>
                    <a:pt x="34412" y="60174"/>
                  </a:cubicBezTo>
                  <a:cubicBezTo>
                    <a:pt x="43079" y="60174"/>
                    <a:pt x="48413" y="56367"/>
                    <a:pt x="51118" y="49122"/>
                  </a:cubicBezTo>
                  <a:lnTo>
                    <a:pt x="66786" y="49122"/>
                  </a:lnTo>
                  <a:cubicBezTo>
                    <a:pt x="62823" y="62872"/>
                    <a:pt x="51636" y="72408"/>
                    <a:pt x="34412" y="72408"/>
                  </a:cubicBezTo>
                  <a:cubicBezTo>
                    <a:pt x="14261" y="72408"/>
                    <a:pt x="0" y="58178"/>
                    <a:pt x="0" y="36149"/>
                  </a:cubicBezTo>
                  <a:cubicBezTo>
                    <a:pt x="0" y="14119"/>
                    <a:pt x="14261" y="37"/>
                    <a:pt x="34412" y="37"/>
                  </a:cubicBezTo>
                  <a:close/>
                </a:path>
              </a:pathLst>
            </a:custGeom>
            <a:grpFill/>
            <a:ln w="3692" cap="flat">
              <a:noFill/>
              <a:prstDash val="solid"/>
              <a:miter/>
            </a:ln>
          </p:spPr>
          <p:txBody>
            <a:bodyPr rtlCol="0" anchor="ctr"/>
            <a:lstStyle/>
            <a:p>
              <a:endParaRPr lang="en-US">
                <a:solidFill>
                  <a:schemeClr val="bg2"/>
                </a:solidFill>
              </a:endParaRPr>
            </a:p>
          </p:txBody>
        </p:sp>
        <p:sp>
          <p:nvSpPr>
            <p:cNvPr id="25" name="Freeform 24">
              <a:extLst>
                <a:ext uri="{FF2B5EF4-FFF2-40B4-BE49-F238E27FC236}">
                  <a16:creationId xmlns:a16="http://schemas.microsoft.com/office/drawing/2014/main" id="{D916CEF5-F9E2-5089-61D9-72B4A86DB74B}"/>
                </a:ext>
              </a:extLst>
            </p:cNvPr>
            <p:cNvSpPr/>
            <p:nvPr/>
          </p:nvSpPr>
          <p:spPr>
            <a:xfrm>
              <a:off x="3789066" y="6003891"/>
              <a:ext cx="18483" cy="97949"/>
            </a:xfrm>
            <a:custGeom>
              <a:avLst/>
              <a:gdLst>
                <a:gd name="connsiteX0" fmla="*/ 0 w 18483"/>
                <a:gd name="connsiteY0" fmla="*/ 9277 h 97949"/>
                <a:gd name="connsiteX1" fmla="*/ 9297 w 18483"/>
                <a:gd name="connsiteY1" fmla="*/ 0 h 97949"/>
                <a:gd name="connsiteX2" fmla="*/ 18484 w 18483"/>
                <a:gd name="connsiteY2" fmla="*/ 9277 h 97949"/>
                <a:gd name="connsiteX3" fmla="*/ 9297 w 18483"/>
                <a:gd name="connsiteY3" fmla="*/ 18555 h 97949"/>
                <a:gd name="connsiteX4" fmla="*/ 0 w 18483"/>
                <a:gd name="connsiteY4" fmla="*/ 9277 h 97949"/>
                <a:gd name="connsiteX5" fmla="*/ 1926 w 18483"/>
                <a:gd name="connsiteY5" fmla="*/ 27869 h 97949"/>
                <a:gd name="connsiteX6" fmla="*/ 16446 w 18483"/>
                <a:gd name="connsiteY6" fmla="*/ 27869 h 97949"/>
                <a:gd name="connsiteX7" fmla="*/ 16446 w 18483"/>
                <a:gd name="connsiteY7" fmla="*/ 97949 h 97949"/>
                <a:gd name="connsiteX8" fmla="*/ 1926 w 18483"/>
                <a:gd name="connsiteY8" fmla="*/ 97949 h 97949"/>
                <a:gd name="connsiteX9" fmla="*/ 1926 w 18483"/>
                <a:gd name="connsiteY9" fmla="*/ 27869 h 97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83" h="97949">
                  <a:moveTo>
                    <a:pt x="0" y="9277"/>
                  </a:moveTo>
                  <a:cubicBezTo>
                    <a:pt x="0" y="4066"/>
                    <a:pt x="4075" y="0"/>
                    <a:pt x="9297" y="0"/>
                  </a:cubicBezTo>
                  <a:cubicBezTo>
                    <a:pt x="14520" y="0"/>
                    <a:pt x="18484" y="4066"/>
                    <a:pt x="18484" y="9277"/>
                  </a:cubicBezTo>
                  <a:cubicBezTo>
                    <a:pt x="18484" y="14489"/>
                    <a:pt x="14409" y="18555"/>
                    <a:pt x="9297" y="18555"/>
                  </a:cubicBezTo>
                  <a:cubicBezTo>
                    <a:pt x="4186" y="18555"/>
                    <a:pt x="0" y="14489"/>
                    <a:pt x="0" y="9277"/>
                  </a:cubicBezTo>
                  <a:close/>
                  <a:moveTo>
                    <a:pt x="1926" y="27869"/>
                  </a:moveTo>
                  <a:lnTo>
                    <a:pt x="16446" y="27869"/>
                  </a:lnTo>
                  <a:lnTo>
                    <a:pt x="16446" y="97949"/>
                  </a:lnTo>
                  <a:lnTo>
                    <a:pt x="1926" y="97949"/>
                  </a:lnTo>
                  <a:lnTo>
                    <a:pt x="1926" y="27869"/>
                  </a:lnTo>
                  <a:close/>
                </a:path>
              </a:pathLst>
            </a:custGeom>
            <a:grpFill/>
            <a:ln w="3692" cap="flat">
              <a:noFill/>
              <a:prstDash val="solid"/>
              <a:miter/>
            </a:ln>
          </p:spPr>
          <p:txBody>
            <a:bodyPr rtlCol="0" anchor="ctr"/>
            <a:lstStyle/>
            <a:p>
              <a:endParaRPr lang="en-US">
                <a:solidFill>
                  <a:schemeClr val="bg2"/>
                </a:solidFill>
              </a:endParaRPr>
            </a:p>
          </p:txBody>
        </p:sp>
        <p:sp>
          <p:nvSpPr>
            <p:cNvPr id="26" name="Freeform 25">
              <a:extLst>
                <a:ext uri="{FF2B5EF4-FFF2-40B4-BE49-F238E27FC236}">
                  <a16:creationId xmlns:a16="http://schemas.microsoft.com/office/drawing/2014/main" id="{CCD859C2-2908-1848-8F24-41C787E032DA}"/>
                </a:ext>
              </a:extLst>
            </p:cNvPr>
            <p:cNvSpPr/>
            <p:nvPr/>
          </p:nvSpPr>
          <p:spPr>
            <a:xfrm>
              <a:off x="3818328"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bg2"/>
                </a:solidFill>
              </a:endParaRPr>
            </a:p>
          </p:txBody>
        </p:sp>
        <p:sp>
          <p:nvSpPr>
            <p:cNvPr id="27" name="Freeform 26">
              <a:extLst>
                <a:ext uri="{FF2B5EF4-FFF2-40B4-BE49-F238E27FC236}">
                  <a16:creationId xmlns:a16="http://schemas.microsoft.com/office/drawing/2014/main" id="{D0EA3A7F-8DFE-5DB8-B9CF-C224EAF44693}"/>
                </a:ext>
              </a:extLst>
            </p:cNvPr>
            <p:cNvSpPr/>
            <p:nvPr/>
          </p:nvSpPr>
          <p:spPr>
            <a:xfrm>
              <a:off x="3907969"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28" name="Freeform 27">
              <a:extLst>
                <a:ext uri="{FF2B5EF4-FFF2-40B4-BE49-F238E27FC236}">
                  <a16:creationId xmlns:a16="http://schemas.microsoft.com/office/drawing/2014/main" id="{72E800E3-7E3A-646B-AFC8-2EAF48A26EA7}"/>
                </a:ext>
              </a:extLst>
            </p:cNvPr>
            <p:cNvSpPr/>
            <p:nvPr/>
          </p:nvSpPr>
          <p:spPr>
            <a:xfrm>
              <a:off x="3933935"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bg2"/>
                </a:solidFill>
              </a:endParaRPr>
            </a:p>
          </p:txBody>
        </p:sp>
        <p:sp>
          <p:nvSpPr>
            <p:cNvPr id="29" name="Freeform 28">
              <a:extLst>
                <a:ext uri="{FF2B5EF4-FFF2-40B4-BE49-F238E27FC236}">
                  <a16:creationId xmlns:a16="http://schemas.microsoft.com/office/drawing/2014/main" id="{A6DA3C94-9132-D346-A348-8FD8D6EB6185}"/>
                </a:ext>
              </a:extLst>
            </p:cNvPr>
            <p:cNvSpPr/>
            <p:nvPr/>
          </p:nvSpPr>
          <p:spPr>
            <a:xfrm>
              <a:off x="3980460" y="6031761"/>
              <a:ext cx="71527" cy="103013"/>
            </a:xfrm>
            <a:custGeom>
              <a:avLst/>
              <a:gdLst>
                <a:gd name="connsiteX0" fmla="*/ 56488 w 71527"/>
                <a:gd name="connsiteY0" fmla="*/ 0 h 103013"/>
                <a:gd name="connsiteX1" fmla="*/ 71527 w 71527"/>
                <a:gd name="connsiteY1" fmla="*/ 0 h 103013"/>
                <a:gd name="connsiteX2" fmla="*/ 28448 w 71527"/>
                <a:gd name="connsiteY2" fmla="*/ 103013 h 103013"/>
                <a:gd name="connsiteX3" fmla="*/ 13409 w 71527"/>
                <a:gd name="connsiteY3" fmla="*/ 103013 h 103013"/>
                <a:gd name="connsiteX4" fmla="*/ 27670 w 71527"/>
                <a:gd name="connsiteY4" fmla="*/ 68934 h 103013"/>
                <a:gd name="connsiteX5" fmla="*/ 0 w 71527"/>
                <a:gd name="connsiteY5" fmla="*/ 0 h 103013"/>
                <a:gd name="connsiteX6" fmla="*/ 16187 w 71527"/>
                <a:gd name="connsiteY6" fmla="*/ 0 h 103013"/>
                <a:gd name="connsiteX7" fmla="*/ 35930 w 71527"/>
                <a:gd name="connsiteY7" fmla="*/ 53410 h 103013"/>
                <a:gd name="connsiteX8" fmla="*/ 56451 w 71527"/>
                <a:gd name="connsiteY8" fmla="*/ 0 h 10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 h="103013">
                  <a:moveTo>
                    <a:pt x="56488" y="0"/>
                  </a:moveTo>
                  <a:lnTo>
                    <a:pt x="71527" y="0"/>
                  </a:lnTo>
                  <a:lnTo>
                    <a:pt x="28448" y="103013"/>
                  </a:lnTo>
                  <a:lnTo>
                    <a:pt x="13409" y="103013"/>
                  </a:lnTo>
                  <a:lnTo>
                    <a:pt x="27670" y="68934"/>
                  </a:lnTo>
                  <a:lnTo>
                    <a:pt x="0" y="0"/>
                  </a:lnTo>
                  <a:lnTo>
                    <a:pt x="16187" y="0"/>
                  </a:lnTo>
                  <a:lnTo>
                    <a:pt x="35930" y="53410"/>
                  </a:lnTo>
                  <a:lnTo>
                    <a:pt x="56451" y="0"/>
                  </a:lnTo>
                  <a:close/>
                </a:path>
              </a:pathLst>
            </a:custGeom>
            <a:grpFill/>
            <a:ln w="3692" cap="flat">
              <a:noFill/>
              <a:prstDash val="solid"/>
              <a:miter/>
            </a:ln>
          </p:spPr>
          <p:txBody>
            <a:bodyPr rtlCol="0" anchor="ctr"/>
            <a:lstStyle/>
            <a:p>
              <a:endParaRPr lang="en-US">
                <a:solidFill>
                  <a:schemeClr val="bg2"/>
                </a:solidFill>
              </a:endParaRPr>
            </a:p>
          </p:txBody>
        </p:sp>
        <p:sp>
          <p:nvSpPr>
            <p:cNvPr id="30" name="Freeform 29">
              <a:extLst>
                <a:ext uri="{FF2B5EF4-FFF2-40B4-BE49-F238E27FC236}">
                  <a16:creationId xmlns:a16="http://schemas.microsoft.com/office/drawing/2014/main" id="{DE08AA9A-E5CF-77A0-4205-EA24DC108AF0}"/>
                </a:ext>
              </a:extLst>
            </p:cNvPr>
            <p:cNvSpPr/>
            <p:nvPr/>
          </p:nvSpPr>
          <p:spPr>
            <a:xfrm>
              <a:off x="4091251" y="6012282"/>
              <a:ext cx="86380" cy="90298"/>
            </a:xfrm>
            <a:custGeom>
              <a:avLst/>
              <a:gdLst>
                <a:gd name="connsiteX0" fmla="*/ 45228 w 86380"/>
                <a:gd name="connsiteY0" fmla="*/ 0 h 90298"/>
                <a:gd name="connsiteX1" fmla="*/ 86381 w 86380"/>
                <a:gd name="connsiteY1" fmla="*/ 26576 h 90298"/>
                <a:gd name="connsiteX2" fmla="*/ 68934 w 86380"/>
                <a:gd name="connsiteY2" fmla="*/ 26576 h 90298"/>
                <a:gd name="connsiteX3" fmla="*/ 45228 w 86380"/>
                <a:gd name="connsiteY3" fmla="*/ 12715 h 90298"/>
                <a:gd name="connsiteX4" fmla="*/ 14891 w 86380"/>
                <a:gd name="connsiteY4" fmla="*/ 45131 h 90298"/>
                <a:gd name="connsiteX5" fmla="*/ 45228 w 86380"/>
                <a:gd name="connsiteY5" fmla="*/ 77694 h 90298"/>
                <a:gd name="connsiteX6" fmla="*/ 68934 w 86380"/>
                <a:gd name="connsiteY6" fmla="*/ 63833 h 90298"/>
                <a:gd name="connsiteX7" fmla="*/ 86381 w 86380"/>
                <a:gd name="connsiteY7" fmla="*/ 63833 h 90298"/>
                <a:gd name="connsiteX8" fmla="*/ 45228 w 86380"/>
                <a:gd name="connsiteY8" fmla="*/ 90298 h 90298"/>
                <a:gd name="connsiteX9" fmla="*/ 0 w 86380"/>
                <a:gd name="connsiteY9" fmla="*/ 45168 h 90298"/>
                <a:gd name="connsiteX10" fmla="*/ 45228 w 86380"/>
                <a:gd name="connsiteY10" fmla="*/ 37 h 9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 h="90298">
                  <a:moveTo>
                    <a:pt x="45228" y="0"/>
                  </a:moveTo>
                  <a:cubicBezTo>
                    <a:pt x="63712" y="0"/>
                    <a:pt x="79640" y="9277"/>
                    <a:pt x="86381" y="26576"/>
                  </a:cubicBezTo>
                  <a:lnTo>
                    <a:pt x="68934" y="26576"/>
                  </a:lnTo>
                  <a:cubicBezTo>
                    <a:pt x="64230" y="17150"/>
                    <a:pt x="55822" y="12715"/>
                    <a:pt x="45228" y="12715"/>
                  </a:cubicBezTo>
                  <a:cubicBezTo>
                    <a:pt x="27633" y="12715"/>
                    <a:pt x="14891" y="25171"/>
                    <a:pt x="14891" y="45131"/>
                  </a:cubicBezTo>
                  <a:cubicBezTo>
                    <a:pt x="14891" y="65090"/>
                    <a:pt x="27633" y="77694"/>
                    <a:pt x="45228" y="77694"/>
                  </a:cubicBezTo>
                  <a:cubicBezTo>
                    <a:pt x="55822" y="77694"/>
                    <a:pt x="64230" y="73259"/>
                    <a:pt x="68934" y="63833"/>
                  </a:cubicBezTo>
                  <a:lnTo>
                    <a:pt x="86381" y="63833"/>
                  </a:lnTo>
                  <a:cubicBezTo>
                    <a:pt x="79640" y="81132"/>
                    <a:pt x="63712" y="90298"/>
                    <a:pt x="45228" y="90298"/>
                  </a:cubicBezTo>
                  <a:cubicBezTo>
                    <a:pt x="20262" y="90298"/>
                    <a:pt x="0" y="71743"/>
                    <a:pt x="0" y="45168"/>
                  </a:cubicBezTo>
                  <a:cubicBezTo>
                    <a:pt x="0" y="18592"/>
                    <a:pt x="20262" y="37"/>
                    <a:pt x="45228" y="37"/>
                  </a:cubicBezTo>
                  <a:close/>
                </a:path>
              </a:pathLst>
            </a:custGeom>
            <a:grpFill/>
            <a:ln w="3692" cap="flat">
              <a:noFill/>
              <a:prstDash val="solid"/>
              <a:miter/>
            </a:ln>
          </p:spPr>
          <p:txBody>
            <a:bodyPr rtlCol="0" anchor="ctr"/>
            <a:lstStyle/>
            <a:p>
              <a:endParaRPr lang="en-US">
                <a:solidFill>
                  <a:schemeClr val="bg2"/>
                </a:solidFill>
              </a:endParaRPr>
            </a:p>
          </p:txBody>
        </p:sp>
        <p:sp>
          <p:nvSpPr>
            <p:cNvPr id="31" name="Freeform 30">
              <a:extLst>
                <a:ext uri="{FF2B5EF4-FFF2-40B4-BE49-F238E27FC236}">
                  <a16:creationId xmlns:a16="http://schemas.microsoft.com/office/drawing/2014/main" id="{D5666805-500C-C69F-E477-632212E5E505}"/>
                </a:ext>
              </a:extLst>
            </p:cNvPr>
            <p:cNvSpPr/>
            <p:nvPr/>
          </p:nvSpPr>
          <p:spPr>
            <a:xfrm>
              <a:off x="4187300"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8" y="72372"/>
                    <a:pt x="0" y="57476"/>
                    <a:pt x="0" y="35853"/>
                  </a:cubicBezTo>
                  <a:cubicBezTo>
                    <a:pt x="0" y="14230"/>
                    <a:pt x="14668"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bg2"/>
                </a:solidFill>
              </a:endParaRPr>
            </a:p>
          </p:txBody>
        </p:sp>
        <p:sp>
          <p:nvSpPr>
            <p:cNvPr id="32" name="Freeform 31">
              <a:extLst>
                <a:ext uri="{FF2B5EF4-FFF2-40B4-BE49-F238E27FC236}">
                  <a16:creationId xmlns:a16="http://schemas.microsoft.com/office/drawing/2014/main" id="{E03FE38E-2E8E-0AED-728B-EB0ED686EA5F}"/>
                </a:ext>
              </a:extLst>
            </p:cNvPr>
            <p:cNvSpPr/>
            <p:nvPr/>
          </p:nvSpPr>
          <p:spPr>
            <a:xfrm>
              <a:off x="4274422" y="6030615"/>
              <a:ext cx="35559" cy="71225"/>
            </a:xfrm>
            <a:custGeom>
              <a:avLst/>
              <a:gdLst>
                <a:gd name="connsiteX0" fmla="*/ 14520 w 35559"/>
                <a:gd name="connsiteY0" fmla="*/ 71226 h 71225"/>
                <a:gd name="connsiteX1" fmla="*/ 0 w 35559"/>
                <a:gd name="connsiteY1" fmla="*/ 71226 h 71225"/>
                <a:gd name="connsiteX2" fmla="*/ 0 w 35559"/>
                <a:gd name="connsiteY2" fmla="*/ 1146 h 71225"/>
                <a:gd name="connsiteX3" fmla="*/ 14520 w 35559"/>
                <a:gd name="connsiteY3" fmla="*/ 1146 h 71225"/>
                <a:gd name="connsiteX4" fmla="*/ 14520 w 35559"/>
                <a:gd name="connsiteY4" fmla="*/ 11310 h 71225"/>
                <a:gd name="connsiteX5" fmla="*/ 35560 w 35559"/>
                <a:gd name="connsiteY5" fmla="*/ 0 h 71225"/>
                <a:gd name="connsiteX6" fmla="*/ 35560 w 35559"/>
                <a:gd name="connsiteY6" fmla="*/ 15007 h 71225"/>
                <a:gd name="connsiteX7" fmla="*/ 31856 w 35559"/>
                <a:gd name="connsiteY7" fmla="*/ 15007 h 71225"/>
                <a:gd name="connsiteX8" fmla="*/ 14520 w 35559"/>
                <a:gd name="connsiteY8" fmla="*/ 34338 h 71225"/>
                <a:gd name="connsiteX9" fmla="*/ 14520 w 35559"/>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59"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bg2"/>
                </a:solidFill>
              </a:endParaRPr>
            </a:p>
          </p:txBody>
        </p:sp>
        <p:sp>
          <p:nvSpPr>
            <p:cNvPr id="33" name="Freeform 32">
              <a:extLst>
                <a:ext uri="{FF2B5EF4-FFF2-40B4-BE49-F238E27FC236}">
                  <a16:creationId xmlns:a16="http://schemas.microsoft.com/office/drawing/2014/main" id="{84E1FA25-39F3-96A3-9377-C1E20F75A4FA}"/>
                </a:ext>
              </a:extLst>
            </p:cNvPr>
            <p:cNvSpPr/>
            <p:nvPr/>
          </p:nvSpPr>
          <p:spPr>
            <a:xfrm>
              <a:off x="431583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0 w 69193"/>
                <a:gd name="connsiteY8" fmla="*/ 50342 h 72371"/>
                <a:gd name="connsiteX9" fmla="*/ 34967 w 69193"/>
                <a:gd name="connsiteY9" fmla="*/ 72335 h 72371"/>
                <a:gd name="connsiteX10" fmla="*/ 15150 w 69193"/>
                <a:gd name="connsiteY10" fmla="*/ 29865 h 72371"/>
                <a:gd name="connsiteX11" fmla="*/ 54007 w 69193"/>
                <a:gd name="connsiteY11" fmla="*/ 29865 h 72371"/>
                <a:gd name="connsiteX12" fmla="*/ 34375 w 69193"/>
                <a:gd name="connsiteY12" fmla="*/ 12197 h 72371"/>
                <a:gd name="connsiteX13" fmla="*/ 15113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83" y="39143"/>
                    <a:pt x="68675" y="41582"/>
                  </a:cubicBezTo>
                  <a:lnTo>
                    <a:pt x="15002" y="41582"/>
                  </a:lnTo>
                  <a:cubicBezTo>
                    <a:pt x="16039" y="53151"/>
                    <a:pt x="24299" y="60137"/>
                    <a:pt x="35004" y="60137"/>
                  </a:cubicBezTo>
                  <a:cubicBezTo>
                    <a:pt x="43931" y="60137"/>
                    <a:pt x="48895" y="55813"/>
                    <a:pt x="51562" y="50342"/>
                  </a:cubicBezTo>
                  <a:lnTo>
                    <a:pt x="67230" y="50342"/>
                  </a:lnTo>
                  <a:cubicBezTo>
                    <a:pt x="63267" y="62540"/>
                    <a:pt x="52192" y="72335"/>
                    <a:pt x="34967" y="72335"/>
                  </a:cubicBezTo>
                  <a:close/>
                  <a:moveTo>
                    <a:pt x="15150" y="29865"/>
                  </a:moveTo>
                  <a:lnTo>
                    <a:pt x="54007" y="29865"/>
                  </a:lnTo>
                  <a:cubicBezTo>
                    <a:pt x="53747" y="19072"/>
                    <a:pt x="45228" y="12197"/>
                    <a:pt x="34375" y="12197"/>
                  </a:cubicBezTo>
                  <a:cubicBezTo>
                    <a:pt x="24559" y="12197"/>
                    <a:pt x="16669" y="18814"/>
                    <a:pt x="15113" y="29865"/>
                  </a:cubicBezTo>
                  <a:close/>
                </a:path>
              </a:pathLst>
            </a:custGeom>
            <a:grpFill/>
            <a:ln w="3692" cap="flat">
              <a:noFill/>
              <a:prstDash val="solid"/>
              <a:miter/>
            </a:ln>
          </p:spPr>
          <p:txBody>
            <a:bodyPr rtlCol="0" anchor="ctr"/>
            <a:lstStyle/>
            <a:p>
              <a:endParaRPr lang="en-US">
                <a:solidFill>
                  <a:schemeClr val="bg2"/>
                </a:solidFill>
              </a:endParaRPr>
            </a:p>
          </p:txBody>
        </p:sp>
        <p:sp>
          <p:nvSpPr>
            <p:cNvPr id="34" name="Freeform 33">
              <a:extLst>
                <a:ext uri="{FF2B5EF4-FFF2-40B4-BE49-F238E27FC236}">
                  <a16:creationId xmlns:a16="http://schemas.microsoft.com/office/drawing/2014/main" id="{5CBC09B9-72F4-F73C-61A9-4BC7D72EE00B}"/>
                </a:ext>
              </a:extLst>
            </p:cNvPr>
            <p:cNvSpPr/>
            <p:nvPr/>
          </p:nvSpPr>
          <p:spPr>
            <a:xfrm>
              <a:off x="4432442" y="6013428"/>
              <a:ext cx="61933" cy="88376"/>
            </a:xfrm>
            <a:custGeom>
              <a:avLst/>
              <a:gdLst>
                <a:gd name="connsiteX0" fmla="*/ 30596 w 61933"/>
                <a:gd name="connsiteY0" fmla="*/ 52523 h 88376"/>
                <a:gd name="connsiteX1" fmla="*/ 14520 w 61933"/>
                <a:gd name="connsiteY1" fmla="*/ 52523 h 88376"/>
                <a:gd name="connsiteX2" fmla="*/ 14520 w 61933"/>
                <a:gd name="connsiteY2" fmla="*/ 88376 h 88376"/>
                <a:gd name="connsiteX3" fmla="*/ 0 w 61933"/>
                <a:gd name="connsiteY3" fmla="*/ 88376 h 88376"/>
                <a:gd name="connsiteX4" fmla="*/ 0 w 61933"/>
                <a:gd name="connsiteY4" fmla="*/ 0 h 88376"/>
                <a:gd name="connsiteX5" fmla="*/ 30596 w 61933"/>
                <a:gd name="connsiteY5" fmla="*/ 0 h 88376"/>
                <a:gd name="connsiteX6" fmla="*/ 61933 w 61933"/>
                <a:gd name="connsiteY6" fmla="*/ 26317 h 88376"/>
                <a:gd name="connsiteX7" fmla="*/ 30596 w 61933"/>
                <a:gd name="connsiteY7" fmla="*/ 52523 h 88376"/>
                <a:gd name="connsiteX8" fmla="*/ 30596 w 61933"/>
                <a:gd name="connsiteY8" fmla="*/ 40695 h 88376"/>
                <a:gd name="connsiteX9" fmla="*/ 47043 w 61933"/>
                <a:gd name="connsiteY9" fmla="*/ 26317 h 88376"/>
                <a:gd name="connsiteX10" fmla="*/ 30596 w 61933"/>
                <a:gd name="connsiteY10" fmla="*/ 11828 h 88376"/>
                <a:gd name="connsiteX11" fmla="*/ 14520 w 61933"/>
                <a:gd name="connsiteY11" fmla="*/ 11828 h 88376"/>
                <a:gd name="connsiteX12" fmla="*/ 14520 w 61933"/>
                <a:gd name="connsiteY12" fmla="*/ 40695 h 88376"/>
                <a:gd name="connsiteX13" fmla="*/ 30596 w 61933"/>
                <a:gd name="connsiteY13" fmla="*/ 40695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933" h="88376">
                  <a:moveTo>
                    <a:pt x="30596" y="52523"/>
                  </a:moveTo>
                  <a:lnTo>
                    <a:pt x="14520" y="52523"/>
                  </a:lnTo>
                  <a:lnTo>
                    <a:pt x="14520" y="88376"/>
                  </a:lnTo>
                  <a:lnTo>
                    <a:pt x="0" y="88376"/>
                  </a:lnTo>
                  <a:lnTo>
                    <a:pt x="0" y="0"/>
                  </a:lnTo>
                  <a:lnTo>
                    <a:pt x="30596" y="0"/>
                  </a:lnTo>
                  <a:cubicBezTo>
                    <a:pt x="51636" y="0"/>
                    <a:pt x="61933" y="11939"/>
                    <a:pt x="61933" y="26317"/>
                  </a:cubicBezTo>
                  <a:cubicBezTo>
                    <a:pt x="61933" y="38921"/>
                    <a:pt x="53636" y="52523"/>
                    <a:pt x="30596" y="52523"/>
                  </a:cubicBezTo>
                  <a:close/>
                  <a:moveTo>
                    <a:pt x="30596" y="40695"/>
                  </a:moveTo>
                  <a:cubicBezTo>
                    <a:pt x="41931" y="40695"/>
                    <a:pt x="47043" y="35225"/>
                    <a:pt x="47043" y="26317"/>
                  </a:cubicBezTo>
                  <a:cubicBezTo>
                    <a:pt x="47043" y="17409"/>
                    <a:pt x="41931" y="11828"/>
                    <a:pt x="30596" y="11828"/>
                  </a:cubicBezTo>
                  <a:lnTo>
                    <a:pt x="14520" y="11828"/>
                  </a:lnTo>
                  <a:lnTo>
                    <a:pt x="14520" y="40695"/>
                  </a:lnTo>
                  <a:lnTo>
                    <a:pt x="30596" y="40695"/>
                  </a:lnTo>
                  <a:close/>
                </a:path>
              </a:pathLst>
            </a:custGeom>
            <a:grpFill/>
            <a:ln w="3692" cap="flat">
              <a:noFill/>
              <a:prstDash val="solid"/>
              <a:miter/>
            </a:ln>
          </p:spPr>
          <p:txBody>
            <a:bodyPr rtlCol="0" anchor="ctr"/>
            <a:lstStyle/>
            <a:p>
              <a:endParaRPr lang="en-US">
                <a:solidFill>
                  <a:schemeClr val="bg2"/>
                </a:solidFill>
              </a:endParaRPr>
            </a:p>
          </p:txBody>
        </p:sp>
        <p:sp>
          <p:nvSpPr>
            <p:cNvPr id="35" name="Freeform 34">
              <a:extLst>
                <a:ext uri="{FF2B5EF4-FFF2-40B4-BE49-F238E27FC236}">
                  <a16:creationId xmlns:a16="http://schemas.microsoft.com/office/drawing/2014/main" id="{32F30B7F-4895-268F-9508-8505D89DBD9B}"/>
                </a:ext>
              </a:extLst>
            </p:cNvPr>
            <p:cNvSpPr/>
            <p:nvPr/>
          </p:nvSpPr>
          <p:spPr>
            <a:xfrm>
              <a:off x="4505117"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36" name="Freeform 35">
              <a:extLst>
                <a:ext uri="{FF2B5EF4-FFF2-40B4-BE49-F238E27FC236}">
                  <a16:creationId xmlns:a16="http://schemas.microsoft.com/office/drawing/2014/main" id="{BD4BE9C9-912A-F133-0673-E77A5A4978AF}"/>
                </a:ext>
              </a:extLst>
            </p:cNvPr>
            <p:cNvSpPr/>
            <p:nvPr/>
          </p:nvSpPr>
          <p:spPr>
            <a:xfrm>
              <a:off x="4532861"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190 w 72157"/>
                <a:gd name="connsiteY10" fmla="*/ 12604 h 72371"/>
                <a:gd name="connsiteX11" fmla="*/ 14891 w 72157"/>
                <a:gd name="connsiteY11" fmla="*/ 35890 h 72371"/>
                <a:gd name="connsiteX12" fmla="*/ 36190 w 72157"/>
                <a:gd name="connsiteY12" fmla="*/ 59804 h 72371"/>
                <a:gd name="connsiteX13" fmla="*/ 57489 w 72157"/>
                <a:gd name="connsiteY13" fmla="*/ 36149 h 72371"/>
                <a:gd name="connsiteX14" fmla="*/ 36190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190" y="12604"/>
                  </a:moveTo>
                  <a:cubicBezTo>
                    <a:pt x="25374" y="12604"/>
                    <a:pt x="14891" y="20736"/>
                    <a:pt x="14891" y="35890"/>
                  </a:cubicBezTo>
                  <a:cubicBezTo>
                    <a:pt x="14891" y="51044"/>
                    <a:pt x="25337" y="59804"/>
                    <a:pt x="36190" y="59804"/>
                  </a:cubicBezTo>
                  <a:cubicBezTo>
                    <a:pt x="47043" y="59804"/>
                    <a:pt x="57489" y="51266"/>
                    <a:pt x="57489" y="36149"/>
                  </a:cubicBezTo>
                  <a:cubicBezTo>
                    <a:pt x="57489" y="21031"/>
                    <a:pt x="47154" y="12604"/>
                    <a:pt x="36190" y="12604"/>
                  </a:cubicBezTo>
                  <a:close/>
                </a:path>
              </a:pathLst>
            </a:custGeom>
            <a:grpFill/>
            <a:ln w="3692" cap="flat">
              <a:noFill/>
              <a:prstDash val="solid"/>
              <a:miter/>
            </a:ln>
          </p:spPr>
          <p:txBody>
            <a:bodyPr rtlCol="0" anchor="ctr"/>
            <a:lstStyle/>
            <a:p>
              <a:endParaRPr lang="en-US">
                <a:solidFill>
                  <a:schemeClr val="bg2"/>
                </a:solidFill>
              </a:endParaRPr>
            </a:p>
          </p:txBody>
        </p:sp>
        <p:sp>
          <p:nvSpPr>
            <p:cNvPr id="37" name="Freeform 36">
              <a:extLst>
                <a:ext uri="{FF2B5EF4-FFF2-40B4-BE49-F238E27FC236}">
                  <a16:creationId xmlns:a16="http://schemas.microsoft.com/office/drawing/2014/main" id="{6EDCC35A-E59F-A993-A4B9-9E86491CAACD}"/>
                </a:ext>
              </a:extLst>
            </p:cNvPr>
            <p:cNvSpPr/>
            <p:nvPr/>
          </p:nvSpPr>
          <p:spPr>
            <a:xfrm>
              <a:off x="4616427"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bg2"/>
                </a:solidFill>
              </a:endParaRPr>
            </a:p>
          </p:txBody>
        </p:sp>
        <p:sp>
          <p:nvSpPr>
            <p:cNvPr id="38" name="Freeform 37">
              <a:extLst>
                <a:ext uri="{FF2B5EF4-FFF2-40B4-BE49-F238E27FC236}">
                  <a16:creationId xmlns:a16="http://schemas.microsoft.com/office/drawing/2014/main" id="{19AB9018-5517-B50D-43BB-E0FE41CD8B5E}"/>
                </a:ext>
              </a:extLst>
            </p:cNvPr>
            <p:cNvSpPr/>
            <p:nvPr/>
          </p:nvSpPr>
          <p:spPr>
            <a:xfrm>
              <a:off x="4663804" y="6003670"/>
              <a:ext cx="35967" cy="98170"/>
            </a:xfrm>
            <a:custGeom>
              <a:avLst/>
              <a:gdLst>
                <a:gd name="connsiteX0" fmla="*/ 8297 w 35967"/>
                <a:gd name="connsiteY0" fmla="*/ 39919 h 98170"/>
                <a:gd name="connsiteX1" fmla="*/ 0 w 35967"/>
                <a:gd name="connsiteY1" fmla="*/ 39919 h 98170"/>
                <a:gd name="connsiteX2" fmla="*/ 0 w 35967"/>
                <a:gd name="connsiteY2" fmla="*/ 28091 h 98170"/>
                <a:gd name="connsiteX3" fmla="*/ 8297 w 35967"/>
                <a:gd name="connsiteY3" fmla="*/ 28091 h 98170"/>
                <a:gd name="connsiteX4" fmla="*/ 8297 w 35967"/>
                <a:gd name="connsiteY4" fmla="*/ 23138 h 98170"/>
                <a:gd name="connsiteX5" fmla="*/ 34930 w 35967"/>
                <a:gd name="connsiteY5" fmla="*/ 0 h 98170"/>
                <a:gd name="connsiteX6" fmla="*/ 34930 w 35967"/>
                <a:gd name="connsiteY6" fmla="*/ 12087 h 98170"/>
                <a:gd name="connsiteX7" fmla="*/ 22966 w 35967"/>
                <a:gd name="connsiteY7" fmla="*/ 23138 h 98170"/>
                <a:gd name="connsiteX8" fmla="*/ 22966 w 35967"/>
                <a:gd name="connsiteY8" fmla="*/ 28091 h 98170"/>
                <a:gd name="connsiteX9" fmla="*/ 35967 w 35967"/>
                <a:gd name="connsiteY9" fmla="*/ 28091 h 98170"/>
                <a:gd name="connsiteX10" fmla="*/ 35967 w 35967"/>
                <a:gd name="connsiteY10" fmla="*/ 39919 h 98170"/>
                <a:gd name="connsiteX11" fmla="*/ 22966 w 35967"/>
                <a:gd name="connsiteY11" fmla="*/ 39919 h 98170"/>
                <a:gd name="connsiteX12" fmla="*/ 22966 w 35967"/>
                <a:gd name="connsiteY12" fmla="*/ 98171 h 98170"/>
                <a:gd name="connsiteX13" fmla="*/ 8297 w 35967"/>
                <a:gd name="connsiteY13" fmla="*/ 98171 h 98170"/>
                <a:gd name="connsiteX14" fmla="*/ 8297 w 35967"/>
                <a:gd name="connsiteY14" fmla="*/ 39919 h 9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67" h="98170">
                  <a:moveTo>
                    <a:pt x="8297" y="39919"/>
                  </a:moveTo>
                  <a:lnTo>
                    <a:pt x="0" y="39919"/>
                  </a:lnTo>
                  <a:lnTo>
                    <a:pt x="0" y="28091"/>
                  </a:lnTo>
                  <a:lnTo>
                    <a:pt x="8297" y="28091"/>
                  </a:lnTo>
                  <a:lnTo>
                    <a:pt x="8297" y="23138"/>
                  </a:lnTo>
                  <a:cubicBezTo>
                    <a:pt x="8297" y="6986"/>
                    <a:pt x="16595" y="0"/>
                    <a:pt x="34930" y="0"/>
                  </a:cubicBezTo>
                  <a:lnTo>
                    <a:pt x="34930" y="12087"/>
                  </a:lnTo>
                  <a:cubicBezTo>
                    <a:pt x="26003" y="12087"/>
                    <a:pt x="22966" y="15154"/>
                    <a:pt x="22966" y="23138"/>
                  </a:cubicBezTo>
                  <a:lnTo>
                    <a:pt x="22966" y="28091"/>
                  </a:lnTo>
                  <a:lnTo>
                    <a:pt x="35967" y="28091"/>
                  </a:lnTo>
                  <a:lnTo>
                    <a:pt x="35967" y="39919"/>
                  </a:lnTo>
                  <a:lnTo>
                    <a:pt x="22966" y="39919"/>
                  </a:lnTo>
                  <a:lnTo>
                    <a:pt x="22966" y="98171"/>
                  </a:lnTo>
                  <a:lnTo>
                    <a:pt x="8297" y="98171"/>
                  </a:lnTo>
                  <a:lnTo>
                    <a:pt x="8297" y="39919"/>
                  </a:lnTo>
                  <a:close/>
                </a:path>
              </a:pathLst>
            </a:custGeom>
            <a:grpFill/>
            <a:ln w="3692" cap="flat">
              <a:noFill/>
              <a:prstDash val="solid"/>
              <a:miter/>
            </a:ln>
          </p:spPr>
          <p:txBody>
            <a:bodyPr rtlCol="0" anchor="ctr"/>
            <a:lstStyle/>
            <a:p>
              <a:endParaRPr lang="en-US">
                <a:solidFill>
                  <a:schemeClr val="bg2"/>
                </a:solidFill>
              </a:endParaRPr>
            </a:p>
          </p:txBody>
        </p:sp>
        <p:sp>
          <p:nvSpPr>
            <p:cNvPr id="39" name="Freeform 38">
              <a:extLst>
                <a:ext uri="{FF2B5EF4-FFF2-40B4-BE49-F238E27FC236}">
                  <a16:creationId xmlns:a16="http://schemas.microsoft.com/office/drawing/2014/main" id="{3CC5FC73-15E1-6562-EA37-877263FB9CC9}"/>
                </a:ext>
              </a:extLst>
            </p:cNvPr>
            <p:cNvSpPr/>
            <p:nvPr/>
          </p:nvSpPr>
          <p:spPr>
            <a:xfrm>
              <a:off x="4704364" y="6030615"/>
              <a:ext cx="71638" cy="72371"/>
            </a:xfrm>
            <a:custGeom>
              <a:avLst/>
              <a:gdLst>
                <a:gd name="connsiteX0" fmla="*/ 35190 w 71638"/>
                <a:gd name="connsiteY0" fmla="*/ 72372 h 72371"/>
                <a:gd name="connsiteX1" fmla="*/ 0 w 71638"/>
                <a:gd name="connsiteY1" fmla="*/ 36112 h 72371"/>
                <a:gd name="connsiteX2" fmla="*/ 35819 w 71638"/>
                <a:gd name="connsiteY2" fmla="*/ 0 h 72371"/>
                <a:gd name="connsiteX3" fmla="*/ 71639 w 71638"/>
                <a:gd name="connsiteY3" fmla="*/ 36112 h 72371"/>
                <a:gd name="connsiteX4" fmla="*/ 35190 w 71638"/>
                <a:gd name="connsiteY4" fmla="*/ 72372 h 72371"/>
                <a:gd name="connsiteX5" fmla="*/ 35190 w 71638"/>
                <a:gd name="connsiteY5" fmla="*/ 59767 h 72371"/>
                <a:gd name="connsiteX6" fmla="*/ 56711 w 71638"/>
                <a:gd name="connsiteY6" fmla="*/ 36112 h 72371"/>
                <a:gd name="connsiteX7" fmla="*/ 35560 w 71638"/>
                <a:gd name="connsiteY7" fmla="*/ 12567 h 72371"/>
                <a:gd name="connsiteX8" fmla="*/ 14780 w 71638"/>
                <a:gd name="connsiteY8" fmla="*/ 36112 h 72371"/>
                <a:gd name="connsiteX9" fmla="*/ 35190 w 71638"/>
                <a:gd name="connsiteY9" fmla="*/ 59767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638" h="72371">
                  <a:moveTo>
                    <a:pt x="35190" y="72372"/>
                  </a:moveTo>
                  <a:cubicBezTo>
                    <a:pt x="15187" y="72372"/>
                    <a:pt x="0" y="58141"/>
                    <a:pt x="0" y="36112"/>
                  </a:cubicBezTo>
                  <a:cubicBezTo>
                    <a:pt x="0" y="14083"/>
                    <a:pt x="15817" y="0"/>
                    <a:pt x="35819" y="0"/>
                  </a:cubicBezTo>
                  <a:cubicBezTo>
                    <a:pt x="55822" y="0"/>
                    <a:pt x="71639" y="14119"/>
                    <a:pt x="71639" y="36112"/>
                  </a:cubicBezTo>
                  <a:cubicBezTo>
                    <a:pt x="71639" y="58104"/>
                    <a:pt x="55340" y="72372"/>
                    <a:pt x="35190" y="72372"/>
                  </a:cubicBezTo>
                  <a:close/>
                  <a:moveTo>
                    <a:pt x="35190" y="59767"/>
                  </a:moveTo>
                  <a:cubicBezTo>
                    <a:pt x="46006" y="59767"/>
                    <a:pt x="56711" y="52006"/>
                    <a:pt x="56711" y="36112"/>
                  </a:cubicBezTo>
                  <a:cubicBezTo>
                    <a:pt x="56711" y="20218"/>
                    <a:pt x="46376" y="12567"/>
                    <a:pt x="35560" y="12567"/>
                  </a:cubicBezTo>
                  <a:cubicBezTo>
                    <a:pt x="24744" y="12567"/>
                    <a:pt x="14780" y="20181"/>
                    <a:pt x="14780" y="36112"/>
                  </a:cubicBezTo>
                  <a:cubicBezTo>
                    <a:pt x="14780" y="52042"/>
                    <a:pt x="24225" y="59767"/>
                    <a:pt x="35190" y="59767"/>
                  </a:cubicBezTo>
                  <a:close/>
                </a:path>
              </a:pathLst>
            </a:custGeom>
            <a:grpFill/>
            <a:ln w="3692" cap="flat">
              <a:noFill/>
              <a:prstDash val="solid"/>
              <a:miter/>
            </a:ln>
          </p:spPr>
          <p:txBody>
            <a:bodyPr rtlCol="0" anchor="ctr"/>
            <a:lstStyle/>
            <a:p>
              <a:endParaRPr lang="en-US">
                <a:solidFill>
                  <a:schemeClr val="bg2"/>
                </a:solidFill>
              </a:endParaRPr>
            </a:p>
          </p:txBody>
        </p:sp>
        <p:sp>
          <p:nvSpPr>
            <p:cNvPr id="40" name="Freeform 39">
              <a:extLst>
                <a:ext uri="{FF2B5EF4-FFF2-40B4-BE49-F238E27FC236}">
                  <a16:creationId xmlns:a16="http://schemas.microsoft.com/office/drawing/2014/main" id="{19B206F0-E430-DA49-6D18-7FB33814E233}"/>
                </a:ext>
              </a:extLst>
            </p:cNvPr>
            <p:cNvSpPr/>
            <p:nvPr/>
          </p:nvSpPr>
          <p:spPr>
            <a:xfrm>
              <a:off x="4786560" y="6030615"/>
              <a:ext cx="35560" cy="71225"/>
            </a:xfrm>
            <a:custGeom>
              <a:avLst/>
              <a:gdLst>
                <a:gd name="connsiteX0" fmla="*/ 14520 w 35560"/>
                <a:gd name="connsiteY0" fmla="*/ 71226 h 71225"/>
                <a:gd name="connsiteX1" fmla="*/ 0 w 35560"/>
                <a:gd name="connsiteY1" fmla="*/ 71226 h 71225"/>
                <a:gd name="connsiteX2" fmla="*/ 0 w 35560"/>
                <a:gd name="connsiteY2" fmla="*/ 1146 h 71225"/>
                <a:gd name="connsiteX3" fmla="*/ 14520 w 35560"/>
                <a:gd name="connsiteY3" fmla="*/ 1146 h 71225"/>
                <a:gd name="connsiteX4" fmla="*/ 14520 w 35560"/>
                <a:gd name="connsiteY4" fmla="*/ 11310 h 71225"/>
                <a:gd name="connsiteX5" fmla="*/ 35560 w 35560"/>
                <a:gd name="connsiteY5" fmla="*/ 0 h 71225"/>
                <a:gd name="connsiteX6" fmla="*/ 35560 w 35560"/>
                <a:gd name="connsiteY6" fmla="*/ 15007 h 71225"/>
                <a:gd name="connsiteX7" fmla="*/ 31856 w 35560"/>
                <a:gd name="connsiteY7" fmla="*/ 15007 h 71225"/>
                <a:gd name="connsiteX8" fmla="*/ 14520 w 35560"/>
                <a:gd name="connsiteY8" fmla="*/ 34338 h 71225"/>
                <a:gd name="connsiteX9" fmla="*/ 14520 w 35560"/>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bg2"/>
                </a:solidFill>
              </a:endParaRPr>
            </a:p>
          </p:txBody>
        </p:sp>
        <p:sp>
          <p:nvSpPr>
            <p:cNvPr id="41" name="Freeform 40">
              <a:extLst>
                <a:ext uri="{FF2B5EF4-FFF2-40B4-BE49-F238E27FC236}">
                  <a16:creationId xmlns:a16="http://schemas.microsoft.com/office/drawing/2014/main" id="{DCA56C32-5A10-A348-66E4-DD05711FA96D}"/>
                </a:ext>
              </a:extLst>
            </p:cNvPr>
            <p:cNvSpPr/>
            <p:nvPr/>
          </p:nvSpPr>
          <p:spPr>
            <a:xfrm>
              <a:off x="4832602" y="6030615"/>
              <a:ext cx="113939" cy="71225"/>
            </a:xfrm>
            <a:custGeom>
              <a:avLst/>
              <a:gdLst>
                <a:gd name="connsiteX0" fmla="*/ 99531 w 113939"/>
                <a:gd name="connsiteY0" fmla="*/ 32046 h 71225"/>
                <a:gd name="connsiteX1" fmla="*/ 81936 w 113939"/>
                <a:gd name="connsiteY1" fmla="*/ 12604 h 71225"/>
                <a:gd name="connsiteX2" fmla="*/ 64230 w 113939"/>
                <a:gd name="connsiteY2" fmla="*/ 32046 h 71225"/>
                <a:gd name="connsiteX3" fmla="*/ 64230 w 113939"/>
                <a:gd name="connsiteY3" fmla="*/ 71226 h 71225"/>
                <a:gd name="connsiteX4" fmla="*/ 49821 w 113939"/>
                <a:gd name="connsiteY4" fmla="*/ 71226 h 71225"/>
                <a:gd name="connsiteX5" fmla="*/ 49821 w 113939"/>
                <a:gd name="connsiteY5" fmla="*/ 32046 h 71225"/>
                <a:gd name="connsiteX6" fmla="*/ 32226 w 113939"/>
                <a:gd name="connsiteY6" fmla="*/ 12604 h 71225"/>
                <a:gd name="connsiteX7" fmla="*/ 14520 w 113939"/>
                <a:gd name="connsiteY7" fmla="*/ 32046 h 71225"/>
                <a:gd name="connsiteX8" fmla="*/ 14520 w 113939"/>
                <a:gd name="connsiteY8" fmla="*/ 71226 h 71225"/>
                <a:gd name="connsiteX9" fmla="*/ 0 w 113939"/>
                <a:gd name="connsiteY9" fmla="*/ 71226 h 71225"/>
                <a:gd name="connsiteX10" fmla="*/ 0 w 113939"/>
                <a:gd name="connsiteY10" fmla="*/ 1146 h 71225"/>
                <a:gd name="connsiteX11" fmla="*/ 14520 w 113939"/>
                <a:gd name="connsiteY11" fmla="*/ 1146 h 71225"/>
                <a:gd name="connsiteX12" fmla="*/ 14520 w 113939"/>
                <a:gd name="connsiteY12" fmla="*/ 9167 h 71225"/>
                <a:gd name="connsiteX13" fmla="*/ 35301 w 113939"/>
                <a:gd name="connsiteY13" fmla="*/ 0 h 71225"/>
                <a:gd name="connsiteX14" fmla="*/ 60526 w 113939"/>
                <a:gd name="connsiteY14" fmla="*/ 13861 h 71225"/>
                <a:gd name="connsiteX15" fmla="*/ 85010 w 113939"/>
                <a:gd name="connsiteY15" fmla="*/ 0 h 71225"/>
                <a:gd name="connsiteX16" fmla="*/ 113940 w 113939"/>
                <a:gd name="connsiteY16" fmla="*/ 29902 h 71225"/>
                <a:gd name="connsiteX17" fmla="*/ 113940 w 113939"/>
                <a:gd name="connsiteY17" fmla="*/ 71226 h 71225"/>
                <a:gd name="connsiteX18" fmla="*/ 99531 w 113939"/>
                <a:gd name="connsiteY18" fmla="*/ 71226 h 71225"/>
                <a:gd name="connsiteX19" fmla="*/ 99531 w 113939"/>
                <a:gd name="connsiteY19" fmla="*/ 3204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939" h="71225">
                  <a:moveTo>
                    <a:pt x="99531" y="32046"/>
                  </a:moveTo>
                  <a:cubicBezTo>
                    <a:pt x="99531" y="19183"/>
                    <a:pt x="92530" y="12604"/>
                    <a:pt x="81936" y="12604"/>
                  </a:cubicBezTo>
                  <a:cubicBezTo>
                    <a:pt x="71342" y="12604"/>
                    <a:pt x="64230" y="19220"/>
                    <a:pt x="64230" y="32046"/>
                  </a:cubicBezTo>
                  <a:lnTo>
                    <a:pt x="64230" y="71226"/>
                  </a:lnTo>
                  <a:lnTo>
                    <a:pt x="49821" y="71226"/>
                  </a:lnTo>
                  <a:lnTo>
                    <a:pt x="49821" y="32046"/>
                  </a:lnTo>
                  <a:cubicBezTo>
                    <a:pt x="49821" y="19183"/>
                    <a:pt x="42820" y="12604"/>
                    <a:pt x="32226" y="12604"/>
                  </a:cubicBezTo>
                  <a:cubicBezTo>
                    <a:pt x="21632" y="12604"/>
                    <a:pt x="14520" y="19220"/>
                    <a:pt x="14520" y="32046"/>
                  </a:cubicBezTo>
                  <a:lnTo>
                    <a:pt x="14520" y="71226"/>
                  </a:lnTo>
                  <a:lnTo>
                    <a:pt x="0" y="71226"/>
                  </a:lnTo>
                  <a:lnTo>
                    <a:pt x="0" y="1146"/>
                  </a:lnTo>
                  <a:lnTo>
                    <a:pt x="14520" y="1146"/>
                  </a:lnTo>
                  <a:lnTo>
                    <a:pt x="14520" y="9167"/>
                  </a:lnTo>
                  <a:cubicBezTo>
                    <a:pt x="19224" y="3437"/>
                    <a:pt x="26892" y="0"/>
                    <a:pt x="35301" y="0"/>
                  </a:cubicBezTo>
                  <a:cubicBezTo>
                    <a:pt x="46376" y="0"/>
                    <a:pt x="55673" y="4694"/>
                    <a:pt x="60526" y="13861"/>
                  </a:cubicBezTo>
                  <a:cubicBezTo>
                    <a:pt x="64860" y="5359"/>
                    <a:pt x="74787" y="0"/>
                    <a:pt x="85010" y="0"/>
                  </a:cubicBezTo>
                  <a:cubicBezTo>
                    <a:pt x="101457" y="0"/>
                    <a:pt x="113940" y="10312"/>
                    <a:pt x="113940" y="29902"/>
                  </a:cubicBezTo>
                  <a:lnTo>
                    <a:pt x="113940" y="71226"/>
                  </a:lnTo>
                  <a:lnTo>
                    <a:pt x="99531" y="71226"/>
                  </a:lnTo>
                  <a:lnTo>
                    <a:pt x="99531" y="32046"/>
                  </a:lnTo>
                  <a:close/>
                </a:path>
              </a:pathLst>
            </a:custGeom>
            <a:grpFill/>
            <a:ln w="3692" cap="flat">
              <a:noFill/>
              <a:prstDash val="solid"/>
              <a:miter/>
            </a:ln>
          </p:spPr>
          <p:txBody>
            <a:bodyPr rtlCol="0" anchor="ctr"/>
            <a:lstStyle/>
            <a:p>
              <a:endParaRPr lang="en-US">
                <a:solidFill>
                  <a:schemeClr val="bg2"/>
                </a:solidFill>
              </a:endParaRPr>
            </a:p>
          </p:txBody>
        </p:sp>
      </p:grpSp>
    </p:spTree>
    <p:extLst>
      <p:ext uri="{BB962C8B-B14F-4D97-AF65-F5344CB8AC3E}">
        <p14:creationId xmlns:p14="http://schemas.microsoft.com/office/powerpoint/2010/main" val="37169065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Espresso SemiCircle Image)">
    <p:bg>
      <p:bgPr>
        <a:solidFill>
          <a:srgbClr val="301E03"/>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E0D453F-790A-668B-D79A-3FB7D9A2964F}"/>
              </a:ext>
            </a:extLst>
          </p:cNvPr>
          <p:cNvSpPr txBox="1"/>
          <p:nvPr userDrawn="1"/>
        </p:nvSpPr>
        <p:spPr>
          <a:xfrm>
            <a:off x="13690600" y="2853267"/>
            <a:ext cx="0" cy="0"/>
          </a:xfrm>
          <a:prstGeom prst="rect">
            <a:avLst/>
          </a:prstGeom>
          <a:noFill/>
        </p:spPr>
        <p:txBody>
          <a:bodyPr wrap="none" lIns="0" tIns="0" rIns="0" bIns="0" rtlCol="0">
            <a:noAutofit/>
          </a:bodyPr>
          <a:lstStyle/>
          <a:p>
            <a:pPr algn="l">
              <a:lnSpc>
                <a:spcPts val="1600"/>
              </a:lnSpc>
            </a:pPr>
            <a:endParaRPr lang="en-US" sz="1200"/>
          </a:p>
        </p:txBody>
      </p:sp>
      <p:sp>
        <p:nvSpPr>
          <p:cNvPr id="13" name="Picture Placeholder 12">
            <a:extLst>
              <a:ext uri="{FF2B5EF4-FFF2-40B4-BE49-F238E27FC236}">
                <a16:creationId xmlns:a16="http://schemas.microsoft.com/office/drawing/2014/main" id="{15C670CB-C751-35B5-6141-1D6171033C9A}"/>
              </a:ext>
            </a:extLst>
          </p:cNvPr>
          <p:cNvSpPr>
            <a:spLocks noGrp="1"/>
          </p:cNvSpPr>
          <p:nvPr>
            <p:ph type="pic" sz="quarter" idx="11"/>
          </p:nvPr>
        </p:nvSpPr>
        <p:spPr>
          <a:xfrm>
            <a:off x="0" y="0"/>
            <a:ext cx="5257803" cy="6858000"/>
          </a:xfrm>
          <a:custGeom>
            <a:avLst/>
            <a:gdLst>
              <a:gd name="connsiteX0" fmla="*/ 0 w 5257803"/>
              <a:gd name="connsiteY0" fmla="*/ 0 h 6858000"/>
              <a:gd name="connsiteX1" fmla="*/ 3170558 w 5257803"/>
              <a:gd name="connsiteY1" fmla="*/ 0 h 6858000"/>
              <a:gd name="connsiteX2" fmla="*/ 3237289 w 5257803"/>
              <a:gd name="connsiteY2" fmla="*/ 34178 h 6858000"/>
              <a:gd name="connsiteX3" fmla="*/ 5257803 w 5257803"/>
              <a:gd name="connsiteY3" fmla="*/ 3429001 h 6858000"/>
              <a:gd name="connsiteX4" fmla="*/ 3237289 w 5257803"/>
              <a:gd name="connsiteY4" fmla="*/ 6823825 h 6858000"/>
              <a:gd name="connsiteX5" fmla="*/ 3166345 w 5257803"/>
              <a:gd name="connsiteY5" fmla="*/ 6858000 h 6858000"/>
              <a:gd name="connsiteX6" fmla="*/ 0 w 52578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57803" h="6858000">
                <a:moveTo>
                  <a:pt x="0" y="0"/>
                </a:moveTo>
                <a:lnTo>
                  <a:pt x="3170558" y="0"/>
                </a:lnTo>
                <a:lnTo>
                  <a:pt x="3237289" y="34178"/>
                </a:lnTo>
                <a:cubicBezTo>
                  <a:pt x="4440799" y="687963"/>
                  <a:pt x="5257803" y="1963071"/>
                  <a:pt x="5257803" y="3429001"/>
                </a:cubicBezTo>
                <a:cubicBezTo>
                  <a:pt x="5257803" y="4894931"/>
                  <a:pt x="4440798" y="6170039"/>
                  <a:pt x="3237289" y="6823825"/>
                </a:cubicBezTo>
                <a:lnTo>
                  <a:pt x="3166345" y="6858000"/>
                </a:lnTo>
                <a:lnTo>
                  <a:pt x="0" y="6858000"/>
                </a:lnTo>
                <a:close/>
              </a:path>
            </a:pathLst>
          </a:custGeom>
          <a:noFill/>
        </p:spPr>
        <p:txBody>
          <a:bodyPr wrap="square" tIns="365760">
            <a:noAutofit/>
          </a:bodyPr>
          <a:lstStyle>
            <a:lvl1pPr marL="0" indent="0" algn="ctr">
              <a:buFontTx/>
              <a:buNone/>
              <a:defRPr b="0" i="0">
                <a:solidFill>
                  <a:srgbClr val="FEF3D8"/>
                </a:solidFill>
              </a:defRPr>
            </a:lvl1pPr>
          </a:lstStyle>
          <a:p>
            <a:r>
              <a:rPr lang="en-US"/>
              <a:t>Click icon to add picture</a:t>
            </a:r>
          </a:p>
        </p:txBody>
      </p:sp>
      <p:sp>
        <p:nvSpPr>
          <p:cNvPr id="4" name="Title 1">
            <a:extLst>
              <a:ext uri="{FF2B5EF4-FFF2-40B4-BE49-F238E27FC236}">
                <a16:creationId xmlns:a16="http://schemas.microsoft.com/office/drawing/2014/main" id="{91636271-5628-8A0D-08D3-D3A9BB8F60FD}"/>
              </a:ext>
            </a:extLst>
          </p:cNvPr>
          <p:cNvSpPr>
            <a:spLocks noGrp="1"/>
          </p:cNvSpPr>
          <p:nvPr>
            <p:ph type="ctrTitle"/>
          </p:nvPr>
        </p:nvSpPr>
        <p:spPr>
          <a:xfrm>
            <a:off x="5931195" y="3330560"/>
            <a:ext cx="5803605" cy="2383694"/>
          </a:xfrm>
        </p:spPr>
        <p:txBody>
          <a:bodyPr anchor="t" anchorCtr="0">
            <a:noAutofit/>
          </a:bodyPr>
          <a:lstStyle>
            <a:lvl1pPr algn="l">
              <a:lnSpc>
                <a:spcPts val="4400"/>
              </a:lnSpc>
              <a:defRPr sz="4000" b="0" i="0">
                <a:solidFill>
                  <a:srgbClr val="FEF3D8"/>
                </a:solidFill>
              </a:defRPr>
            </a:lvl1pPr>
          </a:lstStyle>
          <a:p>
            <a:r>
              <a:rPr lang="en-US"/>
              <a:t>Click to edit Master title style</a:t>
            </a:r>
          </a:p>
        </p:txBody>
      </p:sp>
      <p:sp>
        <p:nvSpPr>
          <p:cNvPr id="7" name="Text Placeholder 16">
            <a:extLst>
              <a:ext uri="{FF2B5EF4-FFF2-40B4-BE49-F238E27FC236}">
                <a16:creationId xmlns:a16="http://schemas.microsoft.com/office/drawing/2014/main" id="{622CD46C-B6DD-40DA-8653-54CA17474CAB}"/>
              </a:ext>
            </a:extLst>
          </p:cNvPr>
          <p:cNvSpPr>
            <a:spLocks noGrp="1"/>
          </p:cNvSpPr>
          <p:nvPr>
            <p:ph type="body" sz="quarter" idx="10"/>
          </p:nvPr>
        </p:nvSpPr>
        <p:spPr>
          <a:xfrm>
            <a:off x="5931195" y="2319866"/>
            <a:ext cx="5803605" cy="762861"/>
          </a:xfrm>
        </p:spPr>
        <p:txBody>
          <a:bodyPr wrap="square" anchor="b" anchorCtr="0">
            <a:noAutofit/>
          </a:bodyPr>
          <a:lstStyle>
            <a:lvl1pPr marL="0" indent="0" algn="l">
              <a:buFontTx/>
              <a:buNone/>
              <a:defRPr b="0" i="0">
                <a:solidFill>
                  <a:srgbClr val="FEF8E8"/>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grpSp>
        <p:nvGrpSpPr>
          <p:cNvPr id="2" name="Group 1">
            <a:extLst>
              <a:ext uri="{FF2B5EF4-FFF2-40B4-BE49-F238E27FC236}">
                <a16:creationId xmlns:a16="http://schemas.microsoft.com/office/drawing/2014/main" id="{0BCF764E-E3F2-019F-EC64-936868A21838}"/>
              </a:ext>
            </a:extLst>
          </p:cNvPr>
          <p:cNvGrpSpPr/>
          <p:nvPr userDrawn="1"/>
        </p:nvGrpSpPr>
        <p:grpSpPr>
          <a:xfrm>
            <a:off x="9612126" y="782937"/>
            <a:ext cx="2122674" cy="623780"/>
            <a:chOff x="2649665" y="5459914"/>
            <a:chExt cx="2297877" cy="675266"/>
          </a:xfrm>
          <a:solidFill>
            <a:schemeClr val="bg2"/>
          </a:solidFill>
        </p:grpSpPr>
        <p:sp>
          <p:nvSpPr>
            <p:cNvPr id="8" name="Freeform 7">
              <a:extLst>
                <a:ext uri="{FF2B5EF4-FFF2-40B4-BE49-F238E27FC236}">
                  <a16:creationId xmlns:a16="http://schemas.microsoft.com/office/drawing/2014/main" id="{E7024E53-400F-EBBD-E468-132EA510CEB2}"/>
                </a:ext>
              </a:extLst>
            </p:cNvPr>
            <p:cNvSpPr/>
            <p:nvPr/>
          </p:nvSpPr>
          <p:spPr>
            <a:xfrm>
              <a:off x="3209512" y="5624255"/>
              <a:ext cx="144721" cy="250528"/>
            </a:xfrm>
            <a:custGeom>
              <a:avLst/>
              <a:gdLst>
                <a:gd name="connsiteX0" fmla="*/ 141203 w 144721"/>
                <a:gd name="connsiteY0" fmla="*/ 204511 h 250528"/>
                <a:gd name="connsiteX1" fmla="*/ 144722 w 144721"/>
                <a:gd name="connsiteY1" fmla="*/ 208022 h 250528"/>
                <a:gd name="connsiteX2" fmla="*/ 144722 w 144721"/>
                <a:gd name="connsiteY2" fmla="*/ 247017 h 250528"/>
                <a:gd name="connsiteX3" fmla="*/ 141203 w 144721"/>
                <a:gd name="connsiteY3" fmla="*/ 250528 h 250528"/>
                <a:gd name="connsiteX4" fmla="*/ 3519 w 144721"/>
                <a:gd name="connsiteY4" fmla="*/ 250528 h 250528"/>
                <a:gd name="connsiteX5" fmla="*/ 0 w 144721"/>
                <a:gd name="connsiteY5" fmla="*/ 247017 h 250528"/>
                <a:gd name="connsiteX6" fmla="*/ 0 w 144721"/>
                <a:gd name="connsiteY6" fmla="*/ 3511 h 250528"/>
                <a:gd name="connsiteX7" fmla="*/ 3519 w 144721"/>
                <a:gd name="connsiteY7" fmla="*/ 0 h 250528"/>
                <a:gd name="connsiteX8" fmla="*/ 48599 w 144721"/>
                <a:gd name="connsiteY8" fmla="*/ 0 h 250528"/>
                <a:gd name="connsiteX9" fmla="*/ 52118 w 144721"/>
                <a:gd name="connsiteY9" fmla="*/ 3511 h 250528"/>
                <a:gd name="connsiteX10" fmla="*/ 52118 w 144721"/>
                <a:gd name="connsiteY10" fmla="*/ 200999 h 250528"/>
                <a:gd name="connsiteX11" fmla="*/ 55636 w 144721"/>
                <a:gd name="connsiteY11" fmla="*/ 204511 h 250528"/>
                <a:gd name="connsiteX12" fmla="*/ 141203 w 144721"/>
                <a:gd name="connsiteY12" fmla="*/ 204511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21" h="250528">
                  <a:moveTo>
                    <a:pt x="141203" y="204511"/>
                  </a:moveTo>
                  <a:cubicBezTo>
                    <a:pt x="143536" y="204511"/>
                    <a:pt x="144722" y="205693"/>
                    <a:pt x="144722" y="208022"/>
                  </a:cubicBezTo>
                  <a:lnTo>
                    <a:pt x="144722" y="247017"/>
                  </a:lnTo>
                  <a:cubicBezTo>
                    <a:pt x="144722" y="249345"/>
                    <a:pt x="143536" y="250528"/>
                    <a:pt x="141203" y="250528"/>
                  </a:cubicBezTo>
                  <a:lnTo>
                    <a:pt x="3519" y="250528"/>
                  </a:lnTo>
                  <a:cubicBezTo>
                    <a:pt x="1185" y="250528"/>
                    <a:pt x="0" y="249345"/>
                    <a:pt x="0" y="247017"/>
                  </a:cubicBezTo>
                  <a:lnTo>
                    <a:pt x="0" y="3511"/>
                  </a:lnTo>
                  <a:cubicBezTo>
                    <a:pt x="0" y="1183"/>
                    <a:pt x="1185" y="0"/>
                    <a:pt x="3519" y="0"/>
                  </a:cubicBezTo>
                  <a:lnTo>
                    <a:pt x="48599" y="0"/>
                  </a:lnTo>
                  <a:cubicBezTo>
                    <a:pt x="50932" y="0"/>
                    <a:pt x="52118" y="1183"/>
                    <a:pt x="52118" y="3511"/>
                  </a:cubicBezTo>
                  <a:lnTo>
                    <a:pt x="52118" y="200999"/>
                  </a:lnTo>
                  <a:cubicBezTo>
                    <a:pt x="52118" y="203328"/>
                    <a:pt x="53303" y="204511"/>
                    <a:pt x="55636" y="204511"/>
                  </a:cubicBezTo>
                  <a:lnTo>
                    <a:pt x="141203" y="204511"/>
                  </a:lnTo>
                  <a:close/>
                </a:path>
              </a:pathLst>
            </a:custGeom>
            <a:grpFill/>
            <a:ln w="3692" cap="flat">
              <a:noFill/>
              <a:prstDash val="solid"/>
              <a:miter/>
            </a:ln>
          </p:spPr>
          <p:txBody>
            <a:bodyPr rtlCol="0" anchor="ctr"/>
            <a:lstStyle/>
            <a:p>
              <a:endParaRPr lang="en-US">
                <a:solidFill>
                  <a:schemeClr val="bg2"/>
                </a:solidFill>
              </a:endParaRPr>
            </a:p>
          </p:txBody>
        </p:sp>
        <p:sp>
          <p:nvSpPr>
            <p:cNvPr id="9" name="Freeform 8">
              <a:extLst>
                <a:ext uri="{FF2B5EF4-FFF2-40B4-BE49-F238E27FC236}">
                  <a16:creationId xmlns:a16="http://schemas.microsoft.com/office/drawing/2014/main" id="{24BA6006-1CF8-3E43-9552-F638C2FB3391}"/>
                </a:ext>
              </a:extLst>
            </p:cNvPr>
            <p:cNvSpPr/>
            <p:nvPr/>
          </p:nvSpPr>
          <p:spPr>
            <a:xfrm>
              <a:off x="3418177" y="5624255"/>
              <a:ext cx="255689" cy="250602"/>
            </a:xfrm>
            <a:custGeom>
              <a:avLst/>
              <a:gdLst>
                <a:gd name="connsiteX0" fmla="*/ 113412 w 255689"/>
                <a:gd name="connsiteY0" fmla="*/ 2476 h 250602"/>
                <a:gd name="connsiteX1" fmla="*/ 117635 w 255689"/>
                <a:gd name="connsiteY1" fmla="*/ 0 h 250602"/>
                <a:gd name="connsiteX2" fmla="*/ 138415 w 255689"/>
                <a:gd name="connsiteY2" fmla="*/ 0 h 250602"/>
                <a:gd name="connsiteX3" fmla="*/ 142638 w 255689"/>
                <a:gd name="connsiteY3" fmla="*/ 2476 h 250602"/>
                <a:gd name="connsiteX4" fmla="*/ 255319 w 255689"/>
                <a:gd name="connsiteY4" fmla="*/ 246352 h 250602"/>
                <a:gd name="connsiteX5" fmla="*/ 255689 w 255689"/>
                <a:gd name="connsiteY5" fmla="*/ 248126 h 250602"/>
                <a:gd name="connsiteX6" fmla="*/ 252874 w 255689"/>
                <a:gd name="connsiteY6" fmla="*/ 250602 h 250602"/>
                <a:gd name="connsiteX7" fmla="*/ 202868 w 255689"/>
                <a:gd name="connsiteY7" fmla="*/ 250602 h 250602"/>
                <a:gd name="connsiteX8" fmla="*/ 198645 w 255689"/>
                <a:gd name="connsiteY8" fmla="*/ 248126 h 250602"/>
                <a:gd name="connsiteX9" fmla="*/ 181050 w 255689"/>
                <a:gd name="connsiteY9" fmla="*/ 210166 h 250602"/>
                <a:gd name="connsiteX10" fmla="*/ 177161 w 255689"/>
                <a:gd name="connsiteY10" fmla="*/ 207689 h 250602"/>
                <a:gd name="connsiteX11" fmla="*/ 78556 w 255689"/>
                <a:gd name="connsiteY11" fmla="*/ 207689 h 250602"/>
                <a:gd name="connsiteX12" fmla="*/ 74333 w 255689"/>
                <a:gd name="connsiteY12" fmla="*/ 210166 h 250602"/>
                <a:gd name="connsiteX13" fmla="*/ 56739 w 255689"/>
                <a:gd name="connsiteY13" fmla="*/ 248126 h 250602"/>
                <a:gd name="connsiteX14" fmla="*/ 52849 w 255689"/>
                <a:gd name="connsiteY14" fmla="*/ 250602 h 250602"/>
                <a:gd name="connsiteX15" fmla="*/ 2843 w 255689"/>
                <a:gd name="connsiteY15" fmla="*/ 250602 h 250602"/>
                <a:gd name="connsiteX16" fmla="*/ 361 w 255689"/>
                <a:gd name="connsiteY16" fmla="*/ 249382 h 250602"/>
                <a:gd name="connsiteX17" fmla="*/ 361 w 255689"/>
                <a:gd name="connsiteY17" fmla="*/ 246388 h 250602"/>
                <a:gd name="connsiteX18" fmla="*/ 113412 w 255689"/>
                <a:gd name="connsiteY18" fmla="*/ 2513 h 250602"/>
                <a:gd name="connsiteX19" fmla="*/ 96188 w 255689"/>
                <a:gd name="connsiteY19" fmla="*/ 157421 h 250602"/>
                <a:gd name="connsiteX20" fmla="*/ 95817 w 255689"/>
                <a:gd name="connsiteY20" fmla="*/ 159195 h 250602"/>
                <a:gd name="connsiteX21" fmla="*/ 98633 w 255689"/>
                <a:gd name="connsiteY21" fmla="*/ 161672 h 250602"/>
                <a:gd name="connsiteX22" fmla="*/ 157084 w 255689"/>
                <a:gd name="connsiteY22" fmla="*/ 161672 h 250602"/>
                <a:gd name="connsiteX23" fmla="*/ 159566 w 255689"/>
                <a:gd name="connsiteY23" fmla="*/ 160452 h 250602"/>
                <a:gd name="connsiteX24" fmla="*/ 159566 w 255689"/>
                <a:gd name="connsiteY24" fmla="*/ 157458 h 250602"/>
                <a:gd name="connsiteX25" fmla="*/ 130340 w 255689"/>
                <a:gd name="connsiteY25" fmla="*/ 89633 h 250602"/>
                <a:gd name="connsiteX26" fmla="*/ 127859 w 255689"/>
                <a:gd name="connsiteY26" fmla="*/ 87859 h 250602"/>
                <a:gd name="connsiteX27" fmla="*/ 125377 w 255689"/>
                <a:gd name="connsiteY27" fmla="*/ 89633 h 250602"/>
                <a:gd name="connsiteX28" fmla="*/ 96151 w 255689"/>
                <a:gd name="connsiteY28" fmla="*/ 157458 h 25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5689" h="250602">
                  <a:moveTo>
                    <a:pt x="113412" y="2476"/>
                  </a:moveTo>
                  <a:cubicBezTo>
                    <a:pt x="114116" y="850"/>
                    <a:pt x="115524" y="0"/>
                    <a:pt x="117635" y="0"/>
                  </a:cubicBezTo>
                  <a:lnTo>
                    <a:pt x="138415" y="0"/>
                  </a:lnTo>
                  <a:cubicBezTo>
                    <a:pt x="140527" y="0"/>
                    <a:pt x="141934" y="813"/>
                    <a:pt x="142638" y="2476"/>
                  </a:cubicBezTo>
                  <a:lnTo>
                    <a:pt x="255319" y="246352"/>
                  </a:lnTo>
                  <a:cubicBezTo>
                    <a:pt x="255541" y="246832"/>
                    <a:pt x="255689" y="247423"/>
                    <a:pt x="255689" y="248126"/>
                  </a:cubicBezTo>
                  <a:cubicBezTo>
                    <a:pt x="255689" y="249752"/>
                    <a:pt x="254763" y="250602"/>
                    <a:pt x="252874" y="250602"/>
                  </a:cubicBezTo>
                  <a:lnTo>
                    <a:pt x="202868" y="250602"/>
                  </a:lnTo>
                  <a:cubicBezTo>
                    <a:pt x="200756" y="250602"/>
                    <a:pt x="199349" y="249789"/>
                    <a:pt x="198645" y="248126"/>
                  </a:cubicBezTo>
                  <a:lnTo>
                    <a:pt x="181050" y="210166"/>
                  </a:lnTo>
                  <a:cubicBezTo>
                    <a:pt x="180346" y="208539"/>
                    <a:pt x="179050" y="207689"/>
                    <a:pt x="177161" y="207689"/>
                  </a:cubicBezTo>
                  <a:lnTo>
                    <a:pt x="78556" y="207689"/>
                  </a:lnTo>
                  <a:cubicBezTo>
                    <a:pt x="76445" y="207689"/>
                    <a:pt x="75037" y="208502"/>
                    <a:pt x="74333" y="210166"/>
                  </a:cubicBezTo>
                  <a:lnTo>
                    <a:pt x="56739" y="248126"/>
                  </a:lnTo>
                  <a:cubicBezTo>
                    <a:pt x="56035" y="249752"/>
                    <a:pt x="54738" y="250602"/>
                    <a:pt x="52849" y="250602"/>
                  </a:cubicBezTo>
                  <a:lnTo>
                    <a:pt x="2843" y="250602"/>
                  </a:lnTo>
                  <a:cubicBezTo>
                    <a:pt x="1658" y="250602"/>
                    <a:pt x="843" y="250196"/>
                    <a:pt x="361" y="249382"/>
                  </a:cubicBezTo>
                  <a:cubicBezTo>
                    <a:pt x="-120" y="248569"/>
                    <a:pt x="-120" y="247571"/>
                    <a:pt x="361" y="246388"/>
                  </a:cubicBezTo>
                  <a:lnTo>
                    <a:pt x="113412" y="2513"/>
                  </a:lnTo>
                  <a:close/>
                  <a:moveTo>
                    <a:pt x="96188" y="157421"/>
                  </a:moveTo>
                  <a:cubicBezTo>
                    <a:pt x="95966" y="157902"/>
                    <a:pt x="95817" y="158493"/>
                    <a:pt x="95817" y="159195"/>
                  </a:cubicBezTo>
                  <a:cubicBezTo>
                    <a:pt x="95817" y="160822"/>
                    <a:pt x="96743" y="161672"/>
                    <a:pt x="98633" y="161672"/>
                  </a:cubicBezTo>
                  <a:lnTo>
                    <a:pt x="157084" y="161672"/>
                  </a:lnTo>
                  <a:cubicBezTo>
                    <a:pt x="158270" y="161672"/>
                    <a:pt x="159085" y="161265"/>
                    <a:pt x="159566" y="160452"/>
                  </a:cubicBezTo>
                  <a:cubicBezTo>
                    <a:pt x="160048" y="159639"/>
                    <a:pt x="160048" y="158641"/>
                    <a:pt x="159566" y="157458"/>
                  </a:cubicBezTo>
                  <a:lnTo>
                    <a:pt x="130340" y="89633"/>
                  </a:lnTo>
                  <a:cubicBezTo>
                    <a:pt x="130118" y="88450"/>
                    <a:pt x="129266" y="87859"/>
                    <a:pt x="127859" y="87859"/>
                  </a:cubicBezTo>
                  <a:cubicBezTo>
                    <a:pt x="126932" y="87859"/>
                    <a:pt x="126080" y="88450"/>
                    <a:pt x="125377" y="89633"/>
                  </a:cubicBezTo>
                  <a:lnTo>
                    <a:pt x="96151" y="157458"/>
                  </a:lnTo>
                  <a:close/>
                </a:path>
              </a:pathLst>
            </a:custGeom>
            <a:grpFill/>
            <a:ln w="3692" cap="flat">
              <a:noFill/>
              <a:prstDash val="solid"/>
              <a:miter/>
            </a:ln>
          </p:spPr>
          <p:txBody>
            <a:bodyPr rtlCol="0" anchor="ctr"/>
            <a:lstStyle/>
            <a:p>
              <a:endParaRPr lang="en-US">
                <a:solidFill>
                  <a:schemeClr val="bg2"/>
                </a:solidFill>
              </a:endParaRPr>
            </a:p>
          </p:txBody>
        </p:sp>
        <p:sp>
          <p:nvSpPr>
            <p:cNvPr id="10" name="Freeform 9">
              <a:extLst>
                <a:ext uri="{FF2B5EF4-FFF2-40B4-BE49-F238E27FC236}">
                  <a16:creationId xmlns:a16="http://schemas.microsoft.com/office/drawing/2014/main" id="{28E363D8-FB37-731A-D881-39951B381D3B}"/>
                </a:ext>
              </a:extLst>
            </p:cNvPr>
            <p:cNvSpPr/>
            <p:nvPr/>
          </p:nvSpPr>
          <p:spPr>
            <a:xfrm>
              <a:off x="3736096"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2 w 202839"/>
                <a:gd name="connsiteY3" fmla="*/ 248421 h 250528"/>
                <a:gd name="connsiteX4" fmla="*/ 56377 w 202839"/>
                <a:gd name="connsiteY4" fmla="*/ 105748 h 250528"/>
                <a:gd name="connsiteX5" fmla="*/ 53896 w 202839"/>
                <a:gd name="connsiteY5" fmla="*/ 104344 h 250528"/>
                <a:gd name="connsiteX6" fmla="*/ 52117 w 202839"/>
                <a:gd name="connsiteY6" fmla="*/ 107522 h 250528"/>
                <a:gd name="connsiteX7" fmla="*/ 52117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7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2" y="248421"/>
                  </a:cubicBezTo>
                  <a:lnTo>
                    <a:pt x="56377" y="105748"/>
                  </a:lnTo>
                  <a:cubicBezTo>
                    <a:pt x="55451" y="104824"/>
                    <a:pt x="54599" y="104344"/>
                    <a:pt x="53896" y="104344"/>
                  </a:cubicBezTo>
                  <a:cubicBezTo>
                    <a:pt x="52710" y="104344"/>
                    <a:pt x="52117" y="105416"/>
                    <a:pt x="52117" y="107522"/>
                  </a:cubicBezTo>
                  <a:lnTo>
                    <a:pt x="52117" y="247017"/>
                  </a:lnTo>
                  <a:cubicBezTo>
                    <a:pt x="52117"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7" y="2107"/>
                  </a:cubicBezTo>
                  <a:lnTo>
                    <a:pt x="146463" y="144410"/>
                  </a:lnTo>
                  <a:cubicBezTo>
                    <a:pt x="147166"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bg2"/>
                </a:solidFill>
              </a:endParaRPr>
            </a:p>
          </p:txBody>
        </p:sp>
        <p:sp>
          <p:nvSpPr>
            <p:cNvPr id="11" name="Freeform 10">
              <a:extLst>
                <a:ext uri="{FF2B5EF4-FFF2-40B4-BE49-F238E27FC236}">
                  <a16:creationId xmlns:a16="http://schemas.microsoft.com/office/drawing/2014/main" id="{2526DCB3-E25D-A8A4-8EFC-74FD073D74AA}"/>
                </a:ext>
              </a:extLst>
            </p:cNvPr>
            <p:cNvSpPr/>
            <p:nvPr/>
          </p:nvSpPr>
          <p:spPr>
            <a:xfrm>
              <a:off x="4009389" y="5624255"/>
              <a:ext cx="176058" cy="250528"/>
            </a:xfrm>
            <a:custGeom>
              <a:avLst/>
              <a:gdLst>
                <a:gd name="connsiteX0" fmla="*/ 172540 w 176058"/>
                <a:gd name="connsiteY0" fmla="*/ 0 h 250528"/>
                <a:gd name="connsiteX1" fmla="*/ 176059 w 176058"/>
                <a:gd name="connsiteY1" fmla="*/ 3511 h 250528"/>
                <a:gd name="connsiteX2" fmla="*/ 176059 w 176058"/>
                <a:gd name="connsiteY2" fmla="*/ 42506 h 250528"/>
                <a:gd name="connsiteX3" fmla="*/ 172540 w 176058"/>
                <a:gd name="connsiteY3" fmla="*/ 46018 h 250528"/>
                <a:gd name="connsiteX4" fmla="*/ 117607 w 176058"/>
                <a:gd name="connsiteY4" fmla="*/ 46018 h 250528"/>
                <a:gd name="connsiteX5" fmla="*/ 114088 w 176058"/>
                <a:gd name="connsiteY5" fmla="*/ 49529 h 250528"/>
                <a:gd name="connsiteX6" fmla="*/ 114088 w 176058"/>
                <a:gd name="connsiteY6" fmla="*/ 247017 h 250528"/>
                <a:gd name="connsiteX7" fmla="*/ 110569 w 176058"/>
                <a:gd name="connsiteY7" fmla="*/ 250528 h 250528"/>
                <a:gd name="connsiteX8" fmla="*/ 65860 w 176058"/>
                <a:gd name="connsiteY8" fmla="*/ 250528 h 250528"/>
                <a:gd name="connsiteX9" fmla="*/ 62341 w 176058"/>
                <a:gd name="connsiteY9" fmla="*/ 247017 h 250528"/>
                <a:gd name="connsiteX10" fmla="*/ 62341 w 176058"/>
                <a:gd name="connsiteY10" fmla="*/ 49529 h 250528"/>
                <a:gd name="connsiteX11" fmla="*/ 58822 w 176058"/>
                <a:gd name="connsiteY11" fmla="*/ 46018 h 250528"/>
                <a:gd name="connsiteX12" fmla="*/ 3519 w 176058"/>
                <a:gd name="connsiteY12" fmla="*/ 46018 h 250528"/>
                <a:gd name="connsiteX13" fmla="*/ 0 w 176058"/>
                <a:gd name="connsiteY13" fmla="*/ 42506 h 250528"/>
                <a:gd name="connsiteX14" fmla="*/ 0 w 176058"/>
                <a:gd name="connsiteY14" fmla="*/ 3511 h 250528"/>
                <a:gd name="connsiteX15" fmla="*/ 3519 w 176058"/>
                <a:gd name="connsiteY15" fmla="*/ 0 h 250528"/>
                <a:gd name="connsiteX16" fmla="*/ 172540 w 176058"/>
                <a:gd name="connsiteY16" fmla="*/ 0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058" h="250528">
                  <a:moveTo>
                    <a:pt x="172540" y="0"/>
                  </a:moveTo>
                  <a:cubicBezTo>
                    <a:pt x="174873" y="0"/>
                    <a:pt x="176059" y="1183"/>
                    <a:pt x="176059" y="3511"/>
                  </a:cubicBezTo>
                  <a:lnTo>
                    <a:pt x="176059" y="42506"/>
                  </a:lnTo>
                  <a:cubicBezTo>
                    <a:pt x="176059" y="44835"/>
                    <a:pt x="174873" y="46018"/>
                    <a:pt x="172540" y="46018"/>
                  </a:cubicBezTo>
                  <a:lnTo>
                    <a:pt x="117607" y="46018"/>
                  </a:lnTo>
                  <a:cubicBezTo>
                    <a:pt x="115274" y="46018"/>
                    <a:pt x="114088" y="47200"/>
                    <a:pt x="114088" y="49529"/>
                  </a:cubicBezTo>
                  <a:lnTo>
                    <a:pt x="114088" y="247017"/>
                  </a:lnTo>
                  <a:cubicBezTo>
                    <a:pt x="114088" y="249345"/>
                    <a:pt x="112903" y="250528"/>
                    <a:pt x="110569" y="250528"/>
                  </a:cubicBezTo>
                  <a:lnTo>
                    <a:pt x="65860" y="250528"/>
                  </a:lnTo>
                  <a:cubicBezTo>
                    <a:pt x="63526" y="250528"/>
                    <a:pt x="62341" y="249345"/>
                    <a:pt x="62341" y="247017"/>
                  </a:cubicBezTo>
                  <a:lnTo>
                    <a:pt x="62341" y="49529"/>
                  </a:lnTo>
                  <a:cubicBezTo>
                    <a:pt x="62341" y="47200"/>
                    <a:pt x="61156" y="46018"/>
                    <a:pt x="58822" y="46018"/>
                  </a:cubicBezTo>
                  <a:lnTo>
                    <a:pt x="3519" y="46018"/>
                  </a:lnTo>
                  <a:cubicBezTo>
                    <a:pt x="1185" y="46018"/>
                    <a:pt x="0" y="44835"/>
                    <a:pt x="0" y="42506"/>
                  </a:cubicBezTo>
                  <a:lnTo>
                    <a:pt x="0" y="3511"/>
                  </a:lnTo>
                  <a:cubicBezTo>
                    <a:pt x="0" y="1183"/>
                    <a:pt x="1185" y="0"/>
                    <a:pt x="3519" y="0"/>
                  </a:cubicBezTo>
                  <a:lnTo>
                    <a:pt x="172540" y="0"/>
                  </a:lnTo>
                  <a:close/>
                </a:path>
              </a:pathLst>
            </a:custGeom>
            <a:grpFill/>
            <a:ln w="3692" cap="flat">
              <a:noFill/>
              <a:prstDash val="solid"/>
              <a:miter/>
            </a:ln>
          </p:spPr>
          <p:txBody>
            <a:bodyPr rtlCol="0" anchor="ctr"/>
            <a:lstStyle/>
            <a:p>
              <a:endParaRPr lang="en-US">
                <a:solidFill>
                  <a:schemeClr val="bg2"/>
                </a:solidFill>
              </a:endParaRPr>
            </a:p>
          </p:txBody>
        </p:sp>
        <p:sp>
          <p:nvSpPr>
            <p:cNvPr id="12" name="Freeform 11">
              <a:extLst>
                <a:ext uri="{FF2B5EF4-FFF2-40B4-BE49-F238E27FC236}">
                  <a16:creationId xmlns:a16="http://schemas.microsoft.com/office/drawing/2014/main" id="{44E8BDB0-DE97-0C82-2AF2-0723B7D36889}"/>
                </a:ext>
              </a:extLst>
            </p:cNvPr>
            <p:cNvSpPr/>
            <p:nvPr/>
          </p:nvSpPr>
          <p:spPr>
            <a:xfrm>
              <a:off x="4251012" y="5624255"/>
              <a:ext cx="156352" cy="250528"/>
            </a:xfrm>
            <a:custGeom>
              <a:avLst/>
              <a:gdLst>
                <a:gd name="connsiteX0" fmla="*/ 152834 w 156352"/>
                <a:gd name="connsiteY0" fmla="*/ 204511 h 250528"/>
                <a:gd name="connsiteX1" fmla="*/ 156353 w 156352"/>
                <a:gd name="connsiteY1" fmla="*/ 208022 h 250528"/>
                <a:gd name="connsiteX2" fmla="*/ 156353 w 156352"/>
                <a:gd name="connsiteY2" fmla="*/ 247017 h 250528"/>
                <a:gd name="connsiteX3" fmla="*/ 152834 w 156352"/>
                <a:gd name="connsiteY3" fmla="*/ 250528 h 250528"/>
                <a:gd name="connsiteX4" fmla="*/ 3519 w 156352"/>
                <a:gd name="connsiteY4" fmla="*/ 250528 h 250528"/>
                <a:gd name="connsiteX5" fmla="*/ 0 w 156352"/>
                <a:gd name="connsiteY5" fmla="*/ 247017 h 250528"/>
                <a:gd name="connsiteX6" fmla="*/ 0 w 156352"/>
                <a:gd name="connsiteY6" fmla="*/ 3511 h 250528"/>
                <a:gd name="connsiteX7" fmla="*/ 3519 w 156352"/>
                <a:gd name="connsiteY7" fmla="*/ 0 h 250528"/>
                <a:gd name="connsiteX8" fmla="*/ 149315 w 156352"/>
                <a:gd name="connsiteY8" fmla="*/ 0 h 250528"/>
                <a:gd name="connsiteX9" fmla="*/ 152834 w 156352"/>
                <a:gd name="connsiteY9" fmla="*/ 3511 h 250528"/>
                <a:gd name="connsiteX10" fmla="*/ 152834 w 156352"/>
                <a:gd name="connsiteY10" fmla="*/ 42506 h 250528"/>
                <a:gd name="connsiteX11" fmla="*/ 149315 w 156352"/>
                <a:gd name="connsiteY11" fmla="*/ 46018 h 250528"/>
                <a:gd name="connsiteX12" fmla="*/ 55636 w 156352"/>
                <a:gd name="connsiteY12" fmla="*/ 46018 h 250528"/>
                <a:gd name="connsiteX13" fmla="*/ 52118 w 156352"/>
                <a:gd name="connsiteY13" fmla="*/ 49529 h 250528"/>
                <a:gd name="connsiteX14" fmla="*/ 52118 w 156352"/>
                <a:gd name="connsiteY14" fmla="*/ 100832 h 250528"/>
                <a:gd name="connsiteX15" fmla="*/ 55636 w 156352"/>
                <a:gd name="connsiteY15" fmla="*/ 104344 h 250528"/>
                <a:gd name="connsiteX16" fmla="*/ 122904 w 156352"/>
                <a:gd name="connsiteY16" fmla="*/ 104344 h 250528"/>
                <a:gd name="connsiteX17" fmla="*/ 126423 w 156352"/>
                <a:gd name="connsiteY17" fmla="*/ 107855 h 250528"/>
                <a:gd name="connsiteX18" fmla="*/ 126423 w 156352"/>
                <a:gd name="connsiteY18" fmla="*/ 146850 h 250528"/>
                <a:gd name="connsiteX19" fmla="*/ 122904 w 156352"/>
                <a:gd name="connsiteY19" fmla="*/ 150361 h 250528"/>
                <a:gd name="connsiteX20" fmla="*/ 55636 w 156352"/>
                <a:gd name="connsiteY20" fmla="*/ 150361 h 250528"/>
                <a:gd name="connsiteX21" fmla="*/ 52118 w 156352"/>
                <a:gd name="connsiteY21" fmla="*/ 153873 h 250528"/>
                <a:gd name="connsiteX22" fmla="*/ 52118 w 156352"/>
                <a:gd name="connsiteY22" fmla="*/ 200962 h 250528"/>
                <a:gd name="connsiteX23" fmla="*/ 55636 w 156352"/>
                <a:gd name="connsiteY23" fmla="*/ 204474 h 250528"/>
                <a:gd name="connsiteX24" fmla="*/ 152834 w 156352"/>
                <a:gd name="connsiteY24" fmla="*/ 204474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52" h="250528">
                  <a:moveTo>
                    <a:pt x="152834" y="204511"/>
                  </a:moveTo>
                  <a:cubicBezTo>
                    <a:pt x="155167" y="204511"/>
                    <a:pt x="156353" y="205693"/>
                    <a:pt x="156353" y="208022"/>
                  </a:cubicBezTo>
                  <a:lnTo>
                    <a:pt x="156353" y="247017"/>
                  </a:lnTo>
                  <a:cubicBezTo>
                    <a:pt x="156353" y="249345"/>
                    <a:pt x="155167" y="250528"/>
                    <a:pt x="152834" y="250528"/>
                  </a:cubicBezTo>
                  <a:lnTo>
                    <a:pt x="3519" y="250528"/>
                  </a:lnTo>
                  <a:cubicBezTo>
                    <a:pt x="1185" y="250528"/>
                    <a:pt x="0" y="249345"/>
                    <a:pt x="0" y="247017"/>
                  </a:cubicBezTo>
                  <a:lnTo>
                    <a:pt x="0" y="3511"/>
                  </a:lnTo>
                  <a:cubicBezTo>
                    <a:pt x="0" y="1183"/>
                    <a:pt x="1185" y="0"/>
                    <a:pt x="3519" y="0"/>
                  </a:cubicBezTo>
                  <a:lnTo>
                    <a:pt x="149315" y="0"/>
                  </a:lnTo>
                  <a:cubicBezTo>
                    <a:pt x="151649" y="0"/>
                    <a:pt x="152834" y="1183"/>
                    <a:pt x="152834" y="3511"/>
                  </a:cubicBezTo>
                  <a:lnTo>
                    <a:pt x="152834" y="42506"/>
                  </a:lnTo>
                  <a:cubicBezTo>
                    <a:pt x="152834" y="44835"/>
                    <a:pt x="151649" y="46018"/>
                    <a:pt x="149315" y="46018"/>
                  </a:cubicBezTo>
                  <a:lnTo>
                    <a:pt x="55636" y="46018"/>
                  </a:lnTo>
                  <a:cubicBezTo>
                    <a:pt x="53303" y="46018"/>
                    <a:pt x="52118" y="47200"/>
                    <a:pt x="52118" y="49529"/>
                  </a:cubicBezTo>
                  <a:lnTo>
                    <a:pt x="52118" y="100832"/>
                  </a:lnTo>
                  <a:cubicBezTo>
                    <a:pt x="52118" y="103161"/>
                    <a:pt x="53303" y="104344"/>
                    <a:pt x="55636" y="104344"/>
                  </a:cubicBezTo>
                  <a:lnTo>
                    <a:pt x="122904" y="104344"/>
                  </a:lnTo>
                  <a:cubicBezTo>
                    <a:pt x="125238" y="104344"/>
                    <a:pt x="126423" y="105526"/>
                    <a:pt x="126423" y="107855"/>
                  </a:cubicBezTo>
                  <a:lnTo>
                    <a:pt x="126423" y="146850"/>
                  </a:lnTo>
                  <a:cubicBezTo>
                    <a:pt x="126423" y="149178"/>
                    <a:pt x="125238" y="150361"/>
                    <a:pt x="122904" y="150361"/>
                  </a:cubicBezTo>
                  <a:lnTo>
                    <a:pt x="55636" y="150361"/>
                  </a:lnTo>
                  <a:cubicBezTo>
                    <a:pt x="53303" y="150361"/>
                    <a:pt x="52118" y="151544"/>
                    <a:pt x="52118" y="153873"/>
                  </a:cubicBezTo>
                  <a:lnTo>
                    <a:pt x="52118" y="200962"/>
                  </a:lnTo>
                  <a:cubicBezTo>
                    <a:pt x="52118" y="203291"/>
                    <a:pt x="53303" y="204474"/>
                    <a:pt x="55636" y="204474"/>
                  </a:cubicBezTo>
                  <a:lnTo>
                    <a:pt x="152834" y="204474"/>
                  </a:lnTo>
                  <a:close/>
                </a:path>
              </a:pathLst>
            </a:custGeom>
            <a:grpFill/>
            <a:ln w="3692" cap="flat">
              <a:noFill/>
              <a:prstDash val="solid"/>
              <a:miter/>
            </a:ln>
          </p:spPr>
          <p:txBody>
            <a:bodyPr rtlCol="0" anchor="ctr"/>
            <a:lstStyle/>
            <a:p>
              <a:endParaRPr lang="en-US">
                <a:solidFill>
                  <a:schemeClr val="bg2"/>
                </a:solidFill>
              </a:endParaRPr>
            </a:p>
          </p:txBody>
        </p:sp>
        <p:sp>
          <p:nvSpPr>
            <p:cNvPr id="14" name="Freeform 13">
              <a:extLst>
                <a:ext uri="{FF2B5EF4-FFF2-40B4-BE49-F238E27FC236}">
                  <a16:creationId xmlns:a16="http://schemas.microsoft.com/office/drawing/2014/main" id="{8DFB0B42-0BF1-5CF2-6014-176634ADC9F2}"/>
                </a:ext>
              </a:extLst>
            </p:cNvPr>
            <p:cNvSpPr/>
            <p:nvPr/>
          </p:nvSpPr>
          <p:spPr>
            <a:xfrm>
              <a:off x="4479596" y="5624255"/>
              <a:ext cx="196839" cy="250565"/>
            </a:xfrm>
            <a:custGeom>
              <a:avLst/>
              <a:gdLst>
                <a:gd name="connsiteX0" fmla="*/ 3519 w 196839"/>
                <a:gd name="connsiteY0" fmla="*/ 250528 h 250565"/>
                <a:gd name="connsiteX1" fmla="*/ 0 w 196839"/>
                <a:gd name="connsiteY1" fmla="*/ 247017 h 250565"/>
                <a:gd name="connsiteX2" fmla="*/ 0 w 196839"/>
                <a:gd name="connsiteY2" fmla="*/ 3511 h 250565"/>
                <a:gd name="connsiteX3" fmla="*/ 3519 w 196839"/>
                <a:gd name="connsiteY3" fmla="*/ 0 h 250565"/>
                <a:gd name="connsiteX4" fmla="*/ 106717 w 196839"/>
                <a:gd name="connsiteY4" fmla="*/ 0 h 250565"/>
                <a:gd name="connsiteX5" fmla="*/ 152315 w 196839"/>
                <a:gd name="connsiteY5" fmla="*/ 11052 h 250565"/>
                <a:gd name="connsiteX6" fmla="*/ 184875 w 196839"/>
                <a:gd name="connsiteY6" fmla="*/ 41989 h 250565"/>
                <a:gd name="connsiteX7" fmla="*/ 196839 w 196839"/>
                <a:gd name="connsiteY7" fmla="*/ 86787 h 250565"/>
                <a:gd name="connsiteX8" fmla="*/ 185394 w 196839"/>
                <a:gd name="connsiteY8" fmla="*/ 130365 h 250565"/>
                <a:gd name="connsiteX9" fmla="*/ 153167 w 196839"/>
                <a:gd name="connsiteY9" fmla="*/ 161635 h 250565"/>
                <a:gd name="connsiteX10" fmla="*/ 151575 w 196839"/>
                <a:gd name="connsiteY10" fmla="*/ 163557 h 250565"/>
                <a:gd name="connsiteX11" fmla="*/ 152093 w 196839"/>
                <a:gd name="connsiteY11" fmla="*/ 166551 h 250565"/>
                <a:gd name="connsiteX12" fmla="*/ 194691 w 196839"/>
                <a:gd name="connsiteY12" fmla="*/ 246315 h 250565"/>
                <a:gd name="connsiteX13" fmla="*/ 195395 w 196839"/>
                <a:gd name="connsiteY13" fmla="*/ 248089 h 250565"/>
                <a:gd name="connsiteX14" fmla="*/ 194506 w 196839"/>
                <a:gd name="connsiteY14" fmla="*/ 249863 h 250565"/>
                <a:gd name="connsiteX15" fmla="*/ 192209 w 196839"/>
                <a:gd name="connsiteY15" fmla="*/ 250565 h 250565"/>
                <a:gd name="connsiteX16" fmla="*/ 143610 w 196839"/>
                <a:gd name="connsiteY16" fmla="*/ 250565 h 250565"/>
                <a:gd name="connsiteX17" fmla="*/ 139388 w 196839"/>
                <a:gd name="connsiteY17" fmla="*/ 248089 h 250565"/>
                <a:gd name="connsiteX18" fmla="*/ 102420 w 196839"/>
                <a:gd name="connsiteY18" fmla="*/ 176050 h 250565"/>
                <a:gd name="connsiteX19" fmla="*/ 98197 w 196839"/>
                <a:gd name="connsiteY19" fmla="*/ 173573 h 250565"/>
                <a:gd name="connsiteX20" fmla="*/ 55600 w 196839"/>
                <a:gd name="connsiteY20" fmla="*/ 173573 h 250565"/>
                <a:gd name="connsiteX21" fmla="*/ 52081 w 196839"/>
                <a:gd name="connsiteY21" fmla="*/ 177085 h 250565"/>
                <a:gd name="connsiteX22" fmla="*/ 52081 w 196839"/>
                <a:gd name="connsiteY22" fmla="*/ 247017 h 250565"/>
                <a:gd name="connsiteX23" fmla="*/ 48562 w 196839"/>
                <a:gd name="connsiteY23" fmla="*/ 250528 h 250565"/>
                <a:gd name="connsiteX24" fmla="*/ 3482 w 196839"/>
                <a:gd name="connsiteY24" fmla="*/ 250528 h 250565"/>
                <a:gd name="connsiteX25" fmla="*/ 102828 w 196839"/>
                <a:gd name="connsiteY25" fmla="*/ 127556 h 250565"/>
                <a:gd name="connsiteX26" fmla="*/ 123423 w 196839"/>
                <a:gd name="connsiteY26" fmla="*/ 122455 h 250565"/>
                <a:gd name="connsiteX27" fmla="*/ 139091 w 196839"/>
                <a:gd name="connsiteY27" fmla="*/ 108225 h 250565"/>
                <a:gd name="connsiteX28" fmla="*/ 145092 w 196839"/>
                <a:gd name="connsiteY28" fmla="*/ 86787 h 250565"/>
                <a:gd name="connsiteX29" fmla="*/ 132239 w 196839"/>
                <a:gd name="connsiteY29" fmla="*/ 56921 h 250565"/>
                <a:gd name="connsiteX30" fmla="*/ 101087 w 196839"/>
                <a:gd name="connsiteY30" fmla="*/ 46018 h 250565"/>
                <a:gd name="connsiteX31" fmla="*/ 55674 w 196839"/>
                <a:gd name="connsiteY31" fmla="*/ 46018 h 250565"/>
                <a:gd name="connsiteX32" fmla="*/ 52155 w 196839"/>
                <a:gd name="connsiteY32" fmla="*/ 49529 h 250565"/>
                <a:gd name="connsiteX33" fmla="*/ 52155 w 196839"/>
                <a:gd name="connsiteY33" fmla="*/ 124007 h 250565"/>
                <a:gd name="connsiteX34" fmla="*/ 55674 w 196839"/>
                <a:gd name="connsiteY34" fmla="*/ 127519 h 250565"/>
                <a:gd name="connsiteX35" fmla="*/ 102865 w 196839"/>
                <a:gd name="connsiteY35" fmla="*/ 127519 h 2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6839" h="250565">
                  <a:moveTo>
                    <a:pt x="3519" y="250528"/>
                  </a:moveTo>
                  <a:cubicBezTo>
                    <a:pt x="1185" y="250528"/>
                    <a:pt x="0" y="249345"/>
                    <a:pt x="0" y="247017"/>
                  </a:cubicBezTo>
                  <a:lnTo>
                    <a:pt x="0" y="3511"/>
                  </a:lnTo>
                  <a:cubicBezTo>
                    <a:pt x="0" y="1183"/>
                    <a:pt x="1185" y="0"/>
                    <a:pt x="3519" y="0"/>
                  </a:cubicBezTo>
                  <a:lnTo>
                    <a:pt x="106717" y="0"/>
                  </a:lnTo>
                  <a:cubicBezTo>
                    <a:pt x="123386" y="0"/>
                    <a:pt x="138573" y="3696"/>
                    <a:pt x="152315" y="11052"/>
                  </a:cubicBezTo>
                  <a:cubicBezTo>
                    <a:pt x="166058" y="18444"/>
                    <a:pt x="176911" y="28756"/>
                    <a:pt x="184875" y="41989"/>
                  </a:cubicBezTo>
                  <a:cubicBezTo>
                    <a:pt x="192839" y="55221"/>
                    <a:pt x="196839" y="70154"/>
                    <a:pt x="196839" y="86787"/>
                  </a:cubicBezTo>
                  <a:cubicBezTo>
                    <a:pt x="196839" y="103420"/>
                    <a:pt x="193024" y="117724"/>
                    <a:pt x="185394" y="130365"/>
                  </a:cubicBezTo>
                  <a:cubicBezTo>
                    <a:pt x="177763" y="143006"/>
                    <a:pt x="167021" y="153429"/>
                    <a:pt x="153167" y="161635"/>
                  </a:cubicBezTo>
                  <a:cubicBezTo>
                    <a:pt x="152241" y="161856"/>
                    <a:pt x="151686" y="162522"/>
                    <a:pt x="151575" y="163557"/>
                  </a:cubicBezTo>
                  <a:cubicBezTo>
                    <a:pt x="151463" y="164592"/>
                    <a:pt x="151648" y="165627"/>
                    <a:pt x="152093" y="166551"/>
                  </a:cubicBezTo>
                  <a:lnTo>
                    <a:pt x="194691" y="246315"/>
                  </a:lnTo>
                  <a:lnTo>
                    <a:pt x="195395" y="248089"/>
                  </a:lnTo>
                  <a:cubicBezTo>
                    <a:pt x="195395" y="248791"/>
                    <a:pt x="195098" y="249382"/>
                    <a:pt x="194506" y="249863"/>
                  </a:cubicBezTo>
                  <a:cubicBezTo>
                    <a:pt x="193913" y="250343"/>
                    <a:pt x="193172" y="250565"/>
                    <a:pt x="192209" y="250565"/>
                  </a:cubicBezTo>
                  <a:lnTo>
                    <a:pt x="143610" y="250565"/>
                  </a:lnTo>
                  <a:cubicBezTo>
                    <a:pt x="141499" y="250565"/>
                    <a:pt x="140091" y="249752"/>
                    <a:pt x="139388" y="248089"/>
                  </a:cubicBezTo>
                  <a:lnTo>
                    <a:pt x="102420" y="176050"/>
                  </a:lnTo>
                  <a:cubicBezTo>
                    <a:pt x="101716" y="174424"/>
                    <a:pt x="100309" y="173573"/>
                    <a:pt x="98197" y="173573"/>
                  </a:cubicBezTo>
                  <a:lnTo>
                    <a:pt x="55600" y="173573"/>
                  </a:lnTo>
                  <a:cubicBezTo>
                    <a:pt x="53266" y="173573"/>
                    <a:pt x="52081" y="174756"/>
                    <a:pt x="52081" y="177085"/>
                  </a:cubicBezTo>
                  <a:lnTo>
                    <a:pt x="52081" y="247017"/>
                  </a:lnTo>
                  <a:cubicBezTo>
                    <a:pt x="52081" y="249345"/>
                    <a:pt x="50895" y="250528"/>
                    <a:pt x="48562" y="250528"/>
                  </a:cubicBezTo>
                  <a:lnTo>
                    <a:pt x="3482" y="250528"/>
                  </a:lnTo>
                  <a:close/>
                  <a:moveTo>
                    <a:pt x="102828" y="127556"/>
                  </a:moveTo>
                  <a:cubicBezTo>
                    <a:pt x="110088" y="127556"/>
                    <a:pt x="116978" y="125855"/>
                    <a:pt x="123423" y="122455"/>
                  </a:cubicBezTo>
                  <a:cubicBezTo>
                    <a:pt x="129868" y="119054"/>
                    <a:pt x="135091" y="114323"/>
                    <a:pt x="139091" y="108225"/>
                  </a:cubicBezTo>
                  <a:cubicBezTo>
                    <a:pt x="143092" y="102126"/>
                    <a:pt x="145092" y="94992"/>
                    <a:pt x="145092" y="86787"/>
                  </a:cubicBezTo>
                  <a:cubicBezTo>
                    <a:pt x="145092" y="74146"/>
                    <a:pt x="140795" y="64166"/>
                    <a:pt x="132239" y="56921"/>
                  </a:cubicBezTo>
                  <a:cubicBezTo>
                    <a:pt x="123682" y="49677"/>
                    <a:pt x="113273" y="46018"/>
                    <a:pt x="101087" y="46018"/>
                  </a:cubicBezTo>
                  <a:lnTo>
                    <a:pt x="55674" y="46018"/>
                  </a:lnTo>
                  <a:cubicBezTo>
                    <a:pt x="53340" y="46018"/>
                    <a:pt x="52155" y="47200"/>
                    <a:pt x="52155" y="49529"/>
                  </a:cubicBezTo>
                  <a:lnTo>
                    <a:pt x="52155" y="124007"/>
                  </a:lnTo>
                  <a:cubicBezTo>
                    <a:pt x="52155" y="126336"/>
                    <a:pt x="53340" y="127519"/>
                    <a:pt x="55674" y="127519"/>
                  </a:cubicBezTo>
                  <a:lnTo>
                    <a:pt x="102865" y="127519"/>
                  </a:lnTo>
                  <a:close/>
                </a:path>
              </a:pathLst>
            </a:custGeom>
            <a:grpFill/>
            <a:ln w="3692" cap="flat">
              <a:noFill/>
              <a:prstDash val="solid"/>
              <a:miter/>
            </a:ln>
          </p:spPr>
          <p:txBody>
            <a:bodyPr rtlCol="0" anchor="ctr"/>
            <a:lstStyle/>
            <a:p>
              <a:endParaRPr lang="en-US">
                <a:solidFill>
                  <a:schemeClr val="bg2"/>
                </a:solidFill>
              </a:endParaRPr>
            </a:p>
          </p:txBody>
        </p:sp>
        <p:sp>
          <p:nvSpPr>
            <p:cNvPr id="15" name="Freeform 14">
              <a:extLst>
                <a:ext uri="{FF2B5EF4-FFF2-40B4-BE49-F238E27FC236}">
                  <a16:creationId xmlns:a16="http://schemas.microsoft.com/office/drawing/2014/main" id="{3A854A08-2243-2506-533B-65EF71D79721}"/>
                </a:ext>
              </a:extLst>
            </p:cNvPr>
            <p:cNvSpPr/>
            <p:nvPr/>
          </p:nvSpPr>
          <p:spPr>
            <a:xfrm>
              <a:off x="4744703"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3 w 202839"/>
                <a:gd name="connsiteY3" fmla="*/ 248421 h 250528"/>
                <a:gd name="connsiteX4" fmla="*/ 56377 w 202839"/>
                <a:gd name="connsiteY4" fmla="*/ 105748 h 250528"/>
                <a:gd name="connsiteX5" fmla="*/ 53896 w 202839"/>
                <a:gd name="connsiteY5" fmla="*/ 104344 h 250528"/>
                <a:gd name="connsiteX6" fmla="*/ 52118 w 202839"/>
                <a:gd name="connsiteY6" fmla="*/ 107522 h 250528"/>
                <a:gd name="connsiteX7" fmla="*/ 52118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8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3" y="248421"/>
                  </a:cubicBezTo>
                  <a:lnTo>
                    <a:pt x="56377" y="105748"/>
                  </a:lnTo>
                  <a:cubicBezTo>
                    <a:pt x="55451" y="104824"/>
                    <a:pt x="54599" y="104344"/>
                    <a:pt x="53896" y="104344"/>
                  </a:cubicBezTo>
                  <a:cubicBezTo>
                    <a:pt x="52710" y="104344"/>
                    <a:pt x="52118" y="105416"/>
                    <a:pt x="52118" y="107522"/>
                  </a:cubicBezTo>
                  <a:lnTo>
                    <a:pt x="52118" y="247017"/>
                  </a:lnTo>
                  <a:cubicBezTo>
                    <a:pt x="52118"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8" y="2107"/>
                  </a:cubicBezTo>
                  <a:lnTo>
                    <a:pt x="146463" y="144410"/>
                  </a:lnTo>
                  <a:cubicBezTo>
                    <a:pt x="147167"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bg2"/>
                </a:solidFill>
              </a:endParaRPr>
            </a:p>
          </p:txBody>
        </p:sp>
        <p:sp>
          <p:nvSpPr>
            <p:cNvPr id="16" name="Freeform 15">
              <a:extLst>
                <a:ext uri="{FF2B5EF4-FFF2-40B4-BE49-F238E27FC236}">
                  <a16:creationId xmlns:a16="http://schemas.microsoft.com/office/drawing/2014/main" id="{2F7A64BE-BBED-9B88-278D-AED9CCE1C372}"/>
                </a:ext>
              </a:extLst>
            </p:cNvPr>
            <p:cNvSpPr/>
            <p:nvPr/>
          </p:nvSpPr>
          <p:spPr>
            <a:xfrm>
              <a:off x="2649665" y="5714387"/>
              <a:ext cx="129608" cy="253611"/>
            </a:xfrm>
            <a:custGeom>
              <a:avLst/>
              <a:gdLst>
                <a:gd name="connsiteX0" fmla="*/ 51488 w 129608"/>
                <a:gd name="connsiteY0" fmla="*/ 172003 h 253611"/>
                <a:gd name="connsiteX1" fmla="*/ 114866 w 129608"/>
                <a:gd name="connsiteY1" fmla="*/ 95454 h 253611"/>
                <a:gd name="connsiteX2" fmla="*/ 129609 w 129608"/>
                <a:gd name="connsiteY2" fmla="*/ 77491 h 253611"/>
                <a:gd name="connsiteX3" fmla="*/ 129609 w 129608"/>
                <a:gd name="connsiteY3" fmla="*/ 18463 h 253611"/>
                <a:gd name="connsiteX4" fmla="*/ 108310 w 129608"/>
                <a:gd name="connsiteY4" fmla="*/ 277 h 253611"/>
                <a:gd name="connsiteX5" fmla="*/ 0 w 129608"/>
                <a:gd name="connsiteY5" fmla="*/ 127870 h 253611"/>
                <a:gd name="connsiteX6" fmla="*/ 98716 w 129608"/>
                <a:gd name="connsiteY6" fmla="*/ 253467 h 253611"/>
                <a:gd name="connsiteX7" fmla="*/ 104531 w 129608"/>
                <a:gd name="connsiteY7" fmla="*/ 248994 h 253611"/>
                <a:gd name="connsiteX8" fmla="*/ 104531 w 129608"/>
                <a:gd name="connsiteY8" fmla="*/ 248994 h 253611"/>
                <a:gd name="connsiteX9" fmla="*/ 101494 w 129608"/>
                <a:gd name="connsiteY9" fmla="*/ 244670 h 253611"/>
                <a:gd name="connsiteX10" fmla="*/ 51525 w 129608"/>
                <a:gd name="connsiteY10" fmla="*/ 172040 h 25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08" h="253611">
                  <a:moveTo>
                    <a:pt x="51488" y="172003"/>
                  </a:moveTo>
                  <a:cubicBezTo>
                    <a:pt x="51488" y="133969"/>
                    <a:pt x="78751" y="102329"/>
                    <a:pt x="114866" y="95454"/>
                  </a:cubicBezTo>
                  <a:cubicBezTo>
                    <a:pt x="122978" y="93902"/>
                    <a:pt x="129609" y="85733"/>
                    <a:pt x="129609" y="77491"/>
                  </a:cubicBezTo>
                  <a:lnTo>
                    <a:pt x="129609" y="18463"/>
                  </a:lnTo>
                  <a:cubicBezTo>
                    <a:pt x="129609" y="6635"/>
                    <a:pt x="120015" y="-1645"/>
                    <a:pt x="108310" y="277"/>
                  </a:cubicBezTo>
                  <a:cubicBezTo>
                    <a:pt x="46858" y="10405"/>
                    <a:pt x="0" y="63704"/>
                    <a:pt x="0" y="127870"/>
                  </a:cubicBezTo>
                  <a:cubicBezTo>
                    <a:pt x="0" y="188673"/>
                    <a:pt x="42042" y="239643"/>
                    <a:pt x="98716" y="253467"/>
                  </a:cubicBezTo>
                  <a:cubicBezTo>
                    <a:pt x="101679" y="254206"/>
                    <a:pt x="104531" y="252025"/>
                    <a:pt x="104531" y="248994"/>
                  </a:cubicBezTo>
                  <a:lnTo>
                    <a:pt x="104531" y="248994"/>
                  </a:lnTo>
                  <a:cubicBezTo>
                    <a:pt x="104531" y="247073"/>
                    <a:pt x="103309" y="245372"/>
                    <a:pt x="101494" y="244670"/>
                  </a:cubicBezTo>
                  <a:cubicBezTo>
                    <a:pt x="72268" y="233397"/>
                    <a:pt x="51525" y="205158"/>
                    <a:pt x="51525" y="172040"/>
                  </a:cubicBezTo>
                  <a:close/>
                </a:path>
              </a:pathLst>
            </a:custGeom>
            <a:grpFill/>
            <a:ln w="3692" cap="flat">
              <a:noFill/>
              <a:prstDash val="solid"/>
              <a:miter/>
            </a:ln>
          </p:spPr>
          <p:txBody>
            <a:bodyPr rtlCol="0" anchor="ctr"/>
            <a:lstStyle/>
            <a:p>
              <a:endParaRPr lang="en-US">
                <a:solidFill>
                  <a:schemeClr val="bg2"/>
                </a:solidFill>
              </a:endParaRPr>
            </a:p>
          </p:txBody>
        </p:sp>
        <p:sp>
          <p:nvSpPr>
            <p:cNvPr id="17" name="Freeform 16">
              <a:extLst>
                <a:ext uri="{FF2B5EF4-FFF2-40B4-BE49-F238E27FC236}">
                  <a16:creationId xmlns:a16="http://schemas.microsoft.com/office/drawing/2014/main" id="{E537842C-1969-293B-B8ED-25BCEA47148E}"/>
                </a:ext>
              </a:extLst>
            </p:cNvPr>
            <p:cNvSpPr/>
            <p:nvPr/>
          </p:nvSpPr>
          <p:spPr>
            <a:xfrm>
              <a:off x="2779274" y="5459914"/>
              <a:ext cx="234362" cy="508006"/>
            </a:xfrm>
            <a:custGeom>
              <a:avLst/>
              <a:gdLst>
                <a:gd name="connsiteX0" fmla="*/ 234362 w 234362"/>
                <a:gd name="connsiteY0" fmla="*/ 255009 h 508006"/>
                <a:gd name="connsiteX1" fmla="*/ 21632 w 234362"/>
                <a:gd name="connsiteY1" fmla="*/ 341 h 508006"/>
                <a:gd name="connsiteX2" fmla="*/ 0 w 234362"/>
                <a:gd name="connsiteY2" fmla="*/ 18452 h 508006"/>
                <a:gd name="connsiteX3" fmla="*/ 0 w 234362"/>
                <a:gd name="connsiteY3" fmla="*/ 163047 h 508006"/>
                <a:gd name="connsiteX4" fmla="*/ 14076 w 234362"/>
                <a:gd name="connsiteY4" fmla="*/ 180863 h 508006"/>
                <a:gd name="connsiteX5" fmla="*/ 144055 w 234362"/>
                <a:gd name="connsiteY5" fmla="*/ 345085 h 508006"/>
                <a:gd name="connsiteX6" fmla="*/ 123830 w 234362"/>
                <a:gd name="connsiteY6" fmla="*/ 425108 h 508006"/>
                <a:gd name="connsiteX7" fmla="*/ 50599 w 234362"/>
                <a:gd name="connsiteY7" fmla="*/ 491528 h 508006"/>
                <a:gd name="connsiteX8" fmla="*/ 27966 w 234362"/>
                <a:gd name="connsiteY8" fmla="*/ 498625 h 508006"/>
                <a:gd name="connsiteX9" fmla="*/ 24262 w 234362"/>
                <a:gd name="connsiteY9" fmla="*/ 503245 h 508006"/>
                <a:gd name="connsiteX10" fmla="*/ 24262 w 234362"/>
                <a:gd name="connsiteY10" fmla="*/ 503245 h 508006"/>
                <a:gd name="connsiteX11" fmla="*/ 30004 w 234362"/>
                <a:gd name="connsiteY11" fmla="*/ 507902 h 508006"/>
                <a:gd name="connsiteX12" fmla="*/ 234362 w 234362"/>
                <a:gd name="connsiteY12" fmla="*/ 254972 h 50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362" h="508006">
                  <a:moveTo>
                    <a:pt x="234362" y="255009"/>
                  </a:moveTo>
                  <a:cubicBezTo>
                    <a:pt x="234362" y="127970"/>
                    <a:pt x="142610" y="22296"/>
                    <a:pt x="21632" y="341"/>
                  </a:cubicBezTo>
                  <a:cubicBezTo>
                    <a:pt x="9742" y="-1803"/>
                    <a:pt x="0" y="6402"/>
                    <a:pt x="0" y="18452"/>
                  </a:cubicBezTo>
                  <a:lnTo>
                    <a:pt x="0" y="163047"/>
                  </a:lnTo>
                  <a:cubicBezTo>
                    <a:pt x="0" y="170994"/>
                    <a:pt x="6334" y="179052"/>
                    <a:pt x="14076" y="180863"/>
                  </a:cubicBezTo>
                  <a:cubicBezTo>
                    <a:pt x="88604" y="198494"/>
                    <a:pt x="144055" y="265321"/>
                    <a:pt x="144055" y="345085"/>
                  </a:cubicBezTo>
                  <a:cubicBezTo>
                    <a:pt x="144055" y="374063"/>
                    <a:pt x="136721" y="401304"/>
                    <a:pt x="123830" y="425108"/>
                  </a:cubicBezTo>
                  <a:cubicBezTo>
                    <a:pt x="102679" y="461441"/>
                    <a:pt x="74157" y="480994"/>
                    <a:pt x="50599" y="491528"/>
                  </a:cubicBezTo>
                  <a:cubicBezTo>
                    <a:pt x="43302" y="494411"/>
                    <a:pt x="35745" y="496777"/>
                    <a:pt x="27966" y="498625"/>
                  </a:cubicBezTo>
                  <a:cubicBezTo>
                    <a:pt x="25818" y="499142"/>
                    <a:pt x="24262" y="501028"/>
                    <a:pt x="24262" y="503245"/>
                  </a:cubicBezTo>
                  <a:lnTo>
                    <a:pt x="24262" y="503245"/>
                  </a:lnTo>
                  <a:cubicBezTo>
                    <a:pt x="24262" y="506239"/>
                    <a:pt x="27040" y="508531"/>
                    <a:pt x="30004" y="507902"/>
                  </a:cubicBezTo>
                  <a:cubicBezTo>
                    <a:pt x="146833" y="482694"/>
                    <a:pt x="234362" y="379090"/>
                    <a:pt x="234362" y="254972"/>
                  </a:cubicBezTo>
                  <a:close/>
                </a:path>
              </a:pathLst>
            </a:custGeom>
            <a:grpFill/>
            <a:ln w="3692" cap="flat">
              <a:noFill/>
              <a:prstDash val="solid"/>
              <a:miter/>
            </a:ln>
          </p:spPr>
          <p:txBody>
            <a:bodyPr rtlCol="0" anchor="ctr"/>
            <a:lstStyle/>
            <a:p>
              <a:endParaRPr lang="en-US">
                <a:solidFill>
                  <a:schemeClr val="bg2"/>
                </a:solidFill>
              </a:endParaRPr>
            </a:p>
          </p:txBody>
        </p:sp>
        <p:sp>
          <p:nvSpPr>
            <p:cNvPr id="18" name="Freeform 17">
              <a:extLst>
                <a:ext uri="{FF2B5EF4-FFF2-40B4-BE49-F238E27FC236}">
                  <a16:creationId xmlns:a16="http://schemas.microsoft.com/office/drawing/2014/main" id="{09FAD4B0-0B83-20C4-16DB-3FCCBF6765D8}"/>
                </a:ext>
              </a:extLst>
            </p:cNvPr>
            <p:cNvSpPr/>
            <p:nvPr/>
          </p:nvSpPr>
          <p:spPr>
            <a:xfrm>
              <a:off x="3210809" y="6013428"/>
              <a:ext cx="61822" cy="88376"/>
            </a:xfrm>
            <a:custGeom>
              <a:avLst/>
              <a:gdLst>
                <a:gd name="connsiteX0" fmla="*/ 0 w 61822"/>
                <a:gd name="connsiteY0" fmla="*/ 0 h 88376"/>
                <a:gd name="connsiteX1" fmla="*/ 61822 w 61822"/>
                <a:gd name="connsiteY1" fmla="*/ 0 h 88376"/>
                <a:gd name="connsiteX2" fmla="*/ 61822 w 61822"/>
                <a:gd name="connsiteY2" fmla="*/ 11828 h 88376"/>
                <a:gd name="connsiteX3" fmla="*/ 38227 w 61822"/>
                <a:gd name="connsiteY3" fmla="*/ 11828 h 88376"/>
                <a:gd name="connsiteX4" fmla="*/ 38227 w 61822"/>
                <a:gd name="connsiteY4" fmla="*/ 88376 h 88376"/>
                <a:gd name="connsiteX5" fmla="*/ 23707 w 61822"/>
                <a:gd name="connsiteY5" fmla="*/ 88376 h 88376"/>
                <a:gd name="connsiteX6" fmla="*/ 23707 w 61822"/>
                <a:gd name="connsiteY6" fmla="*/ 11828 h 88376"/>
                <a:gd name="connsiteX7" fmla="*/ 0 w 61822"/>
                <a:gd name="connsiteY7" fmla="*/ 11828 h 88376"/>
                <a:gd name="connsiteX8" fmla="*/ 0 w 61822"/>
                <a:gd name="connsiteY8" fmla="*/ 0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22" h="88376">
                  <a:moveTo>
                    <a:pt x="0" y="0"/>
                  </a:moveTo>
                  <a:lnTo>
                    <a:pt x="61822" y="0"/>
                  </a:lnTo>
                  <a:lnTo>
                    <a:pt x="61822" y="11828"/>
                  </a:lnTo>
                  <a:lnTo>
                    <a:pt x="38227" y="11828"/>
                  </a:lnTo>
                  <a:lnTo>
                    <a:pt x="38227" y="88376"/>
                  </a:lnTo>
                  <a:lnTo>
                    <a:pt x="23707" y="88376"/>
                  </a:lnTo>
                  <a:lnTo>
                    <a:pt x="23707" y="11828"/>
                  </a:lnTo>
                  <a:lnTo>
                    <a:pt x="0" y="11828"/>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19" name="Freeform 18">
              <a:extLst>
                <a:ext uri="{FF2B5EF4-FFF2-40B4-BE49-F238E27FC236}">
                  <a16:creationId xmlns:a16="http://schemas.microsoft.com/office/drawing/2014/main" id="{B17F1C27-22A7-A7BE-98B9-95D3E273232E}"/>
                </a:ext>
              </a:extLst>
            </p:cNvPr>
            <p:cNvSpPr/>
            <p:nvPr/>
          </p:nvSpPr>
          <p:spPr>
            <a:xfrm>
              <a:off x="3283707" y="6007735"/>
              <a:ext cx="64230" cy="94142"/>
            </a:xfrm>
            <a:custGeom>
              <a:avLst/>
              <a:gdLst>
                <a:gd name="connsiteX0" fmla="*/ 0 w 64230"/>
                <a:gd name="connsiteY0" fmla="*/ 0 h 94142"/>
                <a:gd name="connsiteX1" fmla="*/ 14520 w 64230"/>
                <a:gd name="connsiteY1" fmla="*/ 0 h 94142"/>
                <a:gd name="connsiteX2" fmla="*/ 14520 w 64230"/>
                <a:gd name="connsiteY2" fmla="*/ 32194 h 94142"/>
                <a:gd name="connsiteX3" fmla="*/ 36301 w 64230"/>
                <a:gd name="connsiteY3" fmla="*/ 22916 h 94142"/>
                <a:gd name="connsiteX4" fmla="*/ 64230 w 64230"/>
                <a:gd name="connsiteY4" fmla="*/ 52819 h 94142"/>
                <a:gd name="connsiteX5" fmla="*/ 64230 w 64230"/>
                <a:gd name="connsiteY5" fmla="*/ 94142 h 94142"/>
                <a:gd name="connsiteX6" fmla="*/ 49821 w 64230"/>
                <a:gd name="connsiteY6" fmla="*/ 94142 h 94142"/>
                <a:gd name="connsiteX7" fmla="*/ 49821 w 64230"/>
                <a:gd name="connsiteY7" fmla="*/ 54962 h 94142"/>
                <a:gd name="connsiteX8" fmla="*/ 32226 w 64230"/>
                <a:gd name="connsiteY8" fmla="*/ 35520 h 94142"/>
                <a:gd name="connsiteX9" fmla="*/ 14520 w 64230"/>
                <a:gd name="connsiteY9" fmla="*/ 54962 h 94142"/>
                <a:gd name="connsiteX10" fmla="*/ 14520 w 64230"/>
                <a:gd name="connsiteY10" fmla="*/ 94142 h 94142"/>
                <a:gd name="connsiteX11" fmla="*/ 0 w 64230"/>
                <a:gd name="connsiteY11" fmla="*/ 94142 h 94142"/>
                <a:gd name="connsiteX12" fmla="*/ 0 w 64230"/>
                <a:gd name="connsiteY12" fmla="*/ 37 h 9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0" h="94142">
                  <a:moveTo>
                    <a:pt x="0" y="0"/>
                  </a:moveTo>
                  <a:lnTo>
                    <a:pt x="14520" y="0"/>
                  </a:lnTo>
                  <a:lnTo>
                    <a:pt x="14520" y="32194"/>
                  </a:lnTo>
                  <a:cubicBezTo>
                    <a:pt x="19373" y="26354"/>
                    <a:pt x="27263" y="22916"/>
                    <a:pt x="36301" y="22916"/>
                  </a:cubicBezTo>
                  <a:cubicBezTo>
                    <a:pt x="51969" y="22916"/>
                    <a:pt x="64230" y="33229"/>
                    <a:pt x="64230" y="52819"/>
                  </a:cubicBezTo>
                  <a:lnTo>
                    <a:pt x="64230" y="94142"/>
                  </a:lnTo>
                  <a:lnTo>
                    <a:pt x="49821" y="94142"/>
                  </a:lnTo>
                  <a:lnTo>
                    <a:pt x="49821" y="54962"/>
                  </a:lnTo>
                  <a:cubicBezTo>
                    <a:pt x="49821" y="42100"/>
                    <a:pt x="42820" y="35520"/>
                    <a:pt x="32226" y="35520"/>
                  </a:cubicBezTo>
                  <a:cubicBezTo>
                    <a:pt x="21632" y="35520"/>
                    <a:pt x="14520" y="42137"/>
                    <a:pt x="14520" y="54962"/>
                  </a:cubicBezTo>
                  <a:lnTo>
                    <a:pt x="14520" y="94142"/>
                  </a:lnTo>
                  <a:lnTo>
                    <a:pt x="0" y="94142"/>
                  </a:lnTo>
                  <a:lnTo>
                    <a:pt x="0" y="37"/>
                  </a:lnTo>
                  <a:close/>
                </a:path>
              </a:pathLst>
            </a:custGeom>
            <a:grpFill/>
            <a:ln w="3692" cap="flat">
              <a:noFill/>
              <a:prstDash val="solid"/>
              <a:miter/>
            </a:ln>
          </p:spPr>
          <p:txBody>
            <a:bodyPr rtlCol="0" anchor="ctr"/>
            <a:lstStyle/>
            <a:p>
              <a:endParaRPr lang="en-US">
                <a:solidFill>
                  <a:schemeClr val="bg2"/>
                </a:solidFill>
              </a:endParaRPr>
            </a:p>
          </p:txBody>
        </p:sp>
        <p:sp>
          <p:nvSpPr>
            <p:cNvPr id="20" name="Freeform 19">
              <a:extLst>
                <a:ext uri="{FF2B5EF4-FFF2-40B4-BE49-F238E27FC236}">
                  <a16:creationId xmlns:a16="http://schemas.microsoft.com/office/drawing/2014/main" id="{C237F280-806C-8018-BE82-49ECF7E30FBF}"/>
                </a:ext>
              </a:extLst>
            </p:cNvPr>
            <p:cNvSpPr/>
            <p:nvPr/>
          </p:nvSpPr>
          <p:spPr>
            <a:xfrm>
              <a:off x="3360420"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bg2"/>
                </a:solidFill>
              </a:endParaRPr>
            </a:p>
          </p:txBody>
        </p:sp>
        <p:sp>
          <p:nvSpPr>
            <p:cNvPr id="21" name="Freeform 20">
              <a:extLst>
                <a:ext uri="{FF2B5EF4-FFF2-40B4-BE49-F238E27FC236}">
                  <a16:creationId xmlns:a16="http://schemas.microsoft.com/office/drawing/2014/main" id="{8FCDD590-4997-3AFE-FF74-9B129302F906}"/>
                </a:ext>
              </a:extLst>
            </p:cNvPr>
            <p:cNvSpPr/>
            <p:nvPr/>
          </p:nvSpPr>
          <p:spPr>
            <a:xfrm>
              <a:off x="3474916" y="6012282"/>
              <a:ext cx="61896" cy="90445"/>
            </a:xfrm>
            <a:custGeom>
              <a:avLst/>
              <a:gdLst>
                <a:gd name="connsiteX0" fmla="*/ 31337 w 61896"/>
                <a:gd name="connsiteY0" fmla="*/ 90446 h 90445"/>
                <a:gd name="connsiteX1" fmla="*/ 0 w 61896"/>
                <a:gd name="connsiteY1" fmla="*/ 65127 h 90445"/>
                <a:gd name="connsiteX2" fmla="*/ 15558 w 61896"/>
                <a:gd name="connsiteY2" fmla="*/ 65127 h 90445"/>
                <a:gd name="connsiteX3" fmla="*/ 31374 w 61896"/>
                <a:gd name="connsiteY3" fmla="*/ 78211 h 90445"/>
                <a:gd name="connsiteX4" fmla="*/ 47302 w 61896"/>
                <a:gd name="connsiteY4" fmla="*/ 65238 h 90445"/>
                <a:gd name="connsiteX5" fmla="*/ 259 w 61896"/>
                <a:gd name="connsiteY5" fmla="*/ 25171 h 90445"/>
                <a:gd name="connsiteX6" fmla="*/ 30708 w 61896"/>
                <a:gd name="connsiteY6" fmla="*/ 0 h 90445"/>
                <a:gd name="connsiteX7" fmla="*/ 60934 w 61896"/>
                <a:gd name="connsiteY7" fmla="*/ 24025 h 90445"/>
                <a:gd name="connsiteX8" fmla="*/ 44857 w 61896"/>
                <a:gd name="connsiteY8" fmla="*/ 24025 h 90445"/>
                <a:gd name="connsiteX9" fmla="*/ 29930 w 61896"/>
                <a:gd name="connsiteY9" fmla="*/ 12308 h 90445"/>
                <a:gd name="connsiteX10" fmla="*/ 15002 w 61896"/>
                <a:gd name="connsiteY10" fmla="*/ 24654 h 90445"/>
                <a:gd name="connsiteX11" fmla="*/ 61897 w 61896"/>
                <a:gd name="connsiteY11" fmla="*/ 64462 h 90445"/>
                <a:gd name="connsiteX12" fmla="*/ 31300 w 61896"/>
                <a:gd name="connsiteY12" fmla="*/ 90409 h 9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896" h="90445">
                  <a:moveTo>
                    <a:pt x="31337" y="90446"/>
                  </a:moveTo>
                  <a:cubicBezTo>
                    <a:pt x="13631" y="90446"/>
                    <a:pt x="0" y="80762"/>
                    <a:pt x="0" y="65127"/>
                  </a:cubicBezTo>
                  <a:lnTo>
                    <a:pt x="15558" y="65127"/>
                  </a:lnTo>
                  <a:cubicBezTo>
                    <a:pt x="16187" y="72372"/>
                    <a:pt x="21299" y="78211"/>
                    <a:pt x="31374" y="78211"/>
                  </a:cubicBezTo>
                  <a:cubicBezTo>
                    <a:pt x="41450" y="78211"/>
                    <a:pt x="47302" y="72741"/>
                    <a:pt x="47302" y="65238"/>
                  </a:cubicBezTo>
                  <a:cubicBezTo>
                    <a:pt x="47302" y="43874"/>
                    <a:pt x="259" y="57735"/>
                    <a:pt x="259" y="25171"/>
                  </a:cubicBezTo>
                  <a:cubicBezTo>
                    <a:pt x="259" y="9647"/>
                    <a:pt x="12631" y="0"/>
                    <a:pt x="30708" y="0"/>
                  </a:cubicBezTo>
                  <a:cubicBezTo>
                    <a:pt x="47673" y="0"/>
                    <a:pt x="59637" y="8908"/>
                    <a:pt x="60934" y="24025"/>
                  </a:cubicBezTo>
                  <a:lnTo>
                    <a:pt x="44857" y="24025"/>
                  </a:lnTo>
                  <a:cubicBezTo>
                    <a:pt x="44339" y="18037"/>
                    <a:pt x="39116" y="12567"/>
                    <a:pt x="29930" y="12308"/>
                  </a:cubicBezTo>
                  <a:cubicBezTo>
                    <a:pt x="21521" y="12050"/>
                    <a:pt x="15002" y="16115"/>
                    <a:pt x="15002" y="24654"/>
                  </a:cubicBezTo>
                  <a:cubicBezTo>
                    <a:pt x="15002" y="44613"/>
                    <a:pt x="61897" y="32157"/>
                    <a:pt x="61897" y="64462"/>
                  </a:cubicBezTo>
                  <a:cubicBezTo>
                    <a:pt x="61897" y="77694"/>
                    <a:pt x="51080" y="90409"/>
                    <a:pt x="31300" y="90409"/>
                  </a:cubicBezTo>
                  <a:close/>
                </a:path>
              </a:pathLst>
            </a:custGeom>
            <a:grpFill/>
            <a:ln w="3692" cap="flat">
              <a:noFill/>
              <a:prstDash val="solid"/>
              <a:miter/>
            </a:ln>
          </p:spPr>
          <p:txBody>
            <a:bodyPr rtlCol="0" anchor="ctr"/>
            <a:lstStyle/>
            <a:p>
              <a:endParaRPr lang="en-US">
                <a:solidFill>
                  <a:schemeClr val="bg2"/>
                </a:solidFill>
              </a:endParaRPr>
            </a:p>
          </p:txBody>
        </p:sp>
        <p:sp>
          <p:nvSpPr>
            <p:cNvPr id="22" name="Freeform 21">
              <a:extLst>
                <a:ext uri="{FF2B5EF4-FFF2-40B4-BE49-F238E27FC236}">
                  <a16:creationId xmlns:a16="http://schemas.microsoft.com/office/drawing/2014/main" id="{BEDDD1CD-EA54-7FA4-A907-DB1D1CC76473}"/>
                </a:ext>
              </a:extLst>
            </p:cNvPr>
            <p:cNvSpPr/>
            <p:nvPr/>
          </p:nvSpPr>
          <p:spPr>
            <a:xfrm>
              <a:off x="3552073" y="6030615"/>
              <a:ext cx="72008" cy="104565"/>
            </a:xfrm>
            <a:custGeom>
              <a:avLst/>
              <a:gdLst>
                <a:gd name="connsiteX0" fmla="*/ 39005 w 72008"/>
                <a:gd name="connsiteY0" fmla="*/ 0 h 104565"/>
                <a:gd name="connsiteX1" fmla="*/ 72009 w 72008"/>
                <a:gd name="connsiteY1" fmla="*/ 35853 h 104565"/>
                <a:gd name="connsiteX2" fmla="*/ 39005 w 72008"/>
                <a:gd name="connsiteY2" fmla="*/ 72372 h 104565"/>
                <a:gd name="connsiteX3" fmla="*/ 14520 w 72008"/>
                <a:gd name="connsiteY3" fmla="*/ 61061 h 104565"/>
                <a:gd name="connsiteX4" fmla="*/ 14520 w 72008"/>
                <a:gd name="connsiteY4" fmla="*/ 104565 h 104565"/>
                <a:gd name="connsiteX5" fmla="*/ 0 w 72008"/>
                <a:gd name="connsiteY5" fmla="*/ 104565 h 104565"/>
                <a:gd name="connsiteX6" fmla="*/ 0 w 72008"/>
                <a:gd name="connsiteY6" fmla="*/ 1183 h 104565"/>
                <a:gd name="connsiteX7" fmla="*/ 14520 w 72008"/>
                <a:gd name="connsiteY7" fmla="*/ 1183 h 104565"/>
                <a:gd name="connsiteX8" fmla="*/ 14520 w 72008"/>
                <a:gd name="connsiteY8" fmla="*/ 11495 h 104565"/>
                <a:gd name="connsiteX9" fmla="*/ 39005 w 72008"/>
                <a:gd name="connsiteY9" fmla="*/ 37 h 104565"/>
                <a:gd name="connsiteX10" fmla="*/ 35819 w 72008"/>
                <a:gd name="connsiteY10" fmla="*/ 12604 h 104565"/>
                <a:gd name="connsiteX11" fmla="*/ 14520 w 72008"/>
                <a:gd name="connsiteY11" fmla="*/ 36149 h 104565"/>
                <a:gd name="connsiteX12" fmla="*/ 35819 w 72008"/>
                <a:gd name="connsiteY12" fmla="*/ 59804 h 104565"/>
                <a:gd name="connsiteX13" fmla="*/ 57229 w 72008"/>
                <a:gd name="connsiteY13" fmla="*/ 35890 h 104565"/>
                <a:gd name="connsiteX14" fmla="*/ 35819 w 72008"/>
                <a:gd name="connsiteY14" fmla="*/ 12604 h 10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008" h="104565">
                  <a:moveTo>
                    <a:pt x="39005" y="0"/>
                  </a:moveTo>
                  <a:cubicBezTo>
                    <a:pt x="57489" y="0"/>
                    <a:pt x="72009" y="14230"/>
                    <a:pt x="72009" y="35853"/>
                  </a:cubicBezTo>
                  <a:cubicBezTo>
                    <a:pt x="72009" y="57476"/>
                    <a:pt x="57489" y="72372"/>
                    <a:pt x="39005" y="72372"/>
                  </a:cubicBezTo>
                  <a:cubicBezTo>
                    <a:pt x="27411" y="72372"/>
                    <a:pt x="19113" y="66532"/>
                    <a:pt x="14520" y="61061"/>
                  </a:cubicBezTo>
                  <a:lnTo>
                    <a:pt x="14520" y="104565"/>
                  </a:lnTo>
                  <a:lnTo>
                    <a:pt x="0" y="104565"/>
                  </a:lnTo>
                  <a:lnTo>
                    <a:pt x="0" y="1183"/>
                  </a:lnTo>
                  <a:lnTo>
                    <a:pt x="14520" y="1183"/>
                  </a:lnTo>
                  <a:lnTo>
                    <a:pt x="14520" y="11495"/>
                  </a:lnTo>
                  <a:cubicBezTo>
                    <a:pt x="18965" y="5655"/>
                    <a:pt x="27522" y="37"/>
                    <a:pt x="39005" y="37"/>
                  </a:cubicBezTo>
                  <a:close/>
                  <a:moveTo>
                    <a:pt x="35819" y="12604"/>
                  </a:moveTo>
                  <a:cubicBezTo>
                    <a:pt x="25003" y="12604"/>
                    <a:pt x="14520" y="21142"/>
                    <a:pt x="14520" y="36149"/>
                  </a:cubicBezTo>
                  <a:cubicBezTo>
                    <a:pt x="14520" y="51155"/>
                    <a:pt x="24966" y="59804"/>
                    <a:pt x="35819" y="59804"/>
                  </a:cubicBezTo>
                  <a:cubicBezTo>
                    <a:pt x="46672" y="59804"/>
                    <a:pt x="57229" y="51044"/>
                    <a:pt x="57229" y="35890"/>
                  </a:cubicBezTo>
                  <a:cubicBezTo>
                    <a:pt x="57229" y="20736"/>
                    <a:pt x="46784" y="12604"/>
                    <a:pt x="35819" y="12604"/>
                  </a:cubicBezTo>
                  <a:close/>
                </a:path>
              </a:pathLst>
            </a:custGeom>
            <a:grpFill/>
            <a:ln w="3692" cap="flat">
              <a:noFill/>
              <a:prstDash val="solid"/>
              <a:miter/>
            </a:ln>
          </p:spPr>
          <p:txBody>
            <a:bodyPr rtlCol="0" anchor="ctr"/>
            <a:lstStyle/>
            <a:p>
              <a:endParaRPr lang="en-US">
                <a:solidFill>
                  <a:schemeClr val="bg2"/>
                </a:solidFill>
              </a:endParaRPr>
            </a:p>
          </p:txBody>
        </p:sp>
        <p:sp>
          <p:nvSpPr>
            <p:cNvPr id="23" name="Freeform 22">
              <a:extLst>
                <a:ext uri="{FF2B5EF4-FFF2-40B4-BE49-F238E27FC236}">
                  <a16:creationId xmlns:a16="http://schemas.microsoft.com/office/drawing/2014/main" id="{02F20E6B-0D79-0D61-5701-0A10BBE0A77F}"/>
                </a:ext>
              </a:extLst>
            </p:cNvPr>
            <p:cNvSpPr/>
            <p:nvPr/>
          </p:nvSpPr>
          <p:spPr>
            <a:xfrm>
              <a:off x="363319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bg2"/>
                </a:solidFill>
              </a:endParaRPr>
            </a:p>
          </p:txBody>
        </p:sp>
        <p:sp>
          <p:nvSpPr>
            <p:cNvPr id="24" name="Freeform 23">
              <a:extLst>
                <a:ext uri="{FF2B5EF4-FFF2-40B4-BE49-F238E27FC236}">
                  <a16:creationId xmlns:a16="http://schemas.microsoft.com/office/drawing/2014/main" id="{38670039-4AAD-AC73-BAF2-60DDFB8376F0}"/>
                </a:ext>
              </a:extLst>
            </p:cNvPr>
            <p:cNvSpPr/>
            <p:nvPr/>
          </p:nvSpPr>
          <p:spPr>
            <a:xfrm>
              <a:off x="3711463" y="6030615"/>
              <a:ext cx="66786" cy="72408"/>
            </a:xfrm>
            <a:custGeom>
              <a:avLst/>
              <a:gdLst>
                <a:gd name="connsiteX0" fmla="*/ 34412 w 66786"/>
                <a:gd name="connsiteY0" fmla="*/ 0 h 72408"/>
                <a:gd name="connsiteX1" fmla="*/ 66786 w 66786"/>
                <a:gd name="connsiteY1" fmla="*/ 23286 h 72408"/>
                <a:gd name="connsiteX2" fmla="*/ 51118 w 66786"/>
                <a:gd name="connsiteY2" fmla="*/ 23286 h 72408"/>
                <a:gd name="connsiteX3" fmla="*/ 34412 w 66786"/>
                <a:gd name="connsiteY3" fmla="*/ 12234 h 72408"/>
                <a:gd name="connsiteX4" fmla="*/ 14928 w 66786"/>
                <a:gd name="connsiteY4" fmla="*/ 36149 h 72408"/>
                <a:gd name="connsiteX5" fmla="*/ 34412 w 66786"/>
                <a:gd name="connsiteY5" fmla="*/ 60174 h 72408"/>
                <a:gd name="connsiteX6" fmla="*/ 51118 w 66786"/>
                <a:gd name="connsiteY6" fmla="*/ 49122 h 72408"/>
                <a:gd name="connsiteX7" fmla="*/ 66786 w 66786"/>
                <a:gd name="connsiteY7" fmla="*/ 49122 h 72408"/>
                <a:gd name="connsiteX8" fmla="*/ 34412 w 66786"/>
                <a:gd name="connsiteY8" fmla="*/ 72408 h 72408"/>
                <a:gd name="connsiteX9" fmla="*/ 0 w 66786"/>
                <a:gd name="connsiteY9" fmla="*/ 36149 h 72408"/>
                <a:gd name="connsiteX10" fmla="*/ 34412 w 66786"/>
                <a:gd name="connsiteY10" fmla="*/ 37 h 7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86" h="72408">
                  <a:moveTo>
                    <a:pt x="34412" y="0"/>
                  </a:moveTo>
                  <a:cubicBezTo>
                    <a:pt x="51599" y="0"/>
                    <a:pt x="62823" y="8501"/>
                    <a:pt x="66786" y="23286"/>
                  </a:cubicBezTo>
                  <a:lnTo>
                    <a:pt x="51118" y="23286"/>
                  </a:lnTo>
                  <a:cubicBezTo>
                    <a:pt x="48710" y="16559"/>
                    <a:pt x="43079" y="12234"/>
                    <a:pt x="34412" y="12234"/>
                  </a:cubicBezTo>
                  <a:cubicBezTo>
                    <a:pt x="22670" y="12234"/>
                    <a:pt x="14928" y="20884"/>
                    <a:pt x="14928" y="36149"/>
                  </a:cubicBezTo>
                  <a:cubicBezTo>
                    <a:pt x="14928" y="51414"/>
                    <a:pt x="22707" y="60174"/>
                    <a:pt x="34412" y="60174"/>
                  </a:cubicBezTo>
                  <a:cubicBezTo>
                    <a:pt x="43079" y="60174"/>
                    <a:pt x="48413" y="56367"/>
                    <a:pt x="51118" y="49122"/>
                  </a:cubicBezTo>
                  <a:lnTo>
                    <a:pt x="66786" y="49122"/>
                  </a:lnTo>
                  <a:cubicBezTo>
                    <a:pt x="62823" y="62872"/>
                    <a:pt x="51636" y="72408"/>
                    <a:pt x="34412" y="72408"/>
                  </a:cubicBezTo>
                  <a:cubicBezTo>
                    <a:pt x="14261" y="72408"/>
                    <a:pt x="0" y="58178"/>
                    <a:pt x="0" y="36149"/>
                  </a:cubicBezTo>
                  <a:cubicBezTo>
                    <a:pt x="0" y="14119"/>
                    <a:pt x="14261" y="37"/>
                    <a:pt x="34412" y="37"/>
                  </a:cubicBezTo>
                  <a:close/>
                </a:path>
              </a:pathLst>
            </a:custGeom>
            <a:grpFill/>
            <a:ln w="3692" cap="flat">
              <a:noFill/>
              <a:prstDash val="solid"/>
              <a:miter/>
            </a:ln>
          </p:spPr>
          <p:txBody>
            <a:bodyPr rtlCol="0" anchor="ctr"/>
            <a:lstStyle/>
            <a:p>
              <a:endParaRPr lang="en-US">
                <a:solidFill>
                  <a:schemeClr val="bg2"/>
                </a:solidFill>
              </a:endParaRPr>
            </a:p>
          </p:txBody>
        </p:sp>
        <p:sp>
          <p:nvSpPr>
            <p:cNvPr id="25" name="Freeform 24">
              <a:extLst>
                <a:ext uri="{FF2B5EF4-FFF2-40B4-BE49-F238E27FC236}">
                  <a16:creationId xmlns:a16="http://schemas.microsoft.com/office/drawing/2014/main" id="{D419A2B0-8D14-C5CA-304C-6F4FBB48B91B}"/>
                </a:ext>
              </a:extLst>
            </p:cNvPr>
            <p:cNvSpPr/>
            <p:nvPr/>
          </p:nvSpPr>
          <p:spPr>
            <a:xfrm>
              <a:off x="3789066" y="6003891"/>
              <a:ext cx="18483" cy="97949"/>
            </a:xfrm>
            <a:custGeom>
              <a:avLst/>
              <a:gdLst>
                <a:gd name="connsiteX0" fmla="*/ 0 w 18483"/>
                <a:gd name="connsiteY0" fmla="*/ 9277 h 97949"/>
                <a:gd name="connsiteX1" fmla="*/ 9297 w 18483"/>
                <a:gd name="connsiteY1" fmla="*/ 0 h 97949"/>
                <a:gd name="connsiteX2" fmla="*/ 18484 w 18483"/>
                <a:gd name="connsiteY2" fmla="*/ 9277 h 97949"/>
                <a:gd name="connsiteX3" fmla="*/ 9297 w 18483"/>
                <a:gd name="connsiteY3" fmla="*/ 18555 h 97949"/>
                <a:gd name="connsiteX4" fmla="*/ 0 w 18483"/>
                <a:gd name="connsiteY4" fmla="*/ 9277 h 97949"/>
                <a:gd name="connsiteX5" fmla="*/ 1926 w 18483"/>
                <a:gd name="connsiteY5" fmla="*/ 27869 h 97949"/>
                <a:gd name="connsiteX6" fmla="*/ 16446 w 18483"/>
                <a:gd name="connsiteY6" fmla="*/ 27869 h 97949"/>
                <a:gd name="connsiteX7" fmla="*/ 16446 w 18483"/>
                <a:gd name="connsiteY7" fmla="*/ 97949 h 97949"/>
                <a:gd name="connsiteX8" fmla="*/ 1926 w 18483"/>
                <a:gd name="connsiteY8" fmla="*/ 97949 h 97949"/>
                <a:gd name="connsiteX9" fmla="*/ 1926 w 18483"/>
                <a:gd name="connsiteY9" fmla="*/ 27869 h 97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83" h="97949">
                  <a:moveTo>
                    <a:pt x="0" y="9277"/>
                  </a:moveTo>
                  <a:cubicBezTo>
                    <a:pt x="0" y="4066"/>
                    <a:pt x="4075" y="0"/>
                    <a:pt x="9297" y="0"/>
                  </a:cubicBezTo>
                  <a:cubicBezTo>
                    <a:pt x="14520" y="0"/>
                    <a:pt x="18484" y="4066"/>
                    <a:pt x="18484" y="9277"/>
                  </a:cubicBezTo>
                  <a:cubicBezTo>
                    <a:pt x="18484" y="14489"/>
                    <a:pt x="14409" y="18555"/>
                    <a:pt x="9297" y="18555"/>
                  </a:cubicBezTo>
                  <a:cubicBezTo>
                    <a:pt x="4186" y="18555"/>
                    <a:pt x="0" y="14489"/>
                    <a:pt x="0" y="9277"/>
                  </a:cubicBezTo>
                  <a:close/>
                  <a:moveTo>
                    <a:pt x="1926" y="27869"/>
                  </a:moveTo>
                  <a:lnTo>
                    <a:pt x="16446" y="27869"/>
                  </a:lnTo>
                  <a:lnTo>
                    <a:pt x="16446" y="97949"/>
                  </a:lnTo>
                  <a:lnTo>
                    <a:pt x="1926" y="97949"/>
                  </a:lnTo>
                  <a:lnTo>
                    <a:pt x="1926" y="27869"/>
                  </a:lnTo>
                  <a:close/>
                </a:path>
              </a:pathLst>
            </a:custGeom>
            <a:grpFill/>
            <a:ln w="3692" cap="flat">
              <a:noFill/>
              <a:prstDash val="solid"/>
              <a:miter/>
            </a:ln>
          </p:spPr>
          <p:txBody>
            <a:bodyPr rtlCol="0" anchor="ctr"/>
            <a:lstStyle/>
            <a:p>
              <a:endParaRPr lang="en-US">
                <a:solidFill>
                  <a:schemeClr val="bg2"/>
                </a:solidFill>
              </a:endParaRPr>
            </a:p>
          </p:txBody>
        </p:sp>
        <p:sp>
          <p:nvSpPr>
            <p:cNvPr id="26" name="Freeform 25">
              <a:extLst>
                <a:ext uri="{FF2B5EF4-FFF2-40B4-BE49-F238E27FC236}">
                  <a16:creationId xmlns:a16="http://schemas.microsoft.com/office/drawing/2014/main" id="{19BB0364-59E4-C5E3-B854-2BA61BB41A5F}"/>
                </a:ext>
              </a:extLst>
            </p:cNvPr>
            <p:cNvSpPr/>
            <p:nvPr/>
          </p:nvSpPr>
          <p:spPr>
            <a:xfrm>
              <a:off x="3818328"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bg2"/>
                </a:solidFill>
              </a:endParaRPr>
            </a:p>
          </p:txBody>
        </p:sp>
        <p:sp>
          <p:nvSpPr>
            <p:cNvPr id="27" name="Freeform 26">
              <a:extLst>
                <a:ext uri="{FF2B5EF4-FFF2-40B4-BE49-F238E27FC236}">
                  <a16:creationId xmlns:a16="http://schemas.microsoft.com/office/drawing/2014/main" id="{089B3064-E24F-3687-C92B-0E6873D17E53}"/>
                </a:ext>
              </a:extLst>
            </p:cNvPr>
            <p:cNvSpPr/>
            <p:nvPr/>
          </p:nvSpPr>
          <p:spPr>
            <a:xfrm>
              <a:off x="3907969"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28" name="Freeform 27">
              <a:extLst>
                <a:ext uri="{FF2B5EF4-FFF2-40B4-BE49-F238E27FC236}">
                  <a16:creationId xmlns:a16="http://schemas.microsoft.com/office/drawing/2014/main" id="{086591AE-7667-5F23-B0BB-826A5D082073}"/>
                </a:ext>
              </a:extLst>
            </p:cNvPr>
            <p:cNvSpPr/>
            <p:nvPr/>
          </p:nvSpPr>
          <p:spPr>
            <a:xfrm>
              <a:off x="3933935"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bg2"/>
                </a:solidFill>
              </a:endParaRPr>
            </a:p>
          </p:txBody>
        </p:sp>
        <p:sp>
          <p:nvSpPr>
            <p:cNvPr id="29" name="Freeform 28">
              <a:extLst>
                <a:ext uri="{FF2B5EF4-FFF2-40B4-BE49-F238E27FC236}">
                  <a16:creationId xmlns:a16="http://schemas.microsoft.com/office/drawing/2014/main" id="{03711A16-2011-40D8-EC73-13F32726C661}"/>
                </a:ext>
              </a:extLst>
            </p:cNvPr>
            <p:cNvSpPr/>
            <p:nvPr/>
          </p:nvSpPr>
          <p:spPr>
            <a:xfrm>
              <a:off x="3980460" y="6031761"/>
              <a:ext cx="71527" cy="103013"/>
            </a:xfrm>
            <a:custGeom>
              <a:avLst/>
              <a:gdLst>
                <a:gd name="connsiteX0" fmla="*/ 56488 w 71527"/>
                <a:gd name="connsiteY0" fmla="*/ 0 h 103013"/>
                <a:gd name="connsiteX1" fmla="*/ 71527 w 71527"/>
                <a:gd name="connsiteY1" fmla="*/ 0 h 103013"/>
                <a:gd name="connsiteX2" fmla="*/ 28448 w 71527"/>
                <a:gd name="connsiteY2" fmla="*/ 103013 h 103013"/>
                <a:gd name="connsiteX3" fmla="*/ 13409 w 71527"/>
                <a:gd name="connsiteY3" fmla="*/ 103013 h 103013"/>
                <a:gd name="connsiteX4" fmla="*/ 27670 w 71527"/>
                <a:gd name="connsiteY4" fmla="*/ 68934 h 103013"/>
                <a:gd name="connsiteX5" fmla="*/ 0 w 71527"/>
                <a:gd name="connsiteY5" fmla="*/ 0 h 103013"/>
                <a:gd name="connsiteX6" fmla="*/ 16187 w 71527"/>
                <a:gd name="connsiteY6" fmla="*/ 0 h 103013"/>
                <a:gd name="connsiteX7" fmla="*/ 35930 w 71527"/>
                <a:gd name="connsiteY7" fmla="*/ 53410 h 103013"/>
                <a:gd name="connsiteX8" fmla="*/ 56451 w 71527"/>
                <a:gd name="connsiteY8" fmla="*/ 0 h 10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 h="103013">
                  <a:moveTo>
                    <a:pt x="56488" y="0"/>
                  </a:moveTo>
                  <a:lnTo>
                    <a:pt x="71527" y="0"/>
                  </a:lnTo>
                  <a:lnTo>
                    <a:pt x="28448" y="103013"/>
                  </a:lnTo>
                  <a:lnTo>
                    <a:pt x="13409" y="103013"/>
                  </a:lnTo>
                  <a:lnTo>
                    <a:pt x="27670" y="68934"/>
                  </a:lnTo>
                  <a:lnTo>
                    <a:pt x="0" y="0"/>
                  </a:lnTo>
                  <a:lnTo>
                    <a:pt x="16187" y="0"/>
                  </a:lnTo>
                  <a:lnTo>
                    <a:pt x="35930" y="53410"/>
                  </a:lnTo>
                  <a:lnTo>
                    <a:pt x="56451" y="0"/>
                  </a:lnTo>
                  <a:close/>
                </a:path>
              </a:pathLst>
            </a:custGeom>
            <a:grpFill/>
            <a:ln w="3692" cap="flat">
              <a:noFill/>
              <a:prstDash val="solid"/>
              <a:miter/>
            </a:ln>
          </p:spPr>
          <p:txBody>
            <a:bodyPr rtlCol="0" anchor="ctr"/>
            <a:lstStyle/>
            <a:p>
              <a:endParaRPr lang="en-US">
                <a:solidFill>
                  <a:schemeClr val="bg2"/>
                </a:solidFill>
              </a:endParaRPr>
            </a:p>
          </p:txBody>
        </p:sp>
        <p:sp>
          <p:nvSpPr>
            <p:cNvPr id="30" name="Freeform 29">
              <a:extLst>
                <a:ext uri="{FF2B5EF4-FFF2-40B4-BE49-F238E27FC236}">
                  <a16:creationId xmlns:a16="http://schemas.microsoft.com/office/drawing/2014/main" id="{97B5C534-EDBD-130B-F9E8-D85210BB0AF7}"/>
                </a:ext>
              </a:extLst>
            </p:cNvPr>
            <p:cNvSpPr/>
            <p:nvPr/>
          </p:nvSpPr>
          <p:spPr>
            <a:xfrm>
              <a:off x="4091251" y="6012282"/>
              <a:ext cx="86380" cy="90298"/>
            </a:xfrm>
            <a:custGeom>
              <a:avLst/>
              <a:gdLst>
                <a:gd name="connsiteX0" fmla="*/ 45228 w 86380"/>
                <a:gd name="connsiteY0" fmla="*/ 0 h 90298"/>
                <a:gd name="connsiteX1" fmla="*/ 86381 w 86380"/>
                <a:gd name="connsiteY1" fmla="*/ 26576 h 90298"/>
                <a:gd name="connsiteX2" fmla="*/ 68934 w 86380"/>
                <a:gd name="connsiteY2" fmla="*/ 26576 h 90298"/>
                <a:gd name="connsiteX3" fmla="*/ 45228 w 86380"/>
                <a:gd name="connsiteY3" fmla="*/ 12715 h 90298"/>
                <a:gd name="connsiteX4" fmla="*/ 14891 w 86380"/>
                <a:gd name="connsiteY4" fmla="*/ 45131 h 90298"/>
                <a:gd name="connsiteX5" fmla="*/ 45228 w 86380"/>
                <a:gd name="connsiteY5" fmla="*/ 77694 h 90298"/>
                <a:gd name="connsiteX6" fmla="*/ 68934 w 86380"/>
                <a:gd name="connsiteY6" fmla="*/ 63833 h 90298"/>
                <a:gd name="connsiteX7" fmla="*/ 86381 w 86380"/>
                <a:gd name="connsiteY7" fmla="*/ 63833 h 90298"/>
                <a:gd name="connsiteX8" fmla="*/ 45228 w 86380"/>
                <a:gd name="connsiteY8" fmla="*/ 90298 h 90298"/>
                <a:gd name="connsiteX9" fmla="*/ 0 w 86380"/>
                <a:gd name="connsiteY9" fmla="*/ 45168 h 90298"/>
                <a:gd name="connsiteX10" fmla="*/ 45228 w 86380"/>
                <a:gd name="connsiteY10" fmla="*/ 37 h 9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 h="90298">
                  <a:moveTo>
                    <a:pt x="45228" y="0"/>
                  </a:moveTo>
                  <a:cubicBezTo>
                    <a:pt x="63712" y="0"/>
                    <a:pt x="79640" y="9277"/>
                    <a:pt x="86381" y="26576"/>
                  </a:cubicBezTo>
                  <a:lnTo>
                    <a:pt x="68934" y="26576"/>
                  </a:lnTo>
                  <a:cubicBezTo>
                    <a:pt x="64230" y="17150"/>
                    <a:pt x="55822" y="12715"/>
                    <a:pt x="45228" y="12715"/>
                  </a:cubicBezTo>
                  <a:cubicBezTo>
                    <a:pt x="27633" y="12715"/>
                    <a:pt x="14891" y="25171"/>
                    <a:pt x="14891" y="45131"/>
                  </a:cubicBezTo>
                  <a:cubicBezTo>
                    <a:pt x="14891" y="65090"/>
                    <a:pt x="27633" y="77694"/>
                    <a:pt x="45228" y="77694"/>
                  </a:cubicBezTo>
                  <a:cubicBezTo>
                    <a:pt x="55822" y="77694"/>
                    <a:pt x="64230" y="73259"/>
                    <a:pt x="68934" y="63833"/>
                  </a:cubicBezTo>
                  <a:lnTo>
                    <a:pt x="86381" y="63833"/>
                  </a:lnTo>
                  <a:cubicBezTo>
                    <a:pt x="79640" y="81132"/>
                    <a:pt x="63712" y="90298"/>
                    <a:pt x="45228" y="90298"/>
                  </a:cubicBezTo>
                  <a:cubicBezTo>
                    <a:pt x="20262" y="90298"/>
                    <a:pt x="0" y="71743"/>
                    <a:pt x="0" y="45168"/>
                  </a:cubicBezTo>
                  <a:cubicBezTo>
                    <a:pt x="0" y="18592"/>
                    <a:pt x="20262" y="37"/>
                    <a:pt x="45228" y="37"/>
                  </a:cubicBezTo>
                  <a:close/>
                </a:path>
              </a:pathLst>
            </a:custGeom>
            <a:grpFill/>
            <a:ln w="3692" cap="flat">
              <a:noFill/>
              <a:prstDash val="solid"/>
              <a:miter/>
            </a:ln>
          </p:spPr>
          <p:txBody>
            <a:bodyPr rtlCol="0" anchor="ctr"/>
            <a:lstStyle/>
            <a:p>
              <a:endParaRPr lang="en-US">
                <a:solidFill>
                  <a:schemeClr val="bg2"/>
                </a:solidFill>
              </a:endParaRPr>
            </a:p>
          </p:txBody>
        </p:sp>
        <p:sp>
          <p:nvSpPr>
            <p:cNvPr id="31" name="Freeform 30">
              <a:extLst>
                <a:ext uri="{FF2B5EF4-FFF2-40B4-BE49-F238E27FC236}">
                  <a16:creationId xmlns:a16="http://schemas.microsoft.com/office/drawing/2014/main" id="{8866B01E-33C2-FE13-9819-EF57181B9390}"/>
                </a:ext>
              </a:extLst>
            </p:cNvPr>
            <p:cNvSpPr/>
            <p:nvPr/>
          </p:nvSpPr>
          <p:spPr>
            <a:xfrm>
              <a:off x="4187300"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8" y="72372"/>
                    <a:pt x="0" y="57476"/>
                    <a:pt x="0" y="35853"/>
                  </a:cubicBezTo>
                  <a:cubicBezTo>
                    <a:pt x="0" y="14230"/>
                    <a:pt x="14668"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bg2"/>
                </a:solidFill>
              </a:endParaRPr>
            </a:p>
          </p:txBody>
        </p:sp>
        <p:sp>
          <p:nvSpPr>
            <p:cNvPr id="32" name="Freeform 31">
              <a:extLst>
                <a:ext uri="{FF2B5EF4-FFF2-40B4-BE49-F238E27FC236}">
                  <a16:creationId xmlns:a16="http://schemas.microsoft.com/office/drawing/2014/main" id="{4C3842E8-BA40-C3E1-454C-68AC55539A33}"/>
                </a:ext>
              </a:extLst>
            </p:cNvPr>
            <p:cNvSpPr/>
            <p:nvPr/>
          </p:nvSpPr>
          <p:spPr>
            <a:xfrm>
              <a:off x="4274422" y="6030615"/>
              <a:ext cx="35559" cy="71225"/>
            </a:xfrm>
            <a:custGeom>
              <a:avLst/>
              <a:gdLst>
                <a:gd name="connsiteX0" fmla="*/ 14520 w 35559"/>
                <a:gd name="connsiteY0" fmla="*/ 71226 h 71225"/>
                <a:gd name="connsiteX1" fmla="*/ 0 w 35559"/>
                <a:gd name="connsiteY1" fmla="*/ 71226 h 71225"/>
                <a:gd name="connsiteX2" fmla="*/ 0 w 35559"/>
                <a:gd name="connsiteY2" fmla="*/ 1146 h 71225"/>
                <a:gd name="connsiteX3" fmla="*/ 14520 w 35559"/>
                <a:gd name="connsiteY3" fmla="*/ 1146 h 71225"/>
                <a:gd name="connsiteX4" fmla="*/ 14520 w 35559"/>
                <a:gd name="connsiteY4" fmla="*/ 11310 h 71225"/>
                <a:gd name="connsiteX5" fmla="*/ 35560 w 35559"/>
                <a:gd name="connsiteY5" fmla="*/ 0 h 71225"/>
                <a:gd name="connsiteX6" fmla="*/ 35560 w 35559"/>
                <a:gd name="connsiteY6" fmla="*/ 15007 h 71225"/>
                <a:gd name="connsiteX7" fmla="*/ 31856 w 35559"/>
                <a:gd name="connsiteY7" fmla="*/ 15007 h 71225"/>
                <a:gd name="connsiteX8" fmla="*/ 14520 w 35559"/>
                <a:gd name="connsiteY8" fmla="*/ 34338 h 71225"/>
                <a:gd name="connsiteX9" fmla="*/ 14520 w 35559"/>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59"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bg2"/>
                </a:solidFill>
              </a:endParaRPr>
            </a:p>
          </p:txBody>
        </p:sp>
        <p:sp>
          <p:nvSpPr>
            <p:cNvPr id="33" name="Freeform 32">
              <a:extLst>
                <a:ext uri="{FF2B5EF4-FFF2-40B4-BE49-F238E27FC236}">
                  <a16:creationId xmlns:a16="http://schemas.microsoft.com/office/drawing/2014/main" id="{D7796885-588F-0718-4C80-AB77CCEC0A34}"/>
                </a:ext>
              </a:extLst>
            </p:cNvPr>
            <p:cNvSpPr/>
            <p:nvPr/>
          </p:nvSpPr>
          <p:spPr>
            <a:xfrm>
              <a:off x="431583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0 w 69193"/>
                <a:gd name="connsiteY8" fmla="*/ 50342 h 72371"/>
                <a:gd name="connsiteX9" fmla="*/ 34967 w 69193"/>
                <a:gd name="connsiteY9" fmla="*/ 72335 h 72371"/>
                <a:gd name="connsiteX10" fmla="*/ 15150 w 69193"/>
                <a:gd name="connsiteY10" fmla="*/ 29865 h 72371"/>
                <a:gd name="connsiteX11" fmla="*/ 54007 w 69193"/>
                <a:gd name="connsiteY11" fmla="*/ 29865 h 72371"/>
                <a:gd name="connsiteX12" fmla="*/ 34375 w 69193"/>
                <a:gd name="connsiteY12" fmla="*/ 12197 h 72371"/>
                <a:gd name="connsiteX13" fmla="*/ 15113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83" y="39143"/>
                    <a:pt x="68675" y="41582"/>
                  </a:cubicBezTo>
                  <a:lnTo>
                    <a:pt x="15002" y="41582"/>
                  </a:lnTo>
                  <a:cubicBezTo>
                    <a:pt x="16039" y="53151"/>
                    <a:pt x="24299" y="60137"/>
                    <a:pt x="35004" y="60137"/>
                  </a:cubicBezTo>
                  <a:cubicBezTo>
                    <a:pt x="43931" y="60137"/>
                    <a:pt x="48895" y="55813"/>
                    <a:pt x="51562" y="50342"/>
                  </a:cubicBezTo>
                  <a:lnTo>
                    <a:pt x="67230" y="50342"/>
                  </a:lnTo>
                  <a:cubicBezTo>
                    <a:pt x="63267" y="62540"/>
                    <a:pt x="52192" y="72335"/>
                    <a:pt x="34967" y="72335"/>
                  </a:cubicBezTo>
                  <a:close/>
                  <a:moveTo>
                    <a:pt x="15150" y="29865"/>
                  </a:moveTo>
                  <a:lnTo>
                    <a:pt x="54007" y="29865"/>
                  </a:lnTo>
                  <a:cubicBezTo>
                    <a:pt x="53747" y="19072"/>
                    <a:pt x="45228" y="12197"/>
                    <a:pt x="34375" y="12197"/>
                  </a:cubicBezTo>
                  <a:cubicBezTo>
                    <a:pt x="24559" y="12197"/>
                    <a:pt x="16669" y="18814"/>
                    <a:pt x="15113" y="29865"/>
                  </a:cubicBezTo>
                  <a:close/>
                </a:path>
              </a:pathLst>
            </a:custGeom>
            <a:grpFill/>
            <a:ln w="3692" cap="flat">
              <a:noFill/>
              <a:prstDash val="solid"/>
              <a:miter/>
            </a:ln>
          </p:spPr>
          <p:txBody>
            <a:bodyPr rtlCol="0" anchor="ctr"/>
            <a:lstStyle/>
            <a:p>
              <a:endParaRPr lang="en-US">
                <a:solidFill>
                  <a:schemeClr val="bg2"/>
                </a:solidFill>
              </a:endParaRPr>
            </a:p>
          </p:txBody>
        </p:sp>
        <p:sp>
          <p:nvSpPr>
            <p:cNvPr id="34" name="Freeform 33">
              <a:extLst>
                <a:ext uri="{FF2B5EF4-FFF2-40B4-BE49-F238E27FC236}">
                  <a16:creationId xmlns:a16="http://schemas.microsoft.com/office/drawing/2014/main" id="{B98D0695-1F5E-E687-70C3-4F3760099C92}"/>
                </a:ext>
              </a:extLst>
            </p:cNvPr>
            <p:cNvSpPr/>
            <p:nvPr/>
          </p:nvSpPr>
          <p:spPr>
            <a:xfrm>
              <a:off x="4432442" y="6013428"/>
              <a:ext cx="61933" cy="88376"/>
            </a:xfrm>
            <a:custGeom>
              <a:avLst/>
              <a:gdLst>
                <a:gd name="connsiteX0" fmla="*/ 30596 w 61933"/>
                <a:gd name="connsiteY0" fmla="*/ 52523 h 88376"/>
                <a:gd name="connsiteX1" fmla="*/ 14520 w 61933"/>
                <a:gd name="connsiteY1" fmla="*/ 52523 h 88376"/>
                <a:gd name="connsiteX2" fmla="*/ 14520 w 61933"/>
                <a:gd name="connsiteY2" fmla="*/ 88376 h 88376"/>
                <a:gd name="connsiteX3" fmla="*/ 0 w 61933"/>
                <a:gd name="connsiteY3" fmla="*/ 88376 h 88376"/>
                <a:gd name="connsiteX4" fmla="*/ 0 w 61933"/>
                <a:gd name="connsiteY4" fmla="*/ 0 h 88376"/>
                <a:gd name="connsiteX5" fmla="*/ 30596 w 61933"/>
                <a:gd name="connsiteY5" fmla="*/ 0 h 88376"/>
                <a:gd name="connsiteX6" fmla="*/ 61933 w 61933"/>
                <a:gd name="connsiteY6" fmla="*/ 26317 h 88376"/>
                <a:gd name="connsiteX7" fmla="*/ 30596 w 61933"/>
                <a:gd name="connsiteY7" fmla="*/ 52523 h 88376"/>
                <a:gd name="connsiteX8" fmla="*/ 30596 w 61933"/>
                <a:gd name="connsiteY8" fmla="*/ 40695 h 88376"/>
                <a:gd name="connsiteX9" fmla="*/ 47043 w 61933"/>
                <a:gd name="connsiteY9" fmla="*/ 26317 h 88376"/>
                <a:gd name="connsiteX10" fmla="*/ 30596 w 61933"/>
                <a:gd name="connsiteY10" fmla="*/ 11828 h 88376"/>
                <a:gd name="connsiteX11" fmla="*/ 14520 w 61933"/>
                <a:gd name="connsiteY11" fmla="*/ 11828 h 88376"/>
                <a:gd name="connsiteX12" fmla="*/ 14520 w 61933"/>
                <a:gd name="connsiteY12" fmla="*/ 40695 h 88376"/>
                <a:gd name="connsiteX13" fmla="*/ 30596 w 61933"/>
                <a:gd name="connsiteY13" fmla="*/ 40695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933" h="88376">
                  <a:moveTo>
                    <a:pt x="30596" y="52523"/>
                  </a:moveTo>
                  <a:lnTo>
                    <a:pt x="14520" y="52523"/>
                  </a:lnTo>
                  <a:lnTo>
                    <a:pt x="14520" y="88376"/>
                  </a:lnTo>
                  <a:lnTo>
                    <a:pt x="0" y="88376"/>
                  </a:lnTo>
                  <a:lnTo>
                    <a:pt x="0" y="0"/>
                  </a:lnTo>
                  <a:lnTo>
                    <a:pt x="30596" y="0"/>
                  </a:lnTo>
                  <a:cubicBezTo>
                    <a:pt x="51636" y="0"/>
                    <a:pt x="61933" y="11939"/>
                    <a:pt x="61933" y="26317"/>
                  </a:cubicBezTo>
                  <a:cubicBezTo>
                    <a:pt x="61933" y="38921"/>
                    <a:pt x="53636" y="52523"/>
                    <a:pt x="30596" y="52523"/>
                  </a:cubicBezTo>
                  <a:close/>
                  <a:moveTo>
                    <a:pt x="30596" y="40695"/>
                  </a:moveTo>
                  <a:cubicBezTo>
                    <a:pt x="41931" y="40695"/>
                    <a:pt x="47043" y="35225"/>
                    <a:pt x="47043" y="26317"/>
                  </a:cubicBezTo>
                  <a:cubicBezTo>
                    <a:pt x="47043" y="17409"/>
                    <a:pt x="41931" y="11828"/>
                    <a:pt x="30596" y="11828"/>
                  </a:cubicBezTo>
                  <a:lnTo>
                    <a:pt x="14520" y="11828"/>
                  </a:lnTo>
                  <a:lnTo>
                    <a:pt x="14520" y="40695"/>
                  </a:lnTo>
                  <a:lnTo>
                    <a:pt x="30596" y="40695"/>
                  </a:lnTo>
                  <a:close/>
                </a:path>
              </a:pathLst>
            </a:custGeom>
            <a:grpFill/>
            <a:ln w="3692" cap="flat">
              <a:noFill/>
              <a:prstDash val="solid"/>
              <a:miter/>
            </a:ln>
          </p:spPr>
          <p:txBody>
            <a:bodyPr rtlCol="0" anchor="ctr"/>
            <a:lstStyle/>
            <a:p>
              <a:endParaRPr lang="en-US">
                <a:solidFill>
                  <a:schemeClr val="bg2"/>
                </a:solidFill>
              </a:endParaRPr>
            </a:p>
          </p:txBody>
        </p:sp>
        <p:sp>
          <p:nvSpPr>
            <p:cNvPr id="35" name="Freeform 34">
              <a:extLst>
                <a:ext uri="{FF2B5EF4-FFF2-40B4-BE49-F238E27FC236}">
                  <a16:creationId xmlns:a16="http://schemas.microsoft.com/office/drawing/2014/main" id="{532C229C-1B21-D4DA-FD56-6C64CA2B0AE9}"/>
                </a:ext>
              </a:extLst>
            </p:cNvPr>
            <p:cNvSpPr/>
            <p:nvPr/>
          </p:nvSpPr>
          <p:spPr>
            <a:xfrm>
              <a:off x="4505117"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36" name="Freeform 35">
              <a:extLst>
                <a:ext uri="{FF2B5EF4-FFF2-40B4-BE49-F238E27FC236}">
                  <a16:creationId xmlns:a16="http://schemas.microsoft.com/office/drawing/2014/main" id="{DB7F646F-80DF-A24E-D208-3398D406CFC6}"/>
                </a:ext>
              </a:extLst>
            </p:cNvPr>
            <p:cNvSpPr/>
            <p:nvPr/>
          </p:nvSpPr>
          <p:spPr>
            <a:xfrm>
              <a:off x="4532861"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190 w 72157"/>
                <a:gd name="connsiteY10" fmla="*/ 12604 h 72371"/>
                <a:gd name="connsiteX11" fmla="*/ 14891 w 72157"/>
                <a:gd name="connsiteY11" fmla="*/ 35890 h 72371"/>
                <a:gd name="connsiteX12" fmla="*/ 36190 w 72157"/>
                <a:gd name="connsiteY12" fmla="*/ 59804 h 72371"/>
                <a:gd name="connsiteX13" fmla="*/ 57489 w 72157"/>
                <a:gd name="connsiteY13" fmla="*/ 36149 h 72371"/>
                <a:gd name="connsiteX14" fmla="*/ 36190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190" y="12604"/>
                  </a:moveTo>
                  <a:cubicBezTo>
                    <a:pt x="25374" y="12604"/>
                    <a:pt x="14891" y="20736"/>
                    <a:pt x="14891" y="35890"/>
                  </a:cubicBezTo>
                  <a:cubicBezTo>
                    <a:pt x="14891" y="51044"/>
                    <a:pt x="25337" y="59804"/>
                    <a:pt x="36190" y="59804"/>
                  </a:cubicBezTo>
                  <a:cubicBezTo>
                    <a:pt x="47043" y="59804"/>
                    <a:pt x="57489" y="51266"/>
                    <a:pt x="57489" y="36149"/>
                  </a:cubicBezTo>
                  <a:cubicBezTo>
                    <a:pt x="57489" y="21031"/>
                    <a:pt x="47154" y="12604"/>
                    <a:pt x="36190" y="12604"/>
                  </a:cubicBezTo>
                  <a:close/>
                </a:path>
              </a:pathLst>
            </a:custGeom>
            <a:grpFill/>
            <a:ln w="3692" cap="flat">
              <a:noFill/>
              <a:prstDash val="solid"/>
              <a:miter/>
            </a:ln>
          </p:spPr>
          <p:txBody>
            <a:bodyPr rtlCol="0" anchor="ctr"/>
            <a:lstStyle/>
            <a:p>
              <a:endParaRPr lang="en-US">
                <a:solidFill>
                  <a:schemeClr val="bg2"/>
                </a:solidFill>
              </a:endParaRPr>
            </a:p>
          </p:txBody>
        </p:sp>
        <p:sp>
          <p:nvSpPr>
            <p:cNvPr id="37" name="Freeform 36">
              <a:extLst>
                <a:ext uri="{FF2B5EF4-FFF2-40B4-BE49-F238E27FC236}">
                  <a16:creationId xmlns:a16="http://schemas.microsoft.com/office/drawing/2014/main" id="{F8F8CB3F-FE10-8113-C0F3-6A2C9AE7625C}"/>
                </a:ext>
              </a:extLst>
            </p:cNvPr>
            <p:cNvSpPr/>
            <p:nvPr/>
          </p:nvSpPr>
          <p:spPr>
            <a:xfrm>
              <a:off x="4616427"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bg2"/>
                </a:solidFill>
              </a:endParaRPr>
            </a:p>
          </p:txBody>
        </p:sp>
        <p:sp>
          <p:nvSpPr>
            <p:cNvPr id="38" name="Freeform 37">
              <a:extLst>
                <a:ext uri="{FF2B5EF4-FFF2-40B4-BE49-F238E27FC236}">
                  <a16:creationId xmlns:a16="http://schemas.microsoft.com/office/drawing/2014/main" id="{55CC76B8-F5C9-38F2-43D3-633A088A0968}"/>
                </a:ext>
              </a:extLst>
            </p:cNvPr>
            <p:cNvSpPr/>
            <p:nvPr/>
          </p:nvSpPr>
          <p:spPr>
            <a:xfrm>
              <a:off x="4663804" y="6003670"/>
              <a:ext cx="35967" cy="98170"/>
            </a:xfrm>
            <a:custGeom>
              <a:avLst/>
              <a:gdLst>
                <a:gd name="connsiteX0" fmla="*/ 8297 w 35967"/>
                <a:gd name="connsiteY0" fmla="*/ 39919 h 98170"/>
                <a:gd name="connsiteX1" fmla="*/ 0 w 35967"/>
                <a:gd name="connsiteY1" fmla="*/ 39919 h 98170"/>
                <a:gd name="connsiteX2" fmla="*/ 0 w 35967"/>
                <a:gd name="connsiteY2" fmla="*/ 28091 h 98170"/>
                <a:gd name="connsiteX3" fmla="*/ 8297 w 35967"/>
                <a:gd name="connsiteY3" fmla="*/ 28091 h 98170"/>
                <a:gd name="connsiteX4" fmla="*/ 8297 w 35967"/>
                <a:gd name="connsiteY4" fmla="*/ 23138 h 98170"/>
                <a:gd name="connsiteX5" fmla="*/ 34930 w 35967"/>
                <a:gd name="connsiteY5" fmla="*/ 0 h 98170"/>
                <a:gd name="connsiteX6" fmla="*/ 34930 w 35967"/>
                <a:gd name="connsiteY6" fmla="*/ 12087 h 98170"/>
                <a:gd name="connsiteX7" fmla="*/ 22966 w 35967"/>
                <a:gd name="connsiteY7" fmla="*/ 23138 h 98170"/>
                <a:gd name="connsiteX8" fmla="*/ 22966 w 35967"/>
                <a:gd name="connsiteY8" fmla="*/ 28091 h 98170"/>
                <a:gd name="connsiteX9" fmla="*/ 35967 w 35967"/>
                <a:gd name="connsiteY9" fmla="*/ 28091 h 98170"/>
                <a:gd name="connsiteX10" fmla="*/ 35967 w 35967"/>
                <a:gd name="connsiteY10" fmla="*/ 39919 h 98170"/>
                <a:gd name="connsiteX11" fmla="*/ 22966 w 35967"/>
                <a:gd name="connsiteY11" fmla="*/ 39919 h 98170"/>
                <a:gd name="connsiteX12" fmla="*/ 22966 w 35967"/>
                <a:gd name="connsiteY12" fmla="*/ 98171 h 98170"/>
                <a:gd name="connsiteX13" fmla="*/ 8297 w 35967"/>
                <a:gd name="connsiteY13" fmla="*/ 98171 h 98170"/>
                <a:gd name="connsiteX14" fmla="*/ 8297 w 35967"/>
                <a:gd name="connsiteY14" fmla="*/ 39919 h 9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67" h="98170">
                  <a:moveTo>
                    <a:pt x="8297" y="39919"/>
                  </a:moveTo>
                  <a:lnTo>
                    <a:pt x="0" y="39919"/>
                  </a:lnTo>
                  <a:lnTo>
                    <a:pt x="0" y="28091"/>
                  </a:lnTo>
                  <a:lnTo>
                    <a:pt x="8297" y="28091"/>
                  </a:lnTo>
                  <a:lnTo>
                    <a:pt x="8297" y="23138"/>
                  </a:lnTo>
                  <a:cubicBezTo>
                    <a:pt x="8297" y="6986"/>
                    <a:pt x="16595" y="0"/>
                    <a:pt x="34930" y="0"/>
                  </a:cubicBezTo>
                  <a:lnTo>
                    <a:pt x="34930" y="12087"/>
                  </a:lnTo>
                  <a:cubicBezTo>
                    <a:pt x="26003" y="12087"/>
                    <a:pt x="22966" y="15154"/>
                    <a:pt x="22966" y="23138"/>
                  </a:cubicBezTo>
                  <a:lnTo>
                    <a:pt x="22966" y="28091"/>
                  </a:lnTo>
                  <a:lnTo>
                    <a:pt x="35967" y="28091"/>
                  </a:lnTo>
                  <a:lnTo>
                    <a:pt x="35967" y="39919"/>
                  </a:lnTo>
                  <a:lnTo>
                    <a:pt x="22966" y="39919"/>
                  </a:lnTo>
                  <a:lnTo>
                    <a:pt x="22966" y="98171"/>
                  </a:lnTo>
                  <a:lnTo>
                    <a:pt x="8297" y="98171"/>
                  </a:lnTo>
                  <a:lnTo>
                    <a:pt x="8297" y="39919"/>
                  </a:lnTo>
                  <a:close/>
                </a:path>
              </a:pathLst>
            </a:custGeom>
            <a:grpFill/>
            <a:ln w="3692" cap="flat">
              <a:noFill/>
              <a:prstDash val="solid"/>
              <a:miter/>
            </a:ln>
          </p:spPr>
          <p:txBody>
            <a:bodyPr rtlCol="0" anchor="ctr"/>
            <a:lstStyle/>
            <a:p>
              <a:endParaRPr lang="en-US">
                <a:solidFill>
                  <a:schemeClr val="bg2"/>
                </a:solidFill>
              </a:endParaRPr>
            </a:p>
          </p:txBody>
        </p:sp>
        <p:sp>
          <p:nvSpPr>
            <p:cNvPr id="39" name="Freeform 38">
              <a:extLst>
                <a:ext uri="{FF2B5EF4-FFF2-40B4-BE49-F238E27FC236}">
                  <a16:creationId xmlns:a16="http://schemas.microsoft.com/office/drawing/2014/main" id="{1D751ACD-0FDE-AB66-FB54-A8EA8F33352A}"/>
                </a:ext>
              </a:extLst>
            </p:cNvPr>
            <p:cNvSpPr/>
            <p:nvPr/>
          </p:nvSpPr>
          <p:spPr>
            <a:xfrm>
              <a:off x="4704364" y="6030615"/>
              <a:ext cx="71638" cy="72371"/>
            </a:xfrm>
            <a:custGeom>
              <a:avLst/>
              <a:gdLst>
                <a:gd name="connsiteX0" fmla="*/ 35190 w 71638"/>
                <a:gd name="connsiteY0" fmla="*/ 72372 h 72371"/>
                <a:gd name="connsiteX1" fmla="*/ 0 w 71638"/>
                <a:gd name="connsiteY1" fmla="*/ 36112 h 72371"/>
                <a:gd name="connsiteX2" fmla="*/ 35819 w 71638"/>
                <a:gd name="connsiteY2" fmla="*/ 0 h 72371"/>
                <a:gd name="connsiteX3" fmla="*/ 71639 w 71638"/>
                <a:gd name="connsiteY3" fmla="*/ 36112 h 72371"/>
                <a:gd name="connsiteX4" fmla="*/ 35190 w 71638"/>
                <a:gd name="connsiteY4" fmla="*/ 72372 h 72371"/>
                <a:gd name="connsiteX5" fmla="*/ 35190 w 71638"/>
                <a:gd name="connsiteY5" fmla="*/ 59767 h 72371"/>
                <a:gd name="connsiteX6" fmla="*/ 56711 w 71638"/>
                <a:gd name="connsiteY6" fmla="*/ 36112 h 72371"/>
                <a:gd name="connsiteX7" fmla="*/ 35560 w 71638"/>
                <a:gd name="connsiteY7" fmla="*/ 12567 h 72371"/>
                <a:gd name="connsiteX8" fmla="*/ 14780 w 71638"/>
                <a:gd name="connsiteY8" fmla="*/ 36112 h 72371"/>
                <a:gd name="connsiteX9" fmla="*/ 35190 w 71638"/>
                <a:gd name="connsiteY9" fmla="*/ 59767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638" h="72371">
                  <a:moveTo>
                    <a:pt x="35190" y="72372"/>
                  </a:moveTo>
                  <a:cubicBezTo>
                    <a:pt x="15187" y="72372"/>
                    <a:pt x="0" y="58141"/>
                    <a:pt x="0" y="36112"/>
                  </a:cubicBezTo>
                  <a:cubicBezTo>
                    <a:pt x="0" y="14083"/>
                    <a:pt x="15817" y="0"/>
                    <a:pt x="35819" y="0"/>
                  </a:cubicBezTo>
                  <a:cubicBezTo>
                    <a:pt x="55822" y="0"/>
                    <a:pt x="71639" y="14119"/>
                    <a:pt x="71639" y="36112"/>
                  </a:cubicBezTo>
                  <a:cubicBezTo>
                    <a:pt x="71639" y="58104"/>
                    <a:pt x="55340" y="72372"/>
                    <a:pt x="35190" y="72372"/>
                  </a:cubicBezTo>
                  <a:close/>
                  <a:moveTo>
                    <a:pt x="35190" y="59767"/>
                  </a:moveTo>
                  <a:cubicBezTo>
                    <a:pt x="46006" y="59767"/>
                    <a:pt x="56711" y="52006"/>
                    <a:pt x="56711" y="36112"/>
                  </a:cubicBezTo>
                  <a:cubicBezTo>
                    <a:pt x="56711" y="20218"/>
                    <a:pt x="46376" y="12567"/>
                    <a:pt x="35560" y="12567"/>
                  </a:cubicBezTo>
                  <a:cubicBezTo>
                    <a:pt x="24744" y="12567"/>
                    <a:pt x="14780" y="20181"/>
                    <a:pt x="14780" y="36112"/>
                  </a:cubicBezTo>
                  <a:cubicBezTo>
                    <a:pt x="14780" y="52042"/>
                    <a:pt x="24225" y="59767"/>
                    <a:pt x="35190" y="59767"/>
                  </a:cubicBezTo>
                  <a:close/>
                </a:path>
              </a:pathLst>
            </a:custGeom>
            <a:grpFill/>
            <a:ln w="3692" cap="flat">
              <a:noFill/>
              <a:prstDash val="solid"/>
              <a:miter/>
            </a:ln>
          </p:spPr>
          <p:txBody>
            <a:bodyPr rtlCol="0" anchor="ctr"/>
            <a:lstStyle/>
            <a:p>
              <a:endParaRPr lang="en-US">
                <a:solidFill>
                  <a:schemeClr val="bg2"/>
                </a:solidFill>
              </a:endParaRPr>
            </a:p>
          </p:txBody>
        </p:sp>
        <p:sp>
          <p:nvSpPr>
            <p:cNvPr id="40" name="Freeform 39">
              <a:extLst>
                <a:ext uri="{FF2B5EF4-FFF2-40B4-BE49-F238E27FC236}">
                  <a16:creationId xmlns:a16="http://schemas.microsoft.com/office/drawing/2014/main" id="{68E47049-5D49-3295-4A73-3DC019A92F75}"/>
                </a:ext>
              </a:extLst>
            </p:cNvPr>
            <p:cNvSpPr/>
            <p:nvPr/>
          </p:nvSpPr>
          <p:spPr>
            <a:xfrm>
              <a:off x="4786560" y="6030615"/>
              <a:ext cx="35560" cy="71225"/>
            </a:xfrm>
            <a:custGeom>
              <a:avLst/>
              <a:gdLst>
                <a:gd name="connsiteX0" fmla="*/ 14520 w 35560"/>
                <a:gd name="connsiteY0" fmla="*/ 71226 h 71225"/>
                <a:gd name="connsiteX1" fmla="*/ 0 w 35560"/>
                <a:gd name="connsiteY1" fmla="*/ 71226 h 71225"/>
                <a:gd name="connsiteX2" fmla="*/ 0 w 35560"/>
                <a:gd name="connsiteY2" fmla="*/ 1146 h 71225"/>
                <a:gd name="connsiteX3" fmla="*/ 14520 w 35560"/>
                <a:gd name="connsiteY3" fmla="*/ 1146 h 71225"/>
                <a:gd name="connsiteX4" fmla="*/ 14520 w 35560"/>
                <a:gd name="connsiteY4" fmla="*/ 11310 h 71225"/>
                <a:gd name="connsiteX5" fmla="*/ 35560 w 35560"/>
                <a:gd name="connsiteY5" fmla="*/ 0 h 71225"/>
                <a:gd name="connsiteX6" fmla="*/ 35560 w 35560"/>
                <a:gd name="connsiteY6" fmla="*/ 15007 h 71225"/>
                <a:gd name="connsiteX7" fmla="*/ 31856 w 35560"/>
                <a:gd name="connsiteY7" fmla="*/ 15007 h 71225"/>
                <a:gd name="connsiteX8" fmla="*/ 14520 w 35560"/>
                <a:gd name="connsiteY8" fmla="*/ 34338 h 71225"/>
                <a:gd name="connsiteX9" fmla="*/ 14520 w 35560"/>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bg2"/>
                </a:solidFill>
              </a:endParaRPr>
            </a:p>
          </p:txBody>
        </p:sp>
        <p:sp>
          <p:nvSpPr>
            <p:cNvPr id="41" name="Freeform 40">
              <a:extLst>
                <a:ext uri="{FF2B5EF4-FFF2-40B4-BE49-F238E27FC236}">
                  <a16:creationId xmlns:a16="http://schemas.microsoft.com/office/drawing/2014/main" id="{3DC1AB6D-4AA9-6AB8-8464-4CB330948214}"/>
                </a:ext>
              </a:extLst>
            </p:cNvPr>
            <p:cNvSpPr/>
            <p:nvPr/>
          </p:nvSpPr>
          <p:spPr>
            <a:xfrm>
              <a:off x="4832602" y="6030615"/>
              <a:ext cx="113939" cy="71225"/>
            </a:xfrm>
            <a:custGeom>
              <a:avLst/>
              <a:gdLst>
                <a:gd name="connsiteX0" fmla="*/ 99531 w 113939"/>
                <a:gd name="connsiteY0" fmla="*/ 32046 h 71225"/>
                <a:gd name="connsiteX1" fmla="*/ 81936 w 113939"/>
                <a:gd name="connsiteY1" fmla="*/ 12604 h 71225"/>
                <a:gd name="connsiteX2" fmla="*/ 64230 w 113939"/>
                <a:gd name="connsiteY2" fmla="*/ 32046 h 71225"/>
                <a:gd name="connsiteX3" fmla="*/ 64230 w 113939"/>
                <a:gd name="connsiteY3" fmla="*/ 71226 h 71225"/>
                <a:gd name="connsiteX4" fmla="*/ 49821 w 113939"/>
                <a:gd name="connsiteY4" fmla="*/ 71226 h 71225"/>
                <a:gd name="connsiteX5" fmla="*/ 49821 w 113939"/>
                <a:gd name="connsiteY5" fmla="*/ 32046 h 71225"/>
                <a:gd name="connsiteX6" fmla="*/ 32226 w 113939"/>
                <a:gd name="connsiteY6" fmla="*/ 12604 h 71225"/>
                <a:gd name="connsiteX7" fmla="*/ 14520 w 113939"/>
                <a:gd name="connsiteY7" fmla="*/ 32046 h 71225"/>
                <a:gd name="connsiteX8" fmla="*/ 14520 w 113939"/>
                <a:gd name="connsiteY8" fmla="*/ 71226 h 71225"/>
                <a:gd name="connsiteX9" fmla="*/ 0 w 113939"/>
                <a:gd name="connsiteY9" fmla="*/ 71226 h 71225"/>
                <a:gd name="connsiteX10" fmla="*/ 0 w 113939"/>
                <a:gd name="connsiteY10" fmla="*/ 1146 h 71225"/>
                <a:gd name="connsiteX11" fmla="*/ 14520 w 113939"/>
                <a:gd name="connsiteY11" fmla="*/ 1146 h 71225"/>
                <a:gd name="connsiteX12" fmla="*/ 14520 w 113939"/>
                <a:gd name="connsiteY12" fmla="*/ 9167 h 71225"/>
                <a:gd name="connsiteX13" fmla="*/ 35301 w 113939"/>
                <a:gd name="connsiteY13" fmla="*/ 0 h 71225"/>
                <a:gd name="connsiteX14" fmla="*/ 60526 w 113939"/>
                <a:gd name="connsiteY14" fmla="*/ 13861 h 71225"/>
                <a:gd name="connsiteX15" fmla="*/ 85010 w 113939"/>
                <a:gd name="connsiteY15" fmla="*/ 0 h 71225"/>
                <a:gd name="connsiteX16" fmla="*/ 113940 w 113939"/>
                <a:gd name="connsiteY16" fmla="*/ 29902 h 71225"/>
                <a:gd name="connsiteX17" fmla="*/ 113940 w 113939"/>
                <a:gd name="connsiteY17" fmla="*/ 71226 h 71225"/>
                <a:gd name="connsiteX18" fmla="*/ 99531 w 113939"/>
                <a:gd name="connsiteY18" fmla="*/ 71226 h 71225"/>
                <a:gd name="connsiteX19" fmla="*/ 99531 w 113939"/>
                <a:gd name="connsiteY19" fmla="*/ 3204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939" h="71225">
                  <a:moveTo>
                    <a:pt x="99531" y="32046"/>
                  </a:moveTo>
                  <a:cubicBezTo>
                    <a:pt x="99531" y="19183"/>
                    <a:pt x="92530" y="12604"/>
                    <a:pt x="81936" y="12604"/>
                  </a:cubicBezTo>
                  <a:cubicBezTo>
                    <a:pt x="71342" y="12604"/>
                    <a:pt x="64230" y="19220"/>
                    <a:pt x="64230" y="32046"/>
                  </a:cubicBezTo>
                  <a:lnTo>
                    <a:pt x="64230" y="71226"/>
                  </a:lnTo>
                  <a:lnTo>
                    <a:pt x="49821" y="71226"/>
                  </a:lnTo>
                  <a:lnTo>
                    <a:pt x="49821" y="32046"/>
                  </a:lnTo>
                  <a:cubicBezTo>
                    <a:pt x="49821" y="19183"/>
                    <a:pt x="42820" y="12604"/>
                    <a:pt x="32226" y="12604"/>
                  </a:cubicBezTo>
                  <a:cubicBezTo>
                    <a:pt x="21632" y="12604"/>
                    <a:pt x="14520" y="19220"/>
                    <a:pt x="14520" y="32046"/>
                  </a:cubicBezTo>
                  <a:lnTo>
                    <a:pt x="14520" y="71226"/>
                  </a:lnTo>
                  <a:lnTo>
                    <a:pt x="0" y="71226"/>
                  </a:lnTo>
                  <a:lnTo>
                    <a:pt x="0" y="1146"/>
                  </a:lnTo>
                  <a:lnTo>
                    <a:pt x="14520" y="1146"/>
                  </a:lnTo>
                  <a:lnTo>
                    <a:pt x="14520" y="9167"/>
                  </a:lnTo>
                  <a:cubicBezTo>
                    <a:pt x="19224" y="3437"/>
                    <a:pt x="26892" y="0"/>
                    <a:pt x="35301" y="0"/>
                  </a:cubicBezTo>
                  <a:cubicBezTo>
                    <a:pt x="46376" y="0"/>
                    <a:pt x="55673" y="4694"/>
                    <a:pt x="60526" y="13861"/>
                  </a:cubicBezTo>
                  <a:cubicBezTo>
                    <a:pt x="64860" y="5359"/>
                    <a:pt x="74787" y="0"/>
                    <a:pt x="85010" y="0"/>
                  </a:cubicBezTo>
                  <a:cubicBezTo>
                    <a:pt x="101457" y="0"/>
                    <a:pt x="113940" y="10312"/>
                    <a:pt x="113940" y="29902"/>
                  </a:cubicBezTo>
                  <a:lnTo>
                    <a:pt x="113940" y="71226"/>
                  </a:lnTo>
                  <a:lnTo>
                    <a:pt x="99531" y="71226"/>
                  </a:lnTo>
                  <a:lnTo>
                    <a:pt x="99531" y="32046"/>
                  </a:lnTo>
                  <a:close/>
                </a:path>
              </a:pathLst>
            </a:custGeom>
            <a:grpFill/>
            <a:ln w="3692" cap="flat">
              <a:noFill/>
              <a:prstDash val="solid"/>
              <a:miter/>
            </a:ln>
          </p:spPr>
          <p:txBody>
            <a:bodyPr rtlCol="0" anchor="ctr"/>
            <a:lstStyle/>
            <a:p>
              <a:endParaRPr lang="en-US">
                <a:solidFill>
                  <a:schemeClr val="bg2"/>
                </a:solidFill>
              </a:endParaRPr>
            </a:p>
          </p:txBody>
        </p:sp>
      </p:grpSp>
    </p:spTree>
    <p:extLst>
      <p:ext uri="{BB962C8B-B14F-4D97-AF65-F5344CB8AC3E}">
        <p14:creationId xmlns:p14="http://schemas.microsoft.com/office/powerpoint/2010/main" val="12344668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emiCircle Custom Image)">
    <p:bg>
      <p:bgPr>
        <a:solidFill>
          <a:schemeClr val="bg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E0D453F-790A-668B-D79A-3FB7D9A2964F}"/>
              </a:ext>
            </a:extLst>
          </p:cNvPr>
          <p:cNvSpPr txBox="1"/>
          <p:nvPr userDrawn="1"/>
        </p:nvSpPr>
        <p:spPr>
          <a:xfrm>
            <a:off x="13690600" y="2853267"/>
            <a:ext cx="0" cy="0"/>
          </a:xfrm>
          <a:prstGeom prst="rect">
            <a:avLst/>
          </a:prstGeom>
          <a:noFill/>
        </p:spPr>
        <p:txBody>
          <a:bodyPr wrap="none" lIns="0" tIns="0" rIns="0" bIns="0" rtlCol="0">
            <a:noAutofit/>
          </a:bodyPr>
          <a:lstStyle/>
          <a:p>
            <a:pPr algn="l">
              <a:lnSpc>
                <a:spcPts val="1600"/>
              </a:lnSpc>
            </a:pPr>
            <a:endParaRPr lang="en-US" sz="1200"/>
          </a:p>
        </p:txBody>
      </p:sp>
      <p:sp>
        <p:nvSpPr>
          <p:cNvPr id="3" name="Picture Placeholder 2">
            <a:extLst>
              <a:ext uri="{FF2B5EF4-FFF2-40B4-BE49-F238E27FC236}">
                <a16:creationId xmlns:a16="http://schemas.microsoft.com/office/drawing/2014/main" id="{0D0B6397-872D-E82B-B2C1-1B9116580FD3}"/>
              </a:ext>
            </a:extLst>
          </p:cNvPr>
          <p:cNvSpPr>
            <a:spLocks noGrp="1"/>
          </p:cNvSpPr>
          <p:nvPr>
            <p:ph type="pic" sz="quarter" idx="11"/>
          </p:nvPr>
        </p:nvSpPr>
        <p:spPr>
          <a:xfrm>
            <a:off x="0" y="0"/>
            <a:ext cx="5257803" cy="6858000"/>
          </a:xfrm>
          <a:custGeom>
            <a:avLst/>
            <a:gdLst>
              <a:gd name="connsiteX0" fmla="*/ 0 w 5257803"/>
              <a:gd name="connsiteY0" fmla="*/ 0 h 6858000"/>
              <a:gd name="connsiteX1" fmla="*/ 3170558 w 5257803"/>
              <a:gd name="connsiteY1" fmla="*/ 0 h 6858000"/>
              <a:gd name="connsiteX2" fmla="*/ 3237289 w 5257803"/>
              <a:gd name="connsiteY2" fmla="*/ 34178 h 6858000"/>
              <a:gd name="connsiteX3" fmla="*/ 5257803 w 5257803"/>
              <a:gd name="connsiteY3" fmla="*/ 3429001 h 6858000"/>
              <a:gd name="connsiteX4" fmla="*/ 3237289 w 5257803"/>
              <a:gd name="connsiteY4" fmla="*/ 6823825 h 6858000"/>
              <a:gd name="connsiteX5" fmla="*/ 3166345 w 5257803"/>
              <a:gd name="connsiteY5" fmla="*/ 6858000 h 6858000"/>
              <a:gd name="connsiteX6" fmla="*/ 0 w 52578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57803" h="6858000">
                <a:moveTo>
                  <a:pt x="0" y="0"/>
                </a:moveTo>
                <a:lnTo>
                  <a:pt x="3170558" y="0"/>
                </a:lnTo>
                <a:lnTo>
                  <a:pt x="3237289" y="34178"/>
                </a:lnTo>
                <a:cubicBezTo>
                  <a:pt x="4440799" y="687963"/>
                  <a:pt x="5257803" y="1963071"/>
                  <a:pt x="5257803" y="3429001"/>
                </a:cubicBezTo>
                <a:cubicBezTo>
                  <a:pt x="5257803" y="4894931"/>
                  <a:pt x="4440798" y="6170039"/>
                  <a:pt x="3237289" y="6823825"/>
                </a:cubicBezTo>
                <a:lnTo>
                  <a:pt x="3166345" y="6858000"/>
                </a:lnTo>
                <a:lnTo>
                  <a:pt x="0" y="6858000"/>
                </a:lnTo>
                <a:close/>
              </a:path>
            </a:pathLst>
          </a:custGeom>
          <a:solidFill>
            <a:schemeClr val="bg2"/>
          </a:solidFill>
        </p:spPr>
        <p:txBody>
          <a:bodyPr wrap="square" tIns="365760">
            <a:noAutofit/>
          </a:bodyPr>
          <a:lstStyle>
            <a:lvl1pPr marL="0" indent="0" algn="ctr">
              <a:buFontTx/>
              <a:buNone/>
              <a:defRPr b="0" i="0">
                <a:solidFill>
                  <a:schemeClr val="tx1"/>
                </a:solidFill>
              </a:defRPr>
            </a:lvl1pPr>
          </a:lstStyle>
          <a:p>
            <a:r>
              <a:rPr lang="en-US"/>
              <a:t>Click icon to add picture</a:t>
            </a:r>
          </a:p>
        </p:txBody>
      </p:sp>
      <p:sp>
        <p:nvSpPr>
          <p:cNvPr id="4" name="Title 1">
            <a:extLst>
              <a:ext uri="{FF2B5EF4-FFF2-40B4-BE49-F238E27FC236}">
                <a16:creationId xmlns:a16="http://schemas.microsoft.com/office/drawing/2014/main" id="{967D8EE3-E12C-0216-96D4-E1B0C4ED720E}"/>
              </a:ext>
            </a:extLst>
          </p:cNvPr>
          <p:cNvSpPr>
            <a:spLocks noGrp="1"/>
          </p:cNvSpPr>
          <p:nvPr>
            <p:ph type="ctrTitle"/>
          </p:nvPr>
        </p:nvSpPr>
        <p:spPr>
          <a:xfrm>
            <a:off x="5931195" y="3330560"/>
            <a:ext cx="5803605" cy="2383694"/>
          </a:xfrm>
        </p:spPr>
        <p:txBody>
          <a:bodyPr anchor="t" anchorCtr="0">
            <a:noAutofit/>
          </a:bodyPr>
          <a:lstStyle>
            <a:lvl1pPr algn="l">
              <a:lnSpc>
                <a:spcPts val="4400"/>
              </a:lnSpc>
              <a:defRPr sz="4000" b="0" i="0">
                <a:solidFill>
                  <a:schemeClr val="tx1"/>
                </a:solidFill>
              </a:defRPr>
            </a:lvl1pPr>
          </a:lstStyle>
          <a:p>
            <a:r>
              <a:rPr lang="en-US"/>
              <a:t>Click to edit Master title style</a:t>
            </a:r>
          </a:p>
        </p:txBody>
      </p:sp>
      <p:sp>
        <p:nvSpPr>
          <p:cNvPr id="7" name="Text Placeholder 16">
            <a:extLst>
              <a:ext uri="{FF2B5EF4-FFF2-40B4-BE49-F238E27FC236}">
                <a16:creationId xmlns:a16="http://schemas.microsoft.com/office/drawing/2014/main" id="{00B82250-E3E6-95CD-284E-A25C473C8CC1}"/>
              </a:ext>
            </a:extLst>
          </p:cNvPr>
          <p:cNvSpPr>
            <a:spLocks noGrp="1"/>
          </p:cNvSpPr>
          <p:nvPr>
            <p:ph type="body" sz="quarter" idx="10"/>
          </p:nvPr>
        </p:nvSpPr>
        <p:spPr>
          <a:xfrm>
            <a:off x="5931195" y="2319866"/>
            <a:ext cx="5803605" cy="762861"/>
          </a:xfrm>
        </p:spPr>
        <p:txBody>
          <a:bodyPr wrap="square" anchor="b" anchorCtr="0">
            <a:noAutofit/>
          </a:bodyPr>
          <a:lstStyle>
            <a:lvl1pPr marL="0" indent="0" algn="l">
              <a:buFontTx/>
              <a:buNone/>
              <a:defRPr b="0" i="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grpSp>
        <p:nvGrpSpPr>
          <p:cNvPr id="2" name="Group 1">
            <a:extLst>
              <a:ext uri="{FF2B5EF4-FFF2-40B4-BE49-F238E27FC236}">
                <a16:creationId xmlns:a16="http://schemas.microsoft.com/office/drawing/2014/main" id="{7E1CA05C-BFCE-03DC-138D-E7A963C4BF21}"/>
              </a:ext>
            </a:extLst>
          </p:cNvPr>
          <p:cNvGrpSpPr/>
          <p:nvPr userDrawn="1"/>
        </p:nvGrpSpPr>
        <p:grpSpPr>
          <a:xfrm>
            <a:off x="9612126" y="782937"/>
            <a:ext cx="2122674" cy="623780"/>
            <a:chOff x="2649665" y="5459914"/>
            <a:chExt cx="2297877" cy="675266"/>
          </a:xfrm>
          <a:solidFill>
            <a:schemeClr val="tx2"/>
          </a:solidFill>
        </p:grpSpPr>
        <p:sp>
          <p:nvSpPr>
            <p:cNvPr id="9" name="Freeform 8">
              <a:extLst>
                <a:ext uri="{FF2B5EF4-FFF2-40B4-BE49-F238E27FC236}">
                  <a16:creationId xmlns:a16="http://schemas.microsoft.com/office/drawing/2014/main" id="{5687209B-3AFA-DB32-F011-3950502E7A88}"/>
                </a:ext>
              </a:extLst>
            </p:cNvPr>
            <p:cNvSpPr/>
            <p:nvPr/>
          </p:nvSpPr>
          <p:spPr>
            <a:xfrm>
              <a:off x="3209512" y="5624255"/>
              <a:ext cx="144721" cy="250528"/>
            </a:xfrm>
            <a:custGeom>
              <a:avLst/>
              <a:gdLst>
                <a:gd name="connsiteX0" fmla="*/ 141203 w 144721"/>
                <a:gd name="connsiteY0" fmla="*/ 204511 h 250528"/>
                <a:gd name="connsiteX1" fmla="*/ 144722 w 144721"/>
                <a:gd name="connsiteY1" fmla="*/ 208022 h 250528"/>
                <a:gd name="connsiteX2" fmla="*/ 144722 w 144721"/>
                <a:gd name="connsiteY2" fmla="*/ 247017 h 250528"/>
                <a:gd name="connsiteX3" fmla="*/ 141203 w 144721"/>
                <a:gd name="connsiteY3" fmla="*/ 250528 h 250528"/>
                <a:gd name="connsiteX4" fmla="*/ 3519 w 144721"/>
                <a:gd name="connsiteY4" fmla="*/ 250528 h 250528"/>
                <a:gd name="connsiteX5" fmla="*/ 0 w 144721"/>
                <a:gd name="connsiteY5" fmla="*/ 247017 h 250528"/>
                <a:gd name="connsiteX6" fmla="*/ 0 w 144721"/>
                <a:gd name="connsiteY6" fmla="*/ 3511 h 250528"/>
                <a:gd name="connsiteX7" fmla="*/ 3519 w 144721"/>
                <a:gd name="connsiteY7" fmla="*/ 0 h 250528"/>
                <a:gd name="connsiteX8" fmla="*/ 48599 w 144721"/>
                <a:gd name="connsiteY8" fmla="*/ 0 h 250528"/>
                <a:gd name="connsiteX9" fmla="*/ 52118 w 144721"/>
                <a:gd name="connsiteY9" fmla="*/ 3511 h 250528"/>
                <a:gd name="connsiteX10" fmla="*/ 52118 w 144721"/>
                <a:gd name="connsiteY10" fmla="*/ 200999 h 250528"/>
                <a:gd name="connsiteX11" fmla="*/ 55636 w 144721"/>
                <a:gd name="connsiteY11" fmla="*/ 204511 h 250528"/>
                <a:gd name="connsiteX12" fmla="*/ 141203 w 144721"/>
                <a:gd name="connsiteY12" fmla="*/ 204511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21" h="250528">
                  <a:moveTo>
                    <a:pt x="141203" y="204511"/>
                  </a:moveTo>
                  <a:cubicBezTo>
                    <a:pt x="143536" y="204511"/>
                    <a:pt x="144722" y="205693"/>
                    <a:pt x="144722" y="208022"/>
                  </a:cubicBezTo>
                  <a:lnTo>
                    <a:pt x="144722" y="247017"/>
                  </a:lnTo>
                  <a:cubicBezTo>
                    <a:pt x="144722" y="249345"/>
                    <a:pt x="143536" y="250528"/>
                    <a:pt x="141203" y="250528"/>
                  </a:cubicBezTo>
                  <a:lnTo>
                    <a:pt x="3519" y="250528"/>
                  </a:lnTo>
                  <a:cubicBezTo>
                    <a:pt x="1185" y="250528"/>
                    <a:pt x="0" y="249345"/>
                    <a:pt x="0" y="247017"/>
                  </a:cubicBezTo>
                  <a:lnTo>
                    <a:pt x="0" y="3511"/>
                  </a:lnTo>
                  <a:cubicBezTo>
                    <a:pt x="0" y="1183"/>
                    <a:pt x="1185" y="0"/>
                    <a:pt x="3519" y="0"/>
                  </a:cubicBezTo>
                  <a:lnTo>
                    <a:pt x="48599" y="0"/>
                  </a:lnTo>
                  <a:cubicBezTo>
                    <a:pt x="50932" y="0"/>
                    <a:pt x="52118" y="1183"/>
                    <a:pt x="52118" y="3511"/>
                  </a:cubicBezTo>
                  <a:lnTo>
                    <a:pt x="52118" y="200999"/>
                  </a:lnTo>
                  <a:cubicBezTo>
                    <a:pt x="52118" y="203328"/>
                    <a:pt x="53303" y="204511"/>
                    <a:pt x="55636" y="204511"/>
                  </a:cubicBezTo>
                  <a:lnTo>
                    <a:pt x="141203" y="204511"/>
                  </a:lnTo>
                  <a:close/>
                </a:path>
              </a:pathLst>
            </a:custGeom>
            <a:grpFill/>
            <a:ln w="3692" cap="flat">
              <a:noFill/>
              <a:prstDash val="solid"/>
              <a:miter/>
            </a:ln>
          </p:spPr>
          <p:txBody>
            <a:bodyPr rtlCol="0" anchor="ctr"/>
            <a:lstStyle/>
            <a:p>
              <a:endParaRPr lang="en-US">
                <a:solidFill>
                  <a:schemeClr val="bg2"/>
                </a:solidFill>
              </a:endParaRPr>
            </a:p>
          </p:txBody>
        </p:sp>
        <p:sp>
          <p:nvSpPr>
            <p:cNvPr id="10" name="Freeform 9">
              <a:extLst>
                <a:ext uri="{FF2B5EF4-FFF2-40B4-BE49-F238E27FC236}">
                  <a16:creationId xmlns:a16="http://schemas.microsoft.com/office/drawing/2014/main" id="{A4C72209-0C22-A594-EECA-C45B5773A663}"/>
                </a:ext>
              </a:extLst>
            </p:cNvPr>
            <p:cNvSpPr/>
            <p:nvPr/>
          </p:nvSpPr>
          <p:spPr>
            <a:xfrm>
              <a:off x="3418177" y="5624255"/>
              <a:ext cx="255689" cy="250602"/>
            </a:xfrm>
            <a:custGeom>
              <a:avLst/>
              <a:gdLst>
                <a:gd name="connsiteX0" fmla="*/ 113412 w 255689"/>
                <a:gd name="connsiteY0" fmla="*/ 2476 h 250602"/>
                <a:gd name="connsiteX1" fmla="*/ 117635 w 255689"/>
                <a:gd name="connsiteY1" fmla="*/ 0 h 250602"/>
                <a:gd name="connsiteX2" fmla="*/ 138415 w 255689"/>
                <a:gd name="connsiteY2" fmla="*/ 0 h 250602"/>
                <a:gd name="connsiteX3" fmla="*/ 142638 w 255689"/>
                <a:gd name="connsiteY3" fmla="*/ 2476 h 250602"/>
                <a:gd name="connsiteX4" fmla="*/ 255319 w 255689"/>
                <a:gd name="connsiteY4" fmla="*/ 246352 h 250602"/>
                <a:gd name="connsiteX5" fmla="*/ 255689 w 255689"/>
                <a:gd name="connsiteY5" fmla="*/ 248126 h 250602"/>
                <a:gd name="connsiteX6" fmla="*/ 252874 w 255689"/>
                <a:gd name="connsiteY6" fmla="*/ 250602 h 250602"/>
                <a:gd name="connsiteX7" fmla="*/ 202868 w 255689"/>
                <a:gd name="connsiteY7" fmla="*/ 250602 h 250602"/>
                <a:gd name="connsiteX8" fmla="*/ 198645 w 255689"/>
                <a:gd name="connsiteY8" fmla="*/ 248126 h 250602"/>
                <a:gd name="connsiteX9" fmla="*/ 181050 w 255689"/>
                <a:gd name="connsiteY9" fmla="*/ 210166 h 250602"/>
                <a:gd name="connsiteX10" fmla="*/ 177161 w 255689"/>
                <a:gd name="connsiteY10" fmla="*/ 207689 h 250602"/>
                <a:gd name="connsiteX11" fmla="*/ 78556 w 255689"/>
                <a:gd name="connsiteY11" fmla="*/ 207689 h 250602"/>
                <a:gd name="connsiteX12" fmla="*/ 74333 w 255689"/>
                <a:gd name="connsiteY12" fmla="*/ 210166 h 250602"/>
                <a:gd name="connsiteX13" fmla="*/ 56739 w 255689"/>
                <a:gd name="connsiteY13" fmla="*/ 248126 h 250602"/>
                <a:gd name="connsiteX14" fmla="*/ 52849 w 255689"/>
                <a:gd name="connsiteY14" fmla="*/ 250602 h 250602"/>
                <a:gd name="connsiteX15" fmla="*/ 2843 w 255689"/>
                <a:gd name="connsiteY15" fmla="*/ 250602 h 250602"/>
                <a:gd name="connsiteX16" fmla="*/ 361 w 255689"/>
                <a:gd name="connsiteY16" fmla="*/ 249382 h 250602"/>
                <a:gd name="connsiteX17" fmla="*/ 361 w 255689"/>
                <a:gd name="connsiteY17" fmla="*/ 246388 h 250602"/>
                <a:gd name="connsiteX18" fmla="*/ 113412 w 255689"/>
                <a:gd name="connsiteY18" fmla="*/ 2513 h 250602"/>
                <a:gd name="connsiteX19" fmla="*/ 96188 w 255689"/>
                <a:gd name="connsiteY19" fmla="*/ 157421 h 250602"/>
                <a:gd name="connsiteX20" fmla="*/ 95817 w 255689"/>
                <a:gd name="connsiteY20" fmla="*/ 159195 h 250602"/>
                <a:gd name="connsiteX21" fmla="*/ 98633 w 255689"/>
                <a:gd name="connsiteY21" fmla="*/ 161672 h 250602"/>
                <a:gd name="connsiteX22" fmla="*/ 157084 w 255689"/>
                <a:gd name="connsiteY22" fmla="*/ 161672 h 250602"/>
                <a:gd name="connsiteX23" fmla="*/ 159566 w 255689"/>
                <a:gd name="connsiteY23" fmla="*/ 160452 h 250602"/>
                <a:gd name="connsiteX24" fmla="*/ 159566 w 255689"/>
                <a:gd name="connsiteY24" fmla="*/ 157458 h 250602"/>
                <a:gd name="connsiteX25" fmla="*/ 130340 w 255689"/>
                <a:gd name="connsiteY25" fmla="*/ 89633 h 250602"/>
                <a:gd name="connsiteX26" fmla="*/ 127859 w 255689"/>
                <a:gd name="connsiteY26" fmla="*/ 87859 h 250602"/>
                <a:gd name="connsiteX27" fmla="*/ 125377 w 255689"/>
                <a:gd name="connsiteY27" fmla="*/ 89633 h 250602"/>
                <a:gd name="connsiteX28" fmla="*/ 96151 w 255689"/>
                <a:gd name="connsiteY28" fmla="*/ 157458 h 25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5689" h="250602">
                  <a:moveTo>
                    <a:pt x="113412" y="2476"/>
                  </a:moveTo>
                  <a:cubicBezTo>
                    <a:pt x="114116" y="850"/>
                    <a:pt x="115524" y="0"/>
                    <a:pt x="117635" y="0"/>
                  </a:cubicBezTo>
                  <a:lnTo>
                    <a:pt x="138415" y="0"/>
                  </a:lnTo>
                  <a:cubicBezTo>
                    <a:pt x="140527" y="0"/>
                    <a:pt x="141934" y="813"/>
                    <a:pt x="142638" y="2476"/>
                  </a:cubicBezTo>
                  <a:lnTo>
                    <a:pt x="255319" y="246352"/>
                  </a:lnTo>
                  <a:cubicBezTo>
                    <a:pt x="255541" y="246832"/>
                    <a:pt x="255689" y="247423"/>
                    <a:pt x="255689" y="248126"/>
                  </a:cubicBezTo>
                  <a:cubicBezTo>
                    <a:pt x="255689" y="249752"/>
                    <a:pt x="254763" y="250602"/>
                    <a:pt x="252874" y="250602"/>
                  </a:cubicBezTo>
                  <a:lnTo>
                    <a:pt x="202868" y="250602"/>
                  </a:lnTo>
                  <a:cubicBezTo>
                    <a:pt x="200756" y="250602"/>
                    <a:pt x="199349" y="249789"/>
                    <a:pt x="198645" y="248126"/>
                  </a:cubicBezTo>
                  <a:lnTo>
                    <a:pt x="181050" y="210166"/>
                  </a:lnTo>
                  <a:cubicBezTo>
                    <a:pt x="180346" y="208539"/>
                    <a:pt x="179050" y="207689"/>
                    <a:pt x="177161" y="207689"/>
                  </a:cubicBezTo>
                  <a:lnTo>
                    <a:pt x="78556" y="207689"/>
                  </a:lnTo>
                  <a:cubicBezTo>
                    <a:pt x="76445" y="207689"/>
                    <a:pt x="75037" y="208502"/>
                    <a:pt x="74333" y="210166"/>
                  </a:cubicBezTo>
                  <a:lnTo>
                    <a:pt x="56739" y="248126"/>
                  </a:lnTo>
                  <a:cubicBezTo>
                    <a:pt x="56035" y="249752"/>
                    <a:pt x="54738" y="250602"/>
                    <a:pt x="52849" y="250602"/>
                  </a:cubicBezTo>
                  <a:lnTo>
                    <a:pt x="2843" y="250602"/>
                  </a:lnTo>
                  <a:cubicBezTo>
                    <a:pt x="1658" y="250602"/>
                    <a:pt x="843" y="250196"/>
                    <a:pt x="361" y="249382"/>
                  </a:cubicBezTo>
                  <a:cubicBezTo>
                    <a:pt x="-120" y="248569"/>
                    <a:pt x="-120" y="247571"/>
                    <a:pt x="361" y="246388"/>
                  </a:cubicBezTo>
                  <a:lnTo>
                    <a:pt x="113412" y="2513"/>
                  </a:lnTo>
                  <a:close/>
                  <a:moveTo>
                    <a:pt x="96188" y="157421"/>
                  </a:moveTo>
                  <a:cubicBezTo>
                    <a:pt x="95966" y="157902"/>
                    <a:pt x="95817" y="158493"/>
                    <a:pt x="95817" y="159195"/>
                  </a:cubicBezTo>
                  <a:cubicBezTo>
                    <a:pt x="95817" y="160822"/>
                    <a:pt x="96743" y="161672"/>
                    <a:pt x="98633" y="161672"/>
                  </a:cubicBezTo>
                  <a:lnTo>
                    <a:pt x="157084" y="161672"/>
                  </a:lnTo>
                  <a:cubicBezTo>
                    <a:pt x="158270" y="161672"/>
                    <a:pt x="159085" y="161265"/>
                    <a:pt x="159566" y="160452"/>
                  </a:cubicBezTo>
                  <a:cubicBezTo>
                    <a:pt x="160048" y="159639"/>
                    <a:pt x="160048" y="158641"/>
                    <a:pt x="159566" y="157458"/>
                  </a:cubicBezTo>
                  <a:lnTo>
                    <a:pt x="130340" y="89633"/>
                  </a:lnTo>
                  <a:cubicBezTo>
                    <a:pt x="130118" y="88450"/>
                    <a:pt x="129266" y="87859"/>
                    <a:pt x="127859" y="87859"/>
                  </a:cubicBezTo>
                  <a:cubicBezTo>
                    <a:pt x="126932" y="87859"/>
                    <a:pt x="126080" y="88450"/>
                    <a:pt x="125377" y="89633"/>
                  </a:cubicBezTo>
                  <a:lnTo>
                    <a:pt x="96151" y="157458"/>
                  </a:lnTo>
                  <a:close/>
                </a:path>
              </a:pathLst>
            </a:custGeom>
            <a:grpFill/>
            <a:ln w="3692" cap="flat">
              <a:noFill/>
              <a:prstDash val="solid"/>
              <a:miter/>
            </a:ln>
          </p:spPr>
          <p:txBody>
            <a:bodyPr rtlCol="0" anchor="ctr"/>
            <a:lstStyle/>
            <a:p>
              <a:endParaRPr lang="en-US">
                <a:solidFill>
                  <a:schemeClr val="bg2"/>
                </a:solidFill>
              </a:endParaRPr>
            </a:p>
          </p:txBody>
        </p:sp>
        <p:sp>
          <p:nvSpPr>
            <p:cNvPr id="11" name="Freeform 10">
              <a:extLst>
                <a:ext uri="{FF2B5EF4-FFF2-40B4-BE49-F238E27FC236}">
                  <a16:creationId xmlns:a16="http://schemas.microsoft.com/office/drawing/2014/main" id="{721193C5-AF33-B8B8-AFD4-4AA93E6E26F0}"/>
                </a:ext>
              </a:extLst>
            </p:cNvPr>
            <p:cNvSpPr/>
            <p:nvPr/>
          </p:nvSpPr>
          <p:spPr>
            <a:xfrm>
              <a:off x="3736096"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2 w 202839"/>
                <a:gd name="connsiteY3" fmla="*/ 248421 h 250528"/>
                <a:gd name="connsiteX4" fmla="*/ 56377 w 202839"/>
                <a:gd name="connsiteY4" fmla="*/ 105748 h 250528"/>
                <a:gd name="connsiteX5" fmla="*/ 53896 w 202839"/>
                <a:gd name="connsiteY5" fmla="*/ 104344 h 250528"/>
                <a:gd name="connsiteX6" fmla="*/ 52117 w 202839"/>
                <a:gd name="connsiteY6" fmla="*/ 107522 h 250528"/>
                <a:gd name="connsiteX7" fmla="*/ 52117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7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2" y="248421"/>
                  </a:cubicBezTo>
                  <a:lnTo>
                    <a:pt x="56377" y="105748"/>
                  </a:lnTo>
                  <a:cubicBezTo>
                    <a:pt x="55451" y="104824"/>
                    <a:pt x="54599" y="104344"/>
                    <a:pt x="53896" y="104344"/>
                  </a:cubicBezTo>
                  <a:cubicBezTo>
                    <a:pt x="52710" y="104344"/>
                    <a:pt x="52117" y="105416"/>
                    <a:pt x="52117" y="107522"/>
                  </a:cubicBezTo>
                  <a:lnTo>
                    <a:pt x="52117" y="247017"/>
                  </a:lnTo>
                  <a:cubicBezTo>
                    <a:pt x="52117"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7" y="2107"/>
                  </a:cubicBezTo>
                  <a:lnTo>
                    <a:pt x="146463" y="144410"/>
                  </a:lnTo>
                  <a:cubicBezTo>
                    <a:pt x="147166"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bg2"/>
                </a:solidFill>
              </a:endParaRPr>
            </a:p>
          </p:txBody>
        </p:sp>
        <p:sp>
          <p:nvSpPr>
            <p:cNvPr id="12" name="Freeform 11">
              <a:extLst>
                <a:ext uri="{FF2B5EF4-FFF2-40B4-BE49-F238E27FC236}">
                  <a16:creationId xmlns:a16="http://schemas.microsoft.com/office/drawing/2014/main" id="{8F758F7C-0866-59BA-1286-5D9905F978DE}"/>
                </a:ext>
              </a:extLst>
            </p:cNvPr>
            <p:cNvSpPr/>
            <p:nvPr/>
          </p:nvSpPr>
          <p:spPr>
            <a:xfrm>
              <a:off x="4009389" y="5624255"/>
              <a:ext cx="176058" cy="250528"/>
            </a:xfrm>
            <a:custGeom>
              <a:avLst/>
              <a:gdLst>
                <a:gd name="connsiteX0" fmla="*/ 172540 w 176058"/>
                <a:gd name="connsiteY0" fmla="*/ 0 h 250528"/>
                <a:gd name="connsiteX1" fmla="*/ 176059 w 176058"/>
                <a:gd name="connsiteY1" fmla="*/ 3511 h 250528"/>
                <a:gd name="connsiteX2" fmla="*/ 176059 w 176058"/>
                <a:gd name="connsiteY2" fmla="*/ 42506 h 250528"/>
                <a:gd name="connsiteX3" fmla="*/ 172540 w 176058"/>
                <a:gd name="connsiteY3" fmla="*/ 46018 h 250528"/>
                <a:gd name="connsiteX4" fmla="*/ 117607 w 176058"/>
                <a:gd name="connsiteY4" fmla="*/ 46018 h 250528"/>
                <a:gd name="connsiteX5" fmla="*/ 114088 w 176058"/>
                <a:gd name="connsiteY5" fmla="*/ 49529 h 250528"/>
                <a:gd name="connsiteX6" fmla="*/ 114088 w 176058"/>
                <a:gd name="connsiteY6" fmla="*/ 247017 h 250528"/>
                <a:gd name="connsiteX7" fmla="*/ 110569 w 176058"/>
                <a:gd name="connsiteY7" fmla="*/ 250528 h 250528"/>
                <a:gd name="connsiteX8" fmla="*/ 65860 w 176058"/>
                <a:gd name="connsiteY8" fmla="*/ 250528 h 250528"/>
                <a:gd name="connsiteX9" fmla="*/ 62341 w 176058"/>
                <a:gd name="connsiteY9" fmla="*/ 247017 h 250528"/>
                <a:gd name="connsiteX10" fmla="*/ 62341 w 176058"/>
                <a:gd name="connsiteY10" fmla="*/ 49529 h 250528"/>
                <a:gd name="connsiteX11" fmla="*/ 58822 w 176058"/>
                <a:gd name="connsiteY11" fmla="*/ 46018 h 250528"/>
                <a:gd name="connsiteX12" fmla="*/ 3519 w 176058"/>
                <a:gd name="connsiteY12" fmla="*/ 46018 h 250528"/>
                <a:gd name="connsiteX13" fmla="*/ 0 w 176058"/>
                <a:gd name="connsiteY13" fmla="*/ 42506 h 250528"/>
                <a:gd name="connsiteX14" fmla="*/ 0 w 176058"/>
                <a:gd name="connsiteY14" fmla="*/ 3511 h 250528"/>
                <a:gd name="connsiteX15" fmla="*/ 3519 w 176058"/>
                <a:gd name="connsiteY15" fmla="*/ 0 h 250528"/>
                <a:gd name="connsiteX16" fmla="*/ 172540 w 176058"/>
                <a:gd name="connsiteY16" fmla="*/ 0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058" h="250528">
                  <a:moveTo>
                    <a:pt x="172540" y="0"/>
                  </a:moveTo>
                  <a:cubicBezTo>
                    <a:pt x="174873" y="0"/>
                    <a:pt x="176059" y="1183"/>
                    <a:pt x="176059" y="3511"/>
                  </a:cubicBezTo>
                  <a:lnTo>
                    <a:pt x="176059" y="42506"/>
                  </a:lnTo>
                  <a:cubicBezTo>
                    <a:pt x="176059" y="44835"/>
                    <a:pt x="174873" y="46018"/>
                    <a:pt x="172540" y="46018"/>
                  </a:cubicBezTo>
                  <a:lnTo>
                    <a:pt x="117607" y="46018"/>
                  </a:lnTo>
                  <a:cubicBezTo>
                    <a:pt x="115274" y="46018"/>
                    <a:pt x="114088" y="47200"/>
                    <a:pt x="114088" y="49529"/>
                  </a:cubicBezTo>
                  <a:lnTo>
                    <a:pt x="114088" y="247017"/>
                  </a:lnTo>
                  <a:cubicBezTo>
                    <a:pt x="114088" y="249345"/>
                    <a:pt x="112903" y="250528"/>
                    <a:pt x="110569" y="250528"/>
                  </a:cubicBezTo>
                  <a:lnTo>
                    <a:pt x="65860" y="250528"/>
                  </a:lnTo>
                  <a:cubicBezTo>
                    <a:pt x="63526" y="250528"/>
                    <a:pt x="62341" y="249345"/>
                    <a:pt x="62341" y="247017"/>
                  </a:cubicBezTo>
                  <a:lnTo>
                    <a:pt x="62341" y="49529"/>
                  </a:lnTo>
                  <a:cubicBezTo>
                    <a:pt x="62341" y="47200"/>
                    <a:pt x="61156" y="46018"/>
                    <a:pt x="58822" y="46018"/>
                  </a:cubicBezTo>
                  <a:lnTo>
                    <a:pt x="3519" y="46018"/>
                  </a:lnTo>
                  <a:cubicBezTo>
                    <a:pt x="1185" y="46018"/>
                    <a:pt x="0" y="44835"/>
                    <a:pt x="0" y="42506"/>
                  </a:cubicBezTo>
                  <a:lnTo>
                    <a:pt x="0" y="3511"/>
                  </a:lnTo>
                  <a:cubicBezTo>
                    <a:pt x="0" y="1183"/>
                    <a:pt x="1185" y="0"/>
                    <a:pt x="3519" y="0"/>
                  </a:cubicBezTo>
                  <a:lnTo>
                    <a:pt x="172540" y="0"/>
                  </a:lnTo>
                  <a:close/>
                </a:path>
              </a:pathLst>
            </a:custGeom>
            <a:grpFill/>
            <a:ln w="3692" cap="flat">
              <a:noFill/>
              <a:prstDash val="solid"/>
              <a:miter/>
            </a:ln>
          </p:spPr>
          <p:txBody>
            <a:bodyPr rtlCol="0" anchor="ctr"/>
            <a:lstStyle/>
            <a:p>
              <a:endParaRPr lang="en-US">
                <a:solidFill>
                  <a:schemeClr val="bg2"/>
                </a:solidFill>
              </a:endParaRPr>
            </a:p>
          </p:txBody>
        </p:sp>
        <p:sp>
          <p:nvSpPr>
            <p:cNvPr id="13" name="Freeform 12">
              <a:extLst>
                <a:ext uri="{FF2B5EF4-FFF2-40B4-BE49-F238E27FC236}">
                  <a16:creationId xmlns:a16="http://schemas.microsoft.com/office/drawing/2014/main" id="{6C46381A-0579-F94C-92BA-41A15D11A90F}"/>
                </a:ext>
              </a:extLst>
            </p:cNvPr>
            <p:cNvSpPr/>
            <p:nvPr/>
          </p:nvSpPr>
          <p:spPr>
            <a:xfrm>
              <a:off x="4251012" y="5624255"/>
              <a:ext cx="156352" cy="250528"/>
            </a:xfrm>
            <a:custGeom>
              <a:avLst/>
              <a:gdLst>
                <a:gd name="connsiteX0" fmla="*/ 152834 w 156352"/>
                <a:gd name="connsiteY0" fmla="*/ 204511 h 250528"/>
                <a:gd name="connsiteX1" fmla="*/ 156353 w 156352"/>
                <a:gd name="connsiteY1" fmla="*/ 208022 h 250528"/>
                <a:gd name="connsiteX2" fmla="*/ 156353 w 156352"/>
                <a:gd name="connsiteY2" fmla="*/ 247017 h 250528"/>
                <a:gd name="connsiteX3" fmla="*/ 152834 w 156352"/>
                <a:gd name="connsiteY3" fmla="*/ 250528 h 250528"/>
                <a:gd name="connsiteX4" fmla="*/ 3519 w 156352"/>
                <a:gd name="connsiteY4" fmla="*/ 250528 h 250528"/>
                <a:gd name="connsiteX5" fmla="*/ 0 w 156352"/>
                <a:gd name="connsiteY5" fmla="*/ 247017 h 250528"/>
                <a:gd name="connsiteX6" fmla="*/ 0 w 156352"/>
                <a:gd name="connsiteY6" fmla="*/ 3511 h 250528"/>
                <a:gd name="connsiteX7" fmla="*/ 3519 w 156352"/>
                <a:gd name="connsiteY7" fmla="*/ 0 h 250528"/>
                <a:gd name="connsiteX8" fmla="*/ 149315 w 156352"/>
                <a:gd name="connsiteY8" fmla="*/ 0 h 250528"/>
                <a:gd name="connsiteX9" fmla="*/ 152834 w 156352"/>
                <a:gd name="connsiteY9" fmla="*/ 3511 h 250528"/>
                <a:gd name="connsiteX10" fmla="*/ 152834 w 156352"/>
                <a:gd name="connsiteY10" fmla="*/ 42506 h 250528"/>
                <a:gd name="connsiteX11" fmla="*/ 149315 w 156352"/>
                <a:gd name="connsiteY11" fmla="*/ 46018 h 250528"/>
                <a:gd name="connsiteX12" fmla="*/ 55636 w 156352"/>
                <a:gd name="connsiteY12" fmla="*/ 46018 h 250528"/>
                <a:gd name="connsiteX13" fmla="*/ 52118 w 156352"/>
                <a:gd name="connsiteY13" fmla="*/ 49529 h 250528"/>
                <a:gd name="connsiteX14" fmla="*/ 52118 w 156352"/>
                <a:gd name="connsiteY14" fmla="*/ 100832 h 250528"/>
                <a:gd name="connsiteX15" fmla="*/ 55636 w 156352"/>
                <a:gd name="connsiteY15" fmla="*/ 104344 h 250528"/>
                <a:gd name="connsiteX16" fmla="*/ 122904 w 156352"/>
                <a:gd name="connsiteY16" fmla="*/ 104344 h 250528"/>
                <a:gd name="connsiteX17" fmla="*/ 126423 w 156352"/>
                <a:gd name="connsiteY17" fmla="*/ 107855 h 250528"/>
                <a:gd name="connsiteX18" fmla="*/ 126423 w 156352"/>
                <a:gd name="connsiteY18" fmla="*/ 146850 h 250528"/>
                <a:gd name="connsiteX19" fmla="*/ 122904 w 156352"/>
                <a:gd name="connsiteY19" fmla="*/ 150361 h 250528"/>
                <a:gd name="connsiteX20" fmla="*/ 55636 w 156352"/>
                <a:gd name="connsiteY20" fmla="*/ 150361 h 250528"/>
                <a:gd name="connsiteX21" fmla="*/ 52118 w 156352"/>
                <a:gd name="connsiteY21" fmla="*/ 153873 h 250528"/>
                <a:gd name="connsiteX22" fmla="*/ 52118 w 156352"/>
                <a:gd name="connsiteY22" fmla="*/ 200962 h 250528"/>
                <a:gd name="connsiteX23" fmla="*/ 55636 w 156352"/>
                <a:gd name="connsiteY23" fmla="*/ 204474 h 250528"/>
                <a:gd name="connsiteX24" fmla="*/ 152834 w 156352"/>
                <a:gd name="connsiteY24" fmla="*/ 204474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52" h="250528">
                  <a:moveTo>
                    <a:pt x="152834" y="204511"/>
                  </a:moveTo>
                  <a:cubicBezTo>
                    <a:pt x="155167" y="204511"/>
                    <a:pt x="156353" y="205693"/>
                    <a:pt x="156353" y="208022"/>
                  </a:cubicBezTo>
                  <a:lnTo>
                    <a:pt x="156353" y="247017"/>
                  </a:lnTo>
                  <a:cubicBezTo>
                    <a:pt x="156353" y="249345"/>
                    <a:pt x="155167" y="250528"/>
                    <a:pt x="152834" y="250528"/>
                  </a:cubicBezTo>
                  <a:lnTo>
                    <a:pt x="3519" y="250528"/>
                  </a:lnTo>
                  <a:cubicBezTo>
                    <a:pt x="1185" y="250528"/>
                    <a:pt x="0" y="249345"/>
                    <a:pt x="0" y="247017"/>
                  </a:cubicBezTo>
                  <a:lnTo>
                    <a:pt x="0" y="3511"/>
                  </a:lnTo>
                  <a:cubicBezTo>
                    <a:pt x="0" y="1183"/>
                    <a:pt x="1185" y="0"/>
                    <a:pt x="3519" y="0"/>
                  </a:cubicBezTo>
                  <a:lnTo>
                    <a:pt x="149315" y="0"/>
                  </a:lnTo>
                  <a:cubicBezTo>
                    <a:pt x="151649" y="0"/>
                    <a:pt x="152834" y="1183"/>
                    <a:pt x="152834" y="3511"/>
                  </a:cubicBezTo>
                  <a:lnTo>
                    <a:pt x="152834" y="42506"/>
                  </a:lnTo>
                  <a:cubicBezTo>
                    <a:pt x="152834" y="44835"/>
                    <a:pt x="151649" y="46018"/>
                    <a:pt x="149315" y="46018"/>
                  </a:cubicBezTo>
                  <a:lnTo>
                    <a:pt x="55636" y="46018"/>
                  </a:lnTo>
                  <a:cubicBezTo>
                    <a:pt x="53303" y="46018"/>
                    <a:pt x="52118" y="47200"/>
                    <a:pt x="52118" y="49529"/>
                  </a:cubicBezTo>
                  <a:lnTo>
                    <a:pt x="52118" y="100832"/>
                  </a:lnTo>
                  <a:cubicBezTo>
                    <a:pt x="52118" y="103161"/>
                    <a:pt x="53303" y="104344"/>
                    <a:pt x="55636" y="104344"/>
                  </a:cubicBezTo>
                  <a:lnTo>
                    <a:pt x="122904" y="104344"/>
                  </a:lnTo>
                  <a:cubicBezTo>
                    <a:pt x="125238" y="104344"/>
                    <a:pt x="126423" y="105526"/>
                    <a:pt x="126423" y="107855"/>
                  </a:cubicBezTo>
                  <a:lnTo>
                    <a:pt x="126423" y="146850"/>
                  </a:lnTo>
                  <a:cubicBezTo>
                    <a:pt x="126423" y="149178"/>
                    <a:pt x="125238" y="150361"/>
                    <a:pt x="122904" y="150361"/>
                  </a:cubicBezTo>
                  <a:lnTo>
                    <a:pt x="55636" y="150361"/>
                  </a:lnTo>
                  <a:cubicBezTo>
                    <a:pt x="53303" y="150361"/>
                    <a:pt x="52118" y="151544"/>
                    <a:pt x="52118" y="153873"/>
                  </a:cubicBezTo>
                  <a:lnTo>
                    <a:pt x="52118" y="200962"/>
                  </a:lnTo>
                  <a:cubicBezTo>
                    <a:pt x="52118" y="203291"/>
                    <a:pt x="53303" y="204474"/>
                    <a:pt x="55636" y="204474"/>
                  </a:cubicBezTo>
                  <a:lnTo>
                    <a:pt x="152834" y="204474"/>
                  </a:lnTo>
                  <a:close/>
                </a:path>
              </a:pathLst>
            </a:custGeom>
            <a:grpFill/>
            <a:ln w="3692" cap="flat">
              <a:noFill/>
              <a:prstDash val="solid"/>
              <a:miter/>
            </a:ln>
          </p:spPr>
          <p:txBody>
            <a:bodyPr rtlCol="0" anchor="ctr"/>
            <a:lstStyle/>
            <a:p>
              <a:endParaRPr lang="en-US">
                <a:solidFill>
                  <a:schemeClr val="bg2"/>
                </a:solidFill>
              </a:endParaRPr>
            </a:p>
          </p:txBody>
        </p:sp>
        <p:sp>
          <p:nvSpPr>
            <p:cNvPr id="14" name="Freeform 13">
              <a:extLst>
                <a:ext uri="{FF2B5EF4-FFF2-40B4-BE49-F238E27FC236}">
                  <a16:creationId xmlns:a16="http://schemas.microsoft.com/office/drawing/2014/main" id="{64A99960-27E0-5C89-498F-3989F8F190EF}"/>
                </a:ext>
              </a:extLst>
            </p:cNvPr>
            <p:cNvSpPr/>
            <p:nvPr/>
          </p:nvSpPr>
          <p:spPr>
            <a:xfrm>
              <a:off x="4479596" y="5624255"/>
              <a:ext cx="196839" cy="250565"/>
            </a:xfrm>
            <a:custGeom>
              <a:avLst/>
              <a:gdLst>
                <a:gd name="connsiteX0" fmla="*/ 3519 w 196839"/>
                <a:gd name="connsiteY0" fmla="*/ 250528 h 250565"/>
                <a:gd name="connsiteX1" fmla="*/ 0 w 196839"/>
                <a:gd name="connsiteY1" fmla="*/ 247017 h 250565"/>
                <a:gd name="connsiteX2" fmla="*/ 0 w 196839"/>
                <a:gd name="connsiteY2" fmla="*/ 3511 h 250565"/>
                <a:gd name="connsiteX3" fmla="*/ 3519 w 196839"/>
                <a:gd name="connsiteY3" fmla="*/ 0 h 250565"/>
                <a:gd name="connsiteX4" fmla="*/ 106717 w 196839"/>
                <a:gd name="connsiteY4" fmla="*/ 0 h 250565"/>
                <a:gd name="connsiteX5" fmla="*/ 152315 w 196839"/>
                <a:gd name="connsiteY5" fmla="*/ 11052 h 250565"/>
                <a:gd name="connsiteX6" fmla="*/ 184875 w 196839"/>
                <a:gd name="connsiteY6" fmla="*/ 41989 h 250565"/>
                <a:gd name="connsiteX7" fmla="*/ 196839 w 196839"/>
                <a:gd name="connsiteY7" fmla="*/ 86787 h 250565"/>
                <a:gd name="connsiteX8" fmla="*/ 185394 w 196839"/>
                <a:gd name="connsiteY8" fmla="*/ 130365 h 250565"/>
                <a:gd name="connsiteX9" fmla="*/ 153167 w 196839"/>
                <a:gd name="connsiteY9" fmla="*/ 161635 h 250565"/>
                <a:gd name="connsiteX10" fmla="*/ 151575 w 196839"/>
                <a:gd name="connsiteY10" fmla="*/ 163557 h 250565"/>
                <a:gd name="connsiteX11" fmla="*/ 152093 w 196839"/>
                <a:gd name="connsiteY11" fmla="*/ 166551 h 250565"/>
                <a:gd name="connsiteX12" fmla="*/ 194691 w 196839"/>
                <a:gd name="connsiteY12" fmla="*/ 246315 h 250565"/>
                <a:gd name="connsiteX13" fmla="*/ 195395 w 196839"/>
                <a:gd name="connsiteY13" fmla="*/ 248089 h 250565"/>
                <a:gd name="connsiteX14" fmla="*/ 194506 w 196839"/>
                <a:gd name="connsiteY14" fmla="*/ 249863 h 250565"/>
                <a:gd name="connsiteX15" fmla="*/ 192209 w 196839"/>
                <a:gd name="connsiteY15" fmla="*/ 250565 h 250565"/>
                <a:gd name="connsiteX16" fmla="*/ 143610 w 196839"/>
                <a:gd name="connsiteY16" fmla="*/ 250565 h 250565"/>
                <a:gd name="connsiteX17" fmla="*/ 139388 w 196839"/>
                <a:gd name="connsiteY17" fmla="*/ 248089 h 250565"/>
                <a:gd name="connsiteX18" fmla="*/ 102420 w 196839"/>
                <a:gd name="connsiteY18" fmla="*/ 176050 h 250565"/>
                <a:gd name="connsiteX19" fmla="*/ 98197 w 196839"/>
                <a:gd name="connsiteY19" fmla="*/ 173573 h 250565"/>
                <a:gd name="connsiteX20" fmla="*/ 55600 w 196839"/>
                <a:gd name="connsiteY20" fmla="*/ 173573 h 250565"/>
                <a:gd name="connsiteX21" fmla="*/ 52081 w 196839"/>
                <a:gd name="connsiteY21" fmla="*/ 177085 h 250565"/>
                <a:gd name="connsiteX22" fmla="*/ 52081 w 196839"/>
                <a:gd name="connsiteY22" fmla="*/ 247017 h 250565"/>
                <a:gd name="connsiteX23" fmla="*/ 48562 w 196839"/>
                <a:gd name="connsiteY23" fmla="*/ 250528 h 250565"/>
                <a:gd name="connsiteX24" fmla="*/ 3482 w 196839"/>
                <a:gd name="connsiteY24" fmla="*/ 250528 h 250565"/>
                <a:gd name="connsiteX25" fmla="*/ 102828 w 196839"/>
                <a:gd name="connsiteY25" fmla="*/ 127556 h 250565"/>
                <a:gd name="connsiteX26" fmla="*/ 123423 w 196839"/>
                <a:gd name="connsiteY26" fmla="*/ 122455 h 250565"/>
                <a:gd name="connsiteX27" fmla="*/ 139091 w 196839"/>
                <a:gd name="connsiteY27" fmla="*/ 108225 h 250565"/>
                <a:gd name="connsiteX28" fmla="*/ 145092 w 196839"/>
                <a:gd name="connsiteY28" fmla="*/ 86787 h 250565"/>
                <a:gd name="connsiteX29" fmla="*/ 132239 w 196839"/>
                <a:gd name="connsiteY29" fmla="*/ 56921 h 250565"/>
                <a:gd name="connsiteX30" fmla="*/ 101087 w 196839"/>
                <a:gd name="connsiteY30" fmla="*/ 46018 h 250565"/>
                <a:gd name="connsiteX31" fmla="*/ 55674 w 196839"/>
                <a:gd name="connsiteY31" fmla="*/ 46018 h 250565"/>
                <a:gd name="connsiteX32" fmla="*/ 52155 w 196839"/>
                <a:gd name="connsiteY32" fmla="*/ 49529 h 250565"/>
                <a:gd name="connsiteX33" fmla="*/ 52155 w 196839"/>
                <a:gd name="connsiteY33" fmla="*/ 124007 h 250565"/>
                <a:gd name="connsiteX34" fmla="*/ 55674 w 196839"/>
                <a:gd name="connsiteY34" fmla="*/ 127519 h 250565"/>
                <a:gd name="connsiteX35" fmla="*/ 102865 w 196839"/>
                <a:gd name="connsiteY35" fmla="*/ 127519 h 2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6839" h="250565">
                  <a:moveTo>
                    <a:pt x="3519" y="250528"/>
                  </a:moveTo>
                  <a:cubicBezTo>
                    <a:pt x="1185" y="250528"/>
                    <a:pt x="0" y="249345"/>
                    <a:pt x="0" y="247017"/>
                  </a:cubicBezTo>
                  <a:lnTo>
                    <a:pt x="0" y="3511"/>
                  </a:lnTo>
                  <a:cubicBezTo>
                    <a:pt x="0" y="1183"/>
                    <a:pt x="1185" y="0"/>
                    <a:pt x="3519" y="0"/>
                  </a:cubicBezTo>
                  <a:lnTo>
                    <a:pt x="106717" y="0"/>
                  </a:lnTo>
                  <a:cubicBezTo>
                    <a:pt x="123386" y="0"/>
                    <a:pt x="138573" y="3696"/>
                    <a:pt x="152315" y="11052"/>
                  </a:cubicBezTo>
                  <a:cubicBezTo>
                    <a:pt x="166058" y="18444"/>
                    <a:pt x="176911" y="28756"/>
                    <a:pt x="184875" y="41989"/>
                  </a:cubicBezTo>
                  <a:cubicBezTo>
                    <a:pt x="192839" y="55221"/>
                    <a:pt x="196839" y="70154"/>
                    <a:pt x="196839" y="86787"/>
                  </a:cubicBezTo>
                  <a:cubicBezTo>
                    <a:pt x="196839" y="103420"/>
                    <a:pt x="193024" y="117724"/>
                    <a:pt x="185394" y="130365"/>
                  </a:cubicBezTo>
                  <a:cubicBezTo>
                    <a:pt x="177763" y="143006"/>
                    <a:pt x="167021" y="153429"/>
                    <a:pt x="153167" y="161635"/>
                  </a:cubicBezTo>
                  <a:cubicBezTo>
                    <a:pt x="152241" y="161856"/>
                    <a:pt x="151686" y="162522"/>
                    <a:pt x="151575" y="163557"/>
                  </a:cubicBezTo>
                  <a:cubicBezTo>
                    <a:pt x="151463" y="164592"/>
                    <a:pt x="151648" y="165627"/>
                    <a:pt x="152093" y="166551"/>
                  </a:cubicBezTo>
                  <a:lnTo>
                    <a:pt x="194691" y="246315"/>
                  </a:lnTo>
                  <a:lnTo>
                    <a:pt x="195395" y="248089"/>
                  </a:lnTo>
                  <a:cubicBezTo>
                    <a:pt x="195395" y="248791"/>
                    <a:pt x="195098" y="249382"/>
                    <a:pt x="194506" y="249863"/>
                  </a:cubicBezTo>
                  <a:cubicBezTo>
                    <a:pt x="193913" y="250343"/>
                    <a:pt x="193172" y="250565"/>
                    <a:pt x="192209" y="250565"/>
                  </a:cubicBezTo>
                  <a:lnTo>
                    <a:pt x="143610" y="250565"/>
                  </a:lnTo>
                  <a:cubicBezTo>
                    <a:pt x="141499" y="250565"/>
                    <a:pt x="140091" y="249752"/>
                    <a:pt x="139388" y="248089"/>
                  </a:cubicBezTo>
                  <a:lnTo>
                    <a:pt x="102420" y="176050"/>
                  </a:lnTo>
                  <a:cubicBezTo>
                    <a:pt x="101716" y="174424"/>
                    <a:pt x="100309" y="173573"/>
                    <a:pt x="98197" y="173573"/>
                  </a:cubicBezTo>
                  <a:lnTo>
                    <a:pt x="55600" y="173573"/>
                  </a:lnTo>
                  <a:cubicBezTo>
                    <a:pt x="53266" y="173573"/>
                    <a:pt x="52081" y="174756"/>
                    <a:pt x="52081" y="177085"/>
                  </a:cubicBezTo>
                  <a:lnTo>
                    <a:pt x="52081" y="247017"/>
                  </a:lnTo>
                  <a:cubicBezTo>
                    <a:pt x="52081" y="249345"/>
                    <a:pt x="50895" y="250528"/>
                    <a:pt x="48562" y="250528"/>
                  </a:cubicBezTo>
                  <a:lnTo>
                    <a:pt x="3482" y="250528"/>
                  </a:lnTo>
                  <a:close/>
                  <a:moveTo>
                    <a:pt x="102828" y="127556"/>
                  </a:moveTo>
                  <a:cubicBezTo>
                    <a:pt x="110088" y="127556"/>
                    <a:pt x="116978" y="125855"/>
                    <a:pt x="123423" y="122455"/>
                  </a:cubicBezTo>
                  <a:cubicBezTo>
                    <a:pt x="129868" y="119054"/>
                    <a:pt x="135091" y="114323"/>
                    <a:pt x="139091" y="108225"/>
                  </a:cubicBezTo>
                  <a:cubicBezTo>
                    <a:pt x="143092" y="102126"/>
                    <a:pt x="145092" y="94992"/>
                    <a:pt x="145092" y="86787"/>
                  </a:cubicBezTo>
                  <a:cubicBezTo>
                    <a:pt x="145092" y="74146"/>
                    <a:pt x="140795" y="64166"/>
                    <a:pt x="132239" y="56921"/>
                  </a:cubicBezTo>
                  <a:cubicBezTo>
                    <a:pt x="123682" y="49677"/>
                    <a:pt x="113273" y="46018"/>
                    <a:pt x="101087" y="46018"/>
                  </a:cubicBezTo>
                  <a:lnTo>
                    <a:pt x="55674" y="46018"/>
                  </a:lnTo>
                  <a:cubicBezTo>
                    <a:pt x="53340" y="46018"/>
                    <a:pt x="52155" y="47200"/>
                    <a:pt x="52155" y="49529"/>
                  </a:cubicBezTo>
                  <a:lnTo>
                    <a:pt x="52155" y="124007"/>
                  </a:lnTo>
                  <a:cubicBezTo>
                    <a:pt x="52155" y="126336"/>
                    <a:pt x="53340" y="127519"/>
                    <a:pt x="55674" y="127519"/>
                  </a:cubicBezTo>
                  <a:lnTo>
                    <a:pt x="102865" y="127519"/>
                  </a:lnTo>
                  <a:close/>
                </a:path>
              </a:pathLst>
            </a:custGeom>
            <a:grpFill/>
            <a:ln w="3692" cap="flat">
              <a:noFill/>
              <a:prstDash val="solid"/>
              <a:miter/>
            </a:ln>
          </p:spPr>
          <p:txBody>
            <a:bodyPr rtlCol="0" anchor="ctr"/>
            <a:lstStyle/>
            <a:p>
              <a:endParaRPr lang="en-US">
                <a:solidFill>
                  <a:schemeClr val="bg2"/>
                </a:solidFill>
              </a:endParaRPr>
            </a:p>
          </p:txBody>
        </p:sp>
        <p:sp>
          <p:nvSpPr>
            <p:cNvPr id="15" name="Freeform 14">
              <a:extLst>
                <a:ext uri="{FF2B5EF4-FFF2-40B4-BE49-F238E27FC236}">
                  <a16:creationId xmlns:a16="http://schemas.microsoft.com/office/drawing/2014/main" id="{DBA1F6A2-8068-9172-7A8E-520B4D4C6642}"/>
                </a:ext>
              </a:extLst>
            </p:cNvPr>
            <p:cNvSpPr/>
            <p:nvPr/>
          </p:nvSpPr>
          <p:spPr>
            <a:xfrm>
              <a:off x="4744703"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3 w 202839"/>
                <a:gd name="connsiteY3" fmla="*/ 248421 h 250528"/>
                <a:gd name="connsiteX4" fmla="*/ 56377 w 202839"/>
                <a:gd name="connsiteY4" fmla="*/ 105748 h 250528"/>
                <a:gd name="connsiteX5" fmla="*/ 53896 w 202839"/>
                <a:gd name="connsiteY5" fmla="*/ 104344 h 250528"/>
                <a:gd name="connsiteX6" fmla="*/ 52118 w 202839"/>
                <a:gd name="connsiteY6" fmla="*/ 107522 h 250528"/>
                <a:gd name="connsiteX7" fmla="*/ 52118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8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3" y="248421"/>
                  </a:cubicBezTo>
                  <a:lnTo>
                    <a:pt x="56377" y="105748"/>
                  </a:lnTo>
                  <a:cubicBezTo>
                    <a:pt x="55451" y="104824"/>
                    <a:pt x="54599" y="104344"/>
                    <a:pt x="53896" y="104344"/>
                  </a:cubicBezTo>
                  <a:cubicBezTo>
                    <a:pt x="52710" y="104344"/>
                    <a:pt x="52118" y="105416"/>
                    <a:pt x="52118" y="107522"/>
                  </a:cubicBezTo>
                  <a:lnTo>
                    <a:pt x="52118" y="247017"/>
                  </a:lnTo>
                  <a:cubicBezTo>
                    <a:pt x="52118"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8" y="2107"/>
                  </a:cubicBezTo>
                  <a:lnTo>
                    <a:pt x="146463" y="144410"/>
                  </a:lnTo>
                  <a:cubicBezTo>
                    <a:pt x="147167"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bg2"/>
                </a:solidFill>
              </a:endParaRPr>
            </a:p>
          </p:txBody>
        </p:sp>
        <p:sp>
          <p:nvSpPr>
            <p:cNvPr id="16" name="Freeform 15">
              <a:extLst>
                <a:ext uri="{FF2B5EF4-FFF2-40B4-BE49-F238E27FC236}">
                  <a16:creationId xmlns:a16="http://schemas.microsoft.com/office/drawing/2014/main" id="{FA63E515-9343-C116-708E-F58E41747DDB}"/>
                </a:ext>
              </a:extLst>
            </p:cNvPr>
            <p:cNvSpPr/>
            <p:nvPr/>
          </p:nvSpPr>
          <p:spPr>
            <a:xfrm>
              <a:off x="2649665" y="5714387"/>
              <a:ext cx="129608" cy="253611"/>
            </a:xfrm>
            <a:custGeom>
              <a:avLst/>
              <a:gdLst>
                <a:gd name="connsiteX0" fmla="*/ 51488 w 129608"/>
                <a:gd name="connsiteY0" fmla="*/ 172003 h 253611"/>
                <a:gd name="connsiteX1" fmla="*/ 114866 w 129608"/>
                <a:gd name="connsiteY1" fmla="*/ 95454 h 253611"/>
                <a:gd name="connsiteX2" fmla="*/ 129609 w 129608"/>
                <a:gd name="connsiteY2" fmla="*/ 77491 h 253611"/>
                <a:gd name="connsiteX3" fmla="*/ 129609 w 129608"/>
                <a:gd name="connsiteY3" fmla="*/ 18463 h 253611"/>
                <a:gd name="connsiteX4" fmla="*/ 108310 w 129608"/>
                <a:gd name="connsiteY4" fmla="*/ 277 h 253611"/>
                <a:gd name="connsiteX5" fmla="*/ 0 w 129608"/>
                <a:gd name="connsiteY5" fmla="*/ 127870 h 253611"/>
                <a:gd name="connsiteX6" fmla="*/ 98716 w 129608"/>
                <a:gd name="connsiteY6" fmla="*/ 253467 h 253611"/>
                <a:gd name="connsiteX7" fmla="*/ 104531 w 129608"/>
                <a:gd name="connsiteY7" fmla="*/ 248994 h 253611"/>
                <a:gd name="connsiteX8" fmla="*/ 104531 w 129608"/>
                <a:gd name="connsiteY8" fmla="*/ 248994 h 253611"/>
                <a:gd name="connsiteX9" fmla="*/ 101494 w 129608"/>
                <a:gd name="connsiteY9" fmla="*/ 244670 h 253611"/>
                <a:gd name="connsiteX10" fmla="*/ 51525 w 129608"/>
                <a:gd name="connsiteY10" fmla="*/ 172040 h 25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08" h="253611">
                  <a:moveTo>
                    <a:pt x="51488" y="172003"/>
                  </a:moveTo>
                  <a:cubicBezTo>
                    <a:pt x="51488" y="133969"/>
                    <a:pt x="78751" y="102329"/>
                    <a:pt x="114866" y="95454"/>
                  </a:cubicBezTo>
                  <a:cubicBezTo>
                    <a:pt x="122978" y="93902"/>
                    <a:pt x="129609" y="85733"/>
                    <a:pt x="129609" y="77491"/>
                  </a:cubicBezTo>
                  <a:lnTo>
                    <a:pt x="129609" y="18463"/>
                  </a:lnTo>
                  <a:cubicBezTo>
                    <a:pt x="129609" y="6635"/>
                    <a:pt x="120015" y="-1645"/>
                    <a:pt x="108310" y="277"/>
                  </a:cubicBezTo>
                  <a:cubicBezTo>
                    <a:pt x="46858" y="10405"/>
                    <a:pt x="0" y="63704"/>
                    <a:pt x="0" y="127870"/>
                  </a:cubicBezTo>
                  <a:cubicBezTo>
                    <a:pt x="0" y="188673"/>
                    <a:pt x="42042" y="239643"/>
                    <a:pt x="98716" y="253467"/>
                  </a:cubicBezTo>
                  <a:cubicBezTo>
                    <a:pt x="101679" y="254206"/>
                    <a:pt x="104531" y="252025"/>
                    <a:pt x="104531" y="248994"/>
                  </a:cubicBezTo>
                  <a:lnTo>
                    <a:pt x="104531" y="248994"/>
                  </a:lnTo>
                  <a:cubicBezTo>
                    <a:pt x="104531" y="247073"/>
                    <a:pt x="103309" y="245372"/>
                    <a:pt x="101494" y="244670"/>
                  </a:cubicBezTo>
                  <a:cubicBezTo>
                    <a:pt x="72268" y="233397"/>
                    <a:pt x="51525" y="205158"/>
                    <a:pt x="51525" y="172040"/>
                  </a:cubicBezTo>
                  <a:close/>
                </a:path>
              </a:pathLst>
            </a:custGeom>
            <a:grpFill/>
            <a:ln w="3692" cap="flat">
              <a:noFill/>
              <a:prstDash val="solid"/>
              <a:miter/>
            </a:ln>
          </p:spPr>
          <p:txBody>
            <a:bodyPr rtlCol="0" anchor="ctr"/>
            <a:lstStyle/>
            <a:p>
              <a:endParaRPr lang="en-US">
                <a:solidFill>
                  <a:schemeClr val="bg2"/>
                </a:solidFill>
              </a:endParaRPr>
            </a:p>
          </p:txBody>
        </p:sp>
        <p:sp>
          <p:nvSpPr>
            <p:cNvPr id="17" name="Freeform 16">
              <a:extLst>
                <a:ext uri="{FF2B5EF4-FFF2-40B4-BE49-F238E27FC236}">
                  <a16:creationId xmlns:a16="http://schemas.microsoft.com/office/drawing/2014/main" id="{CE13BFB0-11BD-E72B-DD1B-C86A2EE502EF}"/>
                </a:ext>
              </a:extLst>
            </p:cNvPr>
            <p:cNvSpPr/>
            <p:nvPr/>
          </p:nvSpPr>
          <p:spPr>
            <a:xfrm>
              <a:off x="2779274" y="5459914"/>
              <a:ext cx="234362" cy="508006"/>
            </a:xfrm>
            <a:custGeom>
              <a:avLst/>
              <a:gdLst>
                <a:gd name="connsiteX0" fmla="*/ 234362 w 234362"/>
                <a:gd name="connsiteY0" fmla="*/ 255009 h 508006"/>
                <a:gd name="connsiteX1" fmla="*/ 21632 w 234362"/>
                <a:gd name="connsiteY1" fmla="*/ 341 h 508006"/>
                <a:gd name="connsiteX2" fmla="*/ 0 w 234362"/>
                <a:gd name="connsiteY2" fmla="*/ 18452 h 508006"/>
                <a:gd name="connsiteX3" fmla="*/ 0 w 234362"/>
                <a:gd name="connsiteY3" fmla="*/ 163047 h 508006"/>
                <a:gd name="connsiteX4" fmla="*/ 14076 w 234362"/>
                <a:gd name="connsiteY4" fmla="*/ 180863 h 508006"/>
                <a:gd name="connsiteX5" fmla="*/ 144055 w 234362"/>
                <a:gd name="connsiteY5" fmla="*/ 345085 h 508006"/>
                <a:gd name="connsiteX6" fmla="*/ 123830 w 234362"/>
                <a:gd name="connsiteY6" fmla="*/ 425108 h 508006"/>
                <a:gd name="connsiteX7" fmla="*/ 50599 w 234362"/>
                <a:gd name="connsiteY7" fmla="*/ 491528 h 508006"/>
                <a:gd name="connsiteX8" fmla="*/ 27966 w 234362"/>
                <a:gd name="connsiteY8" fmla="*/ 498625 h 508006"/>
                <a:gd name="connsiteX9" fmla="*/ 24262 w 234362"/>
                <a:gd name="connsiteY9" fmla="*/ 503245 h 508006"/>
                <a:gd name="connsiteX10" fmla="*/ 24262 w 234362"/>
                <a:gd name="connsiteY10" fmla="*/ 503245 h 508006"/>
                <a:gd name="connsiteX11" fmla="*/ 30004 w 234362"/>
                <a:gd name="connsiteY11" fmla="*/ 507902 h 508006"/>
                <a:gd name="connsiteX12" fmla="*/ 234362 w 234362"/>
                <a:gd name="connsiteY12" fmla="*/ 254972 h 50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362" h="508006">
                  <a:moveTo>
                    <a:pt x="234362" y="255009"/>
                  </a:moveTo>
                  <a:cubicBezTo>
                    <a:pt x="234362" y="127970"/>
                    <a:pt x="142610" y="22296"/>
                    <a:pt x="21632" y="341"/>
                  </a:cubicBezTo>
                  <a:cubicBezTo>
                    <a:pt x="9742" y="-1803"/>
                    <a:pt x="0" y="6402"/>
                    <a:pt x="0" y="18452"/>
                  </a:cubicBezTo>
                  <a:lnTo>
                    <a:pt x="0" y="163047"/>
                  </a:lnTo>
                  <a:cubicBezTo>
                    <a:pt x="0" y="170994"/>
                    <a:pt x="6334" y="179052"/>
                    <a:pt x="14076" y="180863"/>
                  </a:cubicBezTo>
                  <a:cubicBezTo>
                    <a:pt x="88604" y="198494"/>
                    <a:pt x="144055" y="265321"/>
                    <a:pt x="144055" y="345085"/>
                  </a:cubicBezTo>
                  <a:cubicBezTo>
                    <a:pt x="144055" y="374063"/>
                    <a:pt x="136721" y="401304"/>
                    <a:pt x="123830" y="425108"/>
                  </a:cubicBezTo>
                  <a:cubicBezTo>
                    <a:pt x="102679" y="461441"/>
                    <a:pt x="74157" y="480994"/>
                    <a:pt x="50599" y="491528"/>
                  </a:cubicBezTo>
                  <a:cubicBezTo>
                    <a:pt x="43302" y="494411"/>
                    <a:pt x="35745" y="496777"/>
                    <a:pt x="27966" y="498625"/>
                  </a:cubicBezTo>
                  <a:cubicBezTo>
                    <a:pt x="25818" y="499142"/>
                    <a:pt x="24262" y="501028"/>
                    <a:pt x="24262" y="503245"/>
                  </a:cubicBezTo>
                  <a:lnTo>
                    <a:pt x="24262" y="503245"/>
                  </a:lnTo>
                  <a:cubicBezTo>
                    <a:pt x="24262" y="506239"/>
                    <a:pt x="27040" y="508531"/>
                    <a:pt x="30004" y="507902"/>
                  </a:cubicBezTo>
                  <a:cubicBezTo>
                    <a:pt x="146833" y="482694"/>
                    <a:pt x="234362" y="379090"/>
                    <a:pt x="234362" y="254972"/>
                  </a:cubicBezTo>
                  <a:close/>
                </a:path>
              </a:pathLst>
            </a:custGeom>
            <a:grpFill/>
            <a:ln w="3692" cap="flat">
              <a:noFill/>
              <a:prstDash val="solid"/>
              <a:miter/>
            </a:ln>
          </p:spPr>
          <p:txBody>
            <a:bodyPr rtlCol="0" anchor="ctr"/>
            <a:lstStyle/>
            <a:p>
              <a:endParaRPr lang="en-US">
                <a:solidFill>
                  <a:schemeClr val="bg2"/>
                </a:solidFill>
              </a:endParaRPr>
            </a:p>
          </p:txBody>
        </p:sp>
        <p:sp>
          <p:nvSpPr>
            <p:cNvPr id="18" name="Freeform 17">
              <a:extLst>
                <a:ext uri="{FF2B5EF4-FFF2-40B4-BE49-F238E27FC236}">
                  <a16:creationId xmlns:a16="http://schemas.microsoft.com/office/drawing/2014/main" id="{2813F00E-D3C7-DF2E-5181-DE61E13FC2EC}"/>
                </a:ext>
              </a:extLst>
            </p:cNvPr>
            <p:cNvSpPr/>
            <p:nvPr/>
          </p:nvSpPr>
          <p:spPr>
            <a:xfrm>
              <a:off x="3210809" y="6013428"/>
              <a:ext cx="61822" cy="88376"/>
            </a:xfrm>
            <a:custGeom>
              <a:avLst/>
              <a:gdLst>
                <a:gd name="connsiteX0" fmla="*/ 0 w 61822"/>
                <a:gd name="connsiteY0" fmla="*/ 0 h 88376"/>
                <a:gd name="connsiteX1" fmla="*/ 61822 w 61822"/>
                <a:gd name="connsiteY1" fmla="*/ 0 h 88376"/>
                <a:gd name="connsiteX2" fmla="*/ 61822 w 61822"/>
                <a:gd name="connsiteY2" fmla="*/ 11828 h 88376"/>
                <a:gd name="connsiteX3" fmla="*/ 38227 w 61822"/>
                <a:gd name="connsiteY3" fmla="*/ 11828 h 88376"/>
                <a:gd name="connsiteX4" fmla="*/ 38227 w 61822"/>
                <a:gd name="connsiteY4" fmla="*/ 88376 h 88376"/>
                <a:gd name="connsiteX5" fmla="*/ 23707 w 61822"/>
                <a:gd name="connsiteY5" fmla="*/ 88376 h 88376"/>
                <a:gd name="connsiteX6" fmla="*/ 23707 w 61822"/>
                <a:gd name="connsiteY6" fmla="*/ 11828 h 88376"/>
                <a:gd name="connsiteX7" fmla="*/ 0 w 61822"/>
                <a:gd name="connsiteY7" fmla="*/ 11828 h 88376"/>
                <a:gd name="connsiteX8" fmla="*/ 0 w 61822"/>
                <a:gd name="connsiteY8" fmla="*/ 0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22" h="88376">
                  <a:moveTo>
                    <a:pt x="0" y="0"/>
                  </a:moveTo>
                  <a:lnTo>
                    <a:pt x="61822" y="0"/>
                  </a:lnTo>
                  <a:lnTo>
                    <a:pt x="61822" y="11828"/>
                  </a:lnTo>
                  <a:lnTo>
                    <a:pt x="38227" y="11828"/>
                  </a:lnTo>
                  <a:lnTo>
                    <a:pt x="38227" y="88376"/>
                  </a:lnTo>
                  <a:lnTo>
                    <a:pt x="23707" y="88376"/>
                  </a:lnTo>
                  <a:lnTo>
                    <a:pt x="23707" y="11828"/>
                  </a:lnTo>
                  <a:lnTo>
                    <a:pt x="0" y="11828"/>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19" name="Freeform 18">
              <a:extLst>
                <a:ext uri="{FF2B5EF4-FFF2-40B4-BE49-F238E27FC236}">
                  <a16:creationId xmlns:a16="http://schemas.microsoft.com/office/drawing/2014/main" id="{162F0E3C-D786-5880-6A08-F365F19ABC08}"/>
                </a:ext>
              </a:extLst>
            </p:cNvPr>
            <p:cNvSpPr/>
            <p:nvPr/>
          </p:nvSpPr>
          <p:spPr>
            <a:xfrm>
              <a:off x="3283707" y="6007735"/>
              <a:ext cx="64230" cy="94142"/>
            </a:xfrm>
            <a:custGeom>
              <a:avLst/>
              <a:gdLst>
                <a:gd name="connsiteX0" fmla="*/ 0 w 64230"/>
                <a:gd name="connsiteY0" fmla="*/ 0 h 94142"/>
                <a:gd name="connsiteX1" fmla="*/ 14520 w 64230"/>
                <a:gd name="connsiteY1" fmla="*/ 0 h 94142"/>
                <a:gd name="connsiteX2" fmla="*/ 14520 w 64230"/>
                <a:gd name="connsiteY2" fmla="*/ 32194 h 94142"/>
                <a:gd name="connsiteX3" fmla="*/ 36301 w 64230"/>
                <a:gd name="connsiteY3" fmla="*/ 22916 h 94142"/>
                <a:gd name="connsiteX4" fmla="*/ 64230 w 64230"/>
                <a:gd name="connsiteY4" fmla="*/ 52819 h 94142"/>
                <a:gd name="connsiteX5" fmla="*/ 64230 w 64230"/>
                <a:gd name="connsiteY5" fmla="*/ 94142 h 94142"/>
                <a:gd name="connsiteX6" fmla="*/ 49821 w 64230"/>
                <a:gd name="connsiteY6" fmla="*/ 94142 h 94142"/>
                <a:gd name="connsiteX7" fmla="*/ 49821 w 64230"/>
                <a:gd name="connsiteY7" fmla="*/ 54962 h 94142"/>
                <a:gd name="connsiteX8" fmla="*/ 32226 w 64230"/>
                <a:gd name="connsiteY8" fmla="*/ 35520 h 94142"/>
                <a:gd name="connsiteX9" fmla="*/ 14520 w 64230"/>
                <a:gd name="connsiteY9" fmla="*/ 54962 h 94142"/>
                <a:gd name="connsiteX10" fmla="*/ 14520 w 64230"/>
                <a:gd name="connsiteY10" fmla="*/ 94142 h 94142"/>
                <a:gd name="connsiteX11" fmla="*/ 0 w 64230"/>
                <a:gd name="connsiteY11" fmla="*/ 94142 h 94142"/>
                <a:gd name="connsiteX12" fmla="*/ 0 w 64230"/>
                <a:gd name="connsiteY12" fmla="*/ 37 h 9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0" h="94142">
                  <a:moveTo>
                    <a:pt x="0" y="0"/>
                  </a:moveTo>
                  <a:lnTo>
                    <a:pt x="14520" y="0"/>
                  </a:lnTo>
                  <a:lnTo>
                    <a:pt x="14520" y="32194"/>
                  </a:lnTo>
                  <a:cubicBezTo>
                    <a:pt x="19373" y="26354"/>
                    <a:pt x="27263" y="22916"/>
                    <a:pt x="36301" y="22916"/>
                  </a:cubicBezTo>
                  <a:cubicBezTo>
                    <a:pt x="51969" y="22916"/>
                    <a:pt x="64230" y="33229"/>
                    <a:pt x="64230" y="52819"/>
                  </a:cubicBezTo>
                  <a:lnTo>
                    <a:pt x="64230" y="94142"/>
                  </a:lnTo>
                  <a:lnTo>
                    <a:pt x="49821" y="94142"/>
                  </a:lnTo>
                  <a:lnTo>
                    <a:pt x="49821" y="54962"/>
                  </a:lnTo>
                  <a:cubicBezTo>
                    <a:pt x="49821" y="42100"/>
                    <a:pt x="42820" y="35520"/>
                    <a:pt x="32226" y="35520"/>
                  </a:cubicBezTo>
                  <a:cubicBezTo>
                    <a:pt x="21632" y="35520"/>
                    <a:pt x="14520" y="42137"/>
                    <a:pt x="14520" y="54962"/>
                  </a:cubicBezTo>
                  <a:lnTo>
                    <a:pt x="14520" y="94142"/>
                  </a:lnTo>
                  <a:lnTo>
                    <a:pt x="0" y="94142"/>
                  </a:lnTo>
                  <a:lnTo>
                    <a:pt x="0" y="37"/>
                  </a:lnTo>
                  <a:close/>
                </a:path>
              </a:pathLst>
            </a:custGeom>
            <a:grpFill/>
            <a:ln w="3692" cap="flat">
              <a:noFill/>
              <a:prstDash val="solid"/>
              <a:miter/>
            </a:ln>
          </p:spPr>
          <p:txBody>
            <a:bodyPr rtlCol="0" anchor="ctr"/>
            <a:lstStyle/>
            <a:p>
              <a:endParaRPr lang="en-US">
                <a:solidFill>
                  <a:schemeClr val="bg2"/>
                </a:solidFill>
              </a:endParaRPr>
            </a:p>
          </p:txBody>
        </p:sp>
        <p:sp>
          <p:nvSpPr>
            <p:cNvPr id="20" name="Freeform 19">
              <a:extLst>
                <a:ext uri="{FF2B5EF4-FFF2-40B4-BE49-F238E27FC236}">
                  <a16:creationId xmlns:a16="http://schemas.microsoft.com/office/drawing/2014/main" id="{4D12B21C-56A9-25EB-7BDB-F6458BB8FAD9}"/>
                </a:ext>
              </a:extLst>
            </p:cNvPr>
            <p:cNvSpPr/>
            <p:nvPr/>
          </p:nvSpPr>
          <p:spPr>
            <a:xfrm>
              <a:off x="3360420"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bg2"/>
                </a:solidFill>
              </a:endParaRPr>
            </a:p>
          </p:txBody>
        </p:sp>
        <p:sp>
          <p:nvSpPr>
            <p:cNvPr id="21" name="Freeform 20">
              <a:extLst>
                <a:ext uri="{FF2B5EF4-FFF2-40B4-BE49-F238E27FC236}">
                  <a16:creationId xmlns:a16="http://schemas.microsoft.com/office/drawing/2014/main" id="{704B3BAC-FBA2-4F6E-A96A-E7DA98E93F28}"/>
                </a:ext>
              </a:extLst>
            </p:cNvPr>
            <p:cNvSpPr/>
            <p:nvPr/>
          </p:nvSpPr>
          <p:spPr>
            <a:xfrm>
              <a:off x="3474916" y="6012282"/>
              <a:ext cx="61896" cy="90445"/>
            </a:xfrm>
            <a:custGeom>
              <a:avLst/>
              <a:gdLst>
                <a:gd name="connsiteX0" fmla="*/ 31337 w 61896"/>
                <a:gd name="connsiteY0" fmla="*/ 90446 h 90445"/>
                <a:gd name="connsiteX1" fmla="*/ 0 w 61896"/>
                <a:gd name="connsiteY1" fmla="*/ 65127 h 90445"/>
                <a:gd name="connsiteX2" fmla="*/ 15558 w 61896"/>
                <a:gd name="connsiteY2" fmla="*/ 65127 h 90445"/>
                <a:gd name="connsiteX3" fmla="*/ 31374 w 61896"/>
                <a:gd name="connsiteY3" fmla="*/ 78211 h 90445"/>
                <a:gd name="connsiteX4" fmla="*/ 47302 w 61896"/>
                <a:gd name="connsiteY4" fmla="*/ 65238 h 90445"/>
                <a:gd name="connsiteX5" fmla="*/ 259 w 61896"/>
                <a:gd name="connsiteY5" fmla="*/ 25171 h 90445"/>
                <a:gd name="connsiteX6" fmla="*/ 30708 w 61896"/>
                <a:gd name="connsiteY6" fmla="*/ 0 h 90445"/>
                <a:gd name="connsiteX7" fmla="*/ 60934 w 61896"/>
                <a:gd name="connsiteY7" fmla="*/ 24025 h 90445"/>
                <a:gd name="connsiteX8" fmla="*/ 44857 w 61896"/>
                <a:gd name="connsiteY8" fmla="*/ 24025 h 90445"/>
                <a:gd name="connsiteX9" fmla="*/ 29930 w 61896"/>
                <a:gd name="connsiteY9" fmla="*/ 12308 h 90445"/>
                <a:gd name="connsiteX10" fmla="*/ 15002 w 61896"/>
                <a:gd name="connsiteY10" fmla="*/ 24654 h 90445"/>
                <a:gd name="connsiteX11" fmla="*/ 61897 w 61896"/>
                <a:gd name="connsiteY11" fmla="*/ 64462 h 90445"/>
                <a:gd name="connsiteX12" fmla="*/ 31300 w 61896"/>
                <a:gd name="connsiteY12" fmla="*/ 90409 h 9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896" h="90445">
                  <a:moveTo>
                    <a:pt x="31337" y="90446"/>
                  </a:moveTo>
                  <a:cubicBezTo>
                    <a:pt x="13631" y="90446"/>
                    <a:pt x="0" y="80762"/>
                    <a:pt x="0" y="65127"/>
                  </a:cubicBezTo>
                  <a:lnTo>
                    <a:pt x="15558" y="65127"/>
                  </a:lnTo>
                  <a:cubicBezTo>
                    <a:pt x="16187" y="72372"/>
                    <a:pt x="21299" y="78211"/>
                    <a:pt x="31374" y="78211"/>
                  </a:cubicBezTo>
                  <a:cubicBezTo>
                    <a:pt x="41450" y="78211"/>
                    <a:pt x="47302" y="72741"/>
                    <a:pt x="47302" y="65238"/>
                  </a:cubicBezTo>
                  <a:cubicBezTo>
                    <a:pt x="47302" y="43874"/>
                    <a:pt x="259" y="57735"/>
                    <a:pt x="259" y="25171"/>
                  </a:cubicBezTo>
                  <a:cubicBezTo>
                    <a:pt x="259" y="9647"/>
                    <a:pt x="12631" y="0"/>
                    <a:pt x="30708" y="0"/>
                  </a:cubicBezTo>
                  <a:cubicBezTo>
                    <a:pt x="47673" y="0"/>
                    <a:pt x="59637" y="8908"/>
                    <a:pt x="60934" y="24025"/>
                  </a:cubicBezTo>
                  <a:lnTo>
                    <a:pt x="44857" y="24025"/>
                  </a:lnTo>
                  <a:cubicBezTo>
                    <a:pt x="44339" y="18037"/>
                    <a:pt x="39116" y="12567"/>
                    <a:pt x="29930" y="12308"/>
                  </a:cubicBezTo>
                  <a:cubicBezTo>
                    <a:pt x="21521" y="12050"/>
                    <a:pt x="15002" y="16115"/>
                    <a:pt x="15002" y="24654"/>
                  </a:cubicBezTo>
                  <a:cubicBezTo>
                    <a:pt x="15002" y="44613"/>
                    <a:pt x="61897" y="32157"/>
                    <a:pt x="61897" y="64462"/>
                  </a:cubicBezTo>
                  <a:cubicBezTo>
                    <a:pt x="61897" y="77694"/>
                    <a:pt x="51080" y="90409"/>
                    <a:pt x="31300" y="90409"/>
                  </a:cubicBezTo>
                  <a:close/>
                </a:path>
              </a:pathLst>
            </a:custGeom>
            <a:grpFill/>
            <a:ln w="3692" cap="flat">
              <a:noFill/>
              <a:prstDash val="solid"/>
              <a:miter/>
            </a:ln>
          </p:spPr>
          <p:txBody>
            <a:bodyPr rtlCol="0" anchor="ctr"/>
            <a:lstStyle/>
            <a:p>
              <a:endParaRPr lang="en-US">
                <a:solidFill>
                  <a:schemeClr val="bg2"/>
                </a:solidFill>
              </a:endParaRPr>
            </a:p>
          </p:txBody>
        </p:sp>
        <p:sp>
          <p:nvSpPr>
            <p:cNvPr id="22" name="Freeform 21">
              <a:extLst>
                <a:ext uri="{FF2B5EF4-FFF2-40B4-BE49-F238E27FC236}">
                  <a16:creationId xmlns:a16="http://schemas.microsoft.com/office/drawing/2014/main" id="{82D4AB11-DE35-A4B9-B1FB-77D71CCC8358}"/>
                </a:ext>
              </a:extLst>
            </p:cNvPr>
            <p:cNvSpPr/>
            <p:nvPr/>
          </p:nvSpPr>
          <p:spPr>
            <a:xfrm>
              <a:off x="3552073" y="6030615"/>
              <a:ext cx="72008" cy="104565"/>
            </a:xfrm>
            <a:custGeom>
              <a:avLst/>
              <a:gdLst>
                <a:gd name="connsiteX0" fmla="*/ 39005 w 72008"/>
                <a:gd name="connsiteY0" fmla="*/ 0 h 104565"/>
                <a:gd name="connsiteX1" fmla="*/ 72009 w 72008"/>
                <a:gd name="connsiteY1" fmla="*/ 35853 h 104565"/>
                <a:gd name="connsiteX2" fmla="*/ 39005 w 72008"/>
                <a:gd name="connsiteY2" fmla="*/ 72372 h 104565"/>
                <a:gd name="connsiteX3" fmla="*/ 14520 w 72008"/>
                <a:gd name="connsiteY3" fmla="*/ 61061 h 104565"/>
                <a:gd name="connsiteX4" fmla="*/ 14520 w 72008"/>
                <a:gd name="connsiteY4" fmla="*/ 104565 h 104565"/>
                <a:gd name="connsiteX5" fmla="*/ 0 w 72008"/>
                <a:gd name="connsiteY5" fmla="*/ 104565 h 104565"/>
                <a:gd name="connsiteX6" fmla="*/ 0 w 72008"/>
                <a:gd name="connsiteY6" fmla="*/ 1183 h 104565"/>
                <a:gd name="connsiteX7" fmla="*/ 14520 w 72008"/>
                <a:gd name="connsiteY7" fmla="*/ 1183 h 104565"/>
                <a:gd name="connsiteX8" fmla="*/ 14520 w 72008"/>
                <a:gd name="connsiteY8" fmla="*/ 11495 h 104565"/>
                <a:gd name="connsiteX9" fmla="*/ 39005 w 72008"/>
                <a:gd name="connsiteY9" fmla="*/ 37 h 104565"/>
                <a:gd name="connsiteX10" fmla="*/ 35819 w 72008"/>
                <a:gd name="connsiteY10" fmla="*/ 12604 h 104565"/>
                <a:gd name="connsiteX11" fmla="*/ 14520 w 72008"/>
                <a:gd name="connsiteY11" fmla="*/ 36149 h 104565"/>
                <a:gd name="connsiteX12" fmla="*/ 35819 w 72008"/>
                <a:gd name="connsiteY12" fmla="*/ 59804 h 104565"/>
                <a:gd name="connsiteX13" fmla="*/ 57229 w 72008"/>
                <a:gd name="connsiteY13" fmla="*/ 35890 h 104565"/>
                <a:gd name="connsiteX14" fmla="*/ 35819 w 72008"/>
                <a:gd name="connsiteY14" fmla="*/ 12604 h 10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008" h="104565">
                  <a:moveTo>
                    <a:pt x="39005" y="0"/>
                  </a:moveTo>
                  <a:cubicBezTo>
                    <a:pt x="57489" y="0"/>
                    <a:pt x="72009" y="14230"/>
                    <a:pt x="72009" y="35853"/>
                  </a:cubicBezTo>
                  <a:cubicBezTo>
                    <a:pt x="72009" y="57476"/>
                    <a:pt x="57489" y="72372"/>
                    <a:pt x="39005" y="72372"/>
                  </a:cubicBezTo>
                  <a:cubicBezTo>
                    <a:pt x="27411" y="72372"/>
                    <a:pt x="19113" y="66532"/>
                    <a:pt x="14520" y="61061"/>
                  </a:cubicBezTo>
                  <a:lnTo>
                    <a:pt x="14520" y="104565"/>
                  </a:lnTo>
                  <a:lnTo>
                    <a:pt x="0" y="104565"/>
                  </a:lnTo>
                  <a:lnTo>
                    <a:pt x="0" y="1183"/>
                  </a:lnTo>
                  <a:lnTo>
                    <a:pt x="14520" y="1183"/>
                  </a:lnTo>
                  <a:lnTo>
                    <a:pt x="14520" y="11495"/>
                  </a:lnTo>
                  <a:cubicBezTo>
                    <a:pt x="18965" y="5655"/>
                    <a:pt x="27522" y="37"/>
                    <a:pt x="39005" y="37"/>
                  </a:cubicBezTo>
                  <a:close/>
                  <a:moveTo>
                    <a:pt x="35819" y="12604"/>
                  </a:moveTo>
                  <a:cubicBezTo>
                    <a:pt x="25003" y="12604"/>
                    <a:pt x="14520" y="21142"/>
                    <a:pt x="14520" y="36149"/>
                  </a:cubicBezTo>
                  <a:cubicBezTo>
                    <a:pt x="14520" y="51155"/>
                    <a:pt x="24966" y="59804"/>
                    <a:pt x="35819" y="59804"/>
                  </a:cubicBezTo>
                  <a:cubicBezTo>
                    <a:pt x="46672" y="59804"/>
                    <a:pt x="57229" y="51044"/>
                    <a:pt x="57229" y="35890"/>
                  </a:cubicBezTo>
                  <a:cubicBezTo>
                    <a:pt x="57229" y="20736"/>
                    <a:pt x="46784" y="12604"/>
                    <a:pt x="35819" y="12604"/>
                  </a:cubicBezTo>
                  <a:close/>
                </a:path>
              </a:pathLst>
            </a:custGeom>
            <a:grpFill/>
            <a:ln w="3692" cap="flat">
              <a:noFill/>
              <a:prstDash val="solid"/>
              <a:miter/>
            </a:ln>
          </p:spPr>
          <p:txBody>
            <a:bodyPr rtlCol="0" anchor="ctr"/>
            <a:lstStyle/>
            <a:p>
              <a:endParaRPr lang="en-US">
                <a:solidFill>
                  <a:schemeClr val="bg2"/>
                </a:solidFill>
              </a:endParaRPr>
            </a:p>
          </p:txBody>
        </p:sp>
        <p:sp>
          <p:nvSpPr>
            <p:cNvPr id="23" name="Freeform 22">
              <a:extLst>
                <a:ext uri="{FF2B5EF4-FFF2-40B4-BE49-F238E27FC236}">
                  <a16:creationId xmlns:a16="http://schemas.microsoft.com/office/drawing/2014/main" id="{EBDE9721-AD29-9EA3-B787-144D247D98A6}"/>
                </a:ext>
              </a:extLst>
            </p:cNvPr>
            <p:cNvSpPr/>
            <p:nvPr/>
          </p:nvSpPr>
          <p:spPr>
            <a:xfrm>
              <a:off x="363319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bg2"/>
                </a:solidFill>
              </a:endParaRPr>
            </a:p>
          </p:txBody>
        </p:sp>
        <p:sp>
          <p:nvSpPr>
            <p:cNvPr id="24" name="Freeform 23">
              <a:extLst>
                <a:ext uri="{FF2B5EF4-FFF2-40B4-BE49-F238E27FC236}">
                  <a16:creationId xmlns:a16="http://schemas.microsoft.com/office/drawing/2014/main" id="{DBB81554-61A2-821A-16D7-C12AF57790AA}"/>
                </a:ext>
              </a:extLst>
            </p:cNvPr>
            <p:cNvSpPr/>
            <p:nvPr/>
          </p:nvSpPr>
          <p:spPr>
            <a:xfrm>
              <a:off x="3711463" y="6030615"/>
              <a:ext cx="66786" cy="72408"/>
            </a:xfrm>
            <a:custGeom>
              <a:avLst/>
              <a:gdLst>
                <a:gd name="connsiteX0" fmla="*/ 34412 w 66786"/>
                <a:gd name="connsiteY0" fmla="*/ 0 h 72408"/>
                <a:gd name="connsiteX1" fmla="*/ 66786 w 66786"/>
                <a:gd name="connsiteY1" fmla="*/ 23286 h 72408"/>
                <a:gd name="connsiteX2" fmla="*/ 51118 w 66786"/>
                <a:gd name="connsiteY2" fmla="*/ 23286 h 72408"/>
                <a:gd name="connsiteX3" fmla="*/ 34412 w 66786"/>
                <a:gd name="connsiteY3" fmla="*/ 12234 h 72408"/>
                <a:gd name="connsiteX4" fmla="*/ 14928 w 66786"/>
                <a:gd name="connsiteY4" fmla="*/ 36149 h 72408"/>
                <a:gd name="connsiteX5" fmla="*/ 34412 w 66786"/>
                <a:gd name="connsiteY5" fmla="*/ 60174 h 72408"/>
                <a:gd name="connsiteX6" fmla="*/ 51118 w 66786"/>
                <a:gd name="connsiteY6" fmla="*/ 49122 h 72408"/>
                <a:gd name="connsiteX7" fmla="*/ 66786 w 66786"/>
                <a:gd name="connsiteY7" fmla="*/ 49122 h 72408"/>
                <a:gd name="connsiteX8" fmla="*/ 34412 w 66786"/>
                <a:gd name="connsiteY8" fmla="*/ 72408 h 72408"/>
                <a:gd name="connsiteX9" fmla="*/ 0 w 66786"/>
                <a:gd name="connsiteY9" fmla="*/ 36149 h 72408"/>
                <a:gd name="connsiteX10" fmla="*/ 34412 w 66786"/>
                <a:gd name="connsiteY10" fmla="*/ 37 h 7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86" h="72408">
                  <a:moveTo>
                    <a:pt x="34412" y="0"/>
                  </a:moveTo>
                  <a:cubicBezTo>
                    <a:pt x="51599" y="0"/>
                    <a:pt x="62823" y="8501"/>
                    <a:pt x="66786" y="23286"/>
                  </a:cubicBezTo>
                  <a:lnTo>
                    <a:pt x="51118" y="23286"/>
                  </a:lnTo>
                  <a:cubicBezTo>
                    <a:pt x="48710" y="16559"/>
                    <a:pt x="43079" y="12234"/>
                    <a:pt x="34412" y="12234"/>
                  </a:cubicBezTo>
                  <a:cubicBezTo>
                    <a:pt x="22670" y="12234"/>
                    <a:pt x="14928" y="20884"/>
                    <a:pt x="14928" y="36149"/>
                  </a:cubicBezTo>
                  <a:cubicBezTo>
                    <a:pt x="14928" y="51414"/>
                    <a:pt x="22707" y="60174"/>
                    <a:pt x="34412" y="60174"/>
                  </a:cubicBezTo>
                  <a:cubicBezTo>
                    <a:pt x="43079" y="60174"/>
                    <a:pt x="48413" y="56367"/>
                    <a:pt x="51118" y="49122"/>
                  </a:cubicBezTo>
                  <a:lnTo>
                    <a:pt x="66786" y="49122"/>
                  </a:lnTo>
                  <a:cubicBezTo>
                    <a:pt x="62823" y="62872"/>
                    <a:pt x="51636" y="72408"/>
                    <a:pt x="34412" y="72408"/>
                  </a:cubicBezTo>
                  <a:cubicBezTo>
                    <a:pt x="14261" y="72408"/>
                    <a:pt x="0" y="58178"/>
                    <a:pt x="0" y="36149"/>
                  </a:cubicBezTo>
                  <a:cubicBezTo>
                    <a:pt x="0" y="14119"/>
                    <a:pt x="14261" y="37"/>
                    <a:pt x="34412" y="37"/>
                  </a:cubicBezTo>
                  <a:close/>
                </a:path>
              </a:pathLst>
            </a:custGeom>
            <a:grpFill/>
            <a:ln w="3692" cap="flat">
              <a:noFill/>
              <a:prstDash val="solid"/>
              <a:miter/>
            </a:ln>
          </p:spPr>
          <p:txBody>
            <a:bodyPr rtlCol="0" anchor="ctr"/>
            <a:lstStyle/>
            <a:p>
              <a:endParaRPr lang="en-US">
                <a:solidFill>
                  <a:schemeClr val="bg2"/>
                </a:solidFill>
              </a:endParaRPr>
            </a:p>
          </p:txBody>
        </p:sp>
        <p:sp>
          <p:nvSpPr>
            <p:cNvPr id="25" name="Freeform 24">
              <a:extLst>
                <a:ext uri="{FF2B5EF4-FFF2-40B4-BE49-F238E27FC236}">
                  <a16:creationId xmlns:a16="http://schemas.microsoft.com/office/drawing/2014/main" id="{4CFDC203-0747-DA2B-914B-D8D689127D22}"/>
                </a:ext>
              </a:extLst>
            </p:cNvPr>
            <p:cNvSpPr/>
            <p:nvPr/>
          </p:nvSpPr>
          <p:spPr>
            <a:xfrm>
              <a:off x="3789066" y="6003891"/>
              <a:ext cx="18483" cy="97949"/>
            </a:xfrm>
            <a:custGeom>
              <a:avLst/>
              <a:gdLst>
                <a:gd name="connsiteX0" fmla="*/ 0 w 18483"/>
                <a:gd name="connsiteY0" fmla="*/ 9277 h 97949"/>
                <a:gd name="connsiteX1" fmla="*/ 9297 w 18483"/>
                <a:gd name="connsiteY1" fmla="*/ 0 h 97949"/>
                <a:gd name="connsiteX2" fmla="*/ 18484 w 18483"/>
                <a:gd name="connsiteY2" fmla="*/ 9277 h 97949"/>
                <a:gd name="connsiteX3" fmla="*/ 9297 w 18483"/>
                <a:gd name="connsiteY3" fmla="*/ 18555 h 97949"/>
                <a:gd name="connsiteX4" fmla="*/ 0 w 18483"/>
                <a:gd name="connsiteY4" fmla="*/ 9277 h 97949"/>
                <a:gd name="connsiteX5" fmla="*/ 1926 w 18483"/>
                <a:gd name="connsiteY5" fmla="*/ 27869 h 97949"/>
                <a:gd name="connsiteX6" fmla="*/ 16446 w 18483"/>
                <a:gd name="connsiteY6" fmla="*/ 27869 h 97949"/>
                <a:gd name="connsiteX7" fmla="*/ 16446 w 18483"/>
                <a:gd name="connsiteY7" fmla="*/ 97949 h 97949"/>
                <a:gd name="connsiteX8" fmla="*/ 1926 w 18483"/>
                <a:gd name="connsiteY8" fmla="*/ 97949 h 97949"/>
                <a:gd name="connsiteX9" fmla="*/ 1926 w 18483"/>
                <a:gd name="connsiteY9" fmla="*/ 27869 h 97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83" h="97949">
                  <a:moveTo>
                    <a:pt x="0" y="9277"/>
                  </a:moveTo>
                  <a:cubicBezTo>
                    <a:pt x="0" y="4066"/>
                    <a:pt x="4075" y="0"/>
                    <a:pt x="9297" y="0"/>
                  </a:cubicBezTo>
                  <a:cubicBezTo>
                    <a:pt x="14520" y="0"/>
                    <a:pt x="18484" y="4066"/>
                    <a:pt x="18484" y="9277"/>
                  </a:cubicBezTo>
                  <a:cubicBezTo>
                    <a:pt x="18484" y="14489"/>
                    <a:pt x="14409" y="18555"/>
                    <a:pt x="9297" y="18555"/>
                  </a:cubicBezTo>
                  <a:cubicBezTo>
                    <a:pt x="4186" y="18555"/>
                    <a:pt x="0" y="14489"/>
                    <a:pt x="0" y="9277"/>
                  </a:cubicBezTo>
                  <a:close/>
                  <a:moveTo>
                    <a:pt x="1926" y="27869"/>
                  </a:moveTo>
                  <a:lnTo>
                    <a:pt x="16446" y="27869"/>
                  </a:lnTo>
                  <a:lnTo>
                    <a:pt x="16446" y="97949"/>
                  </a:lnTo>
                  <a:lnTo>
                    <a:pt x="1926" y="97949"/>
                  </a:lnTo>
                  <a:lnTo>
                    <a:pt x="1926" y="27869"/>
                  </a:lnTo>
                  <a:close/>
                </a:path>
              </a:pathLst>
            </a:custGeom>
            <a:grpFill/>
            <a:ln w="3692" cap="flat">
              <a:noFill/>
              <a:prstDash val="solid"/>
              <a:miter/>
            </a:ln>
          </p:spPr>
          <p:txBody>
            <a:bodyPr rtlCol="0" anchor="ctr"/>
            <a:lstStyle/>
            <a:p>
              <a:endParaRPr lang="en-US">
                <a:solidFill>
                  <a:schemeClr val="bg2"/>
                </a:solidFill>
              </a:endParaRPr>
            </a:p>
          </p:txBody>
        </p:sp>
        <p:sp>
          <p:nvSpPr>
            <p:cNvPr id="26" name="Freeform 25">
              <a:extLst>
                <a:ext uri="{FF2B5EF4-FFF2-40B4-BE49-F238E27FC236}">
                  <a16:creationId xmlns:a16="http://schemas.microsoft.com/office/drawing/2014/main" id="{9989D83F-405E-0387-A622-EE0E49083E35}"/>
                </a:ext>
              </a:extLst>
            </p:cNvPr>
            <p:cNvSpPr/>
            <p:nvPr/>
          </p:nvSpPr>
          <p:spPr>
            <a:xfrm>
              <a:off x="3818328"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bg2"/>
                </a:solidFill>
              </a:endParaRPr>
            </a:p>
          </p:txBody>
        </p:sp>
        <p:sp>
          <p:nvSpPr>
            <p:cNvPr id="27" name="Freeform 26">
              <a:extLst>
                <a:ext uri="{FF2B5EF4-FFF2-40B4-BE49-F238E27FC236}">
                  <a16:creationId xmlns:a16="http://schemas.microsoft.com/office/drawing/2014/main" id="{4D808BC1-A325-8C95-A1E8-4532E39D329C}"/>
                </a:ext>
              </a:extLst>
            </p:cNvPr>
            <p:cNvSpPr/>
            <p:nvPr/>
          </p:nvSpPr>
          <p:spPr>
            <a:xfrm>
              <a:off x="3907969"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28" name="Freeform 27">
              <a:extLst>
                <a:ext uri="{FF2B5EF4-FFF2-40B4-BE49-F238E27FC236}">
                  <a16:creationId xmlns:a16="http://schemas.microsoft.com/office/drawing/2014/main" id="{353525C3-E120-68ED-6D85-5F18F99EF69C}"/>
                </a:ext>
              </a:extLst>
            </p:cNvPr>
            <p:cNvSpPr/>
            <p:nvPr/>
          </p:nvSpPr>
          <p:spPr>
            <a:xfrm>
              <a:off x="3933935"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bg2"/>
                </a:solidFill>
              </a:endParaRPr>
            </a:p>
          </p:txBody>
        </p:sp>
        <p:sp>
          <p:nvSpPr>
            <p:cNvPr id="29" name="Freeform 28">
              <a:extLst>
                <a:ext uri="{FF2B5EF4-FFF2-40B4-BE49-F238E27FC236}">
                  <a16:creationId xmlns:a16="http://schemas.microsoft.com/office/drawing/2014/main" id="{459BBCC2-FF79-9227-2833-F743A60C88BA}"/>
                </a:ext>
              </a:extLst>
            </p:cNvPr>
            <p:cNvSpPr/>
            <p:nvPr/>
          </p:nvSpPr>
          <p:spPr>
            <a:xfrm>
              <a:off x="3980460" y="6031761"/>
              <a:ext cx="71527" cy="103013"/>
            </a:xfrm>
            <a:custGeom>
              <a:avLst/>
              <a:gdLst>
                <a:gd name="connsiteX0" fmla="*/ 56488 w 71527"/>
                <a:gd name="connsiteY0" fmla="*/ 0 h 103013"/>
                <a:gd name="connsiteX1" fmla="*/ 71527 w 71527"/>
                <a:gd name="connsiteY1" fmla="*/ 0 h 103013"/>
                <a:gd name="connsiteX2" fmla="*/ 28448 w 71527"/>
                <a:gd name="connsiteY2" fmla="*/ 103013 h 103013"/>
                <a:gd name="connsiteX3" fmla="*/ 13409 w 71527"/>
                <a:gd name="connsiteY3" fmla="*/ 103013 h 103013"/>
                <a:gd name="connsiteX4" fmla="*/ 27670 w 71527"/>
                <a:gd name="connsiteY4" fmla="*/ 68934 h 103013"/>
                <a:gd name="connsiteX5" fmla="*/ 0 w 71527"/>
                <a:gd name="connsiteY5" fmla="*/ 0 h 103013"/>
                <a:gd name="connsiteX6" fmla="*/ 16187 w 71527"/>
                <a:gd name="connsiteY6" fmla="*/ 0 h 103013"/>
                <a:gd name="connsiteX7" fmla="*/ 35930 w 71527"/>
                <a:gd name="connsiteY7" fmla="*/ 53410 h 103013"/>
                <a:gd name="connsiteX8" fmla="*/ 56451 w 71527"/>
                <a:gd name="connsiteY8" fmla="*/ 0 h 10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 h="103013">
                  <a:moveTo>
                    <a:pt x="56488" y="0"/>
                  </a:moveTo>
                  <a:lnTo>
                    <a:pt x="71527" y="0"/>
                  </a:lnTo>
                  <a:lnTo>
                    <a:pt x="28448" y="103013"/>
                  </a:lnTo>
                  <a:lnTo>
                    <a:pt x="13409" y="103013"/>
                  </a:lnTo>
                  <a:lnTo>
                    <a:pt x="27670" y="68934"/>
                  </a:lnTo>
                  <a:lnTo>
                    <a:pt x="0" y="0"/>
                  </a:lnTo>
                  <a:lnTo>
                    <a:pt x="16187" y="0"/>
                  </a:lnTo>
                  <a:lnTo>
                    <a:pt x="35930" y="53410"/>
                  </a:lnTo>
                  <a:lnTo>
                    <a:pt x="56451" y="0"/>
                  </a:lnTo>
                  <a:close/>
                </a:path>
              </a:pathLst>
            </a:custGeom>
            <a:grpFill/>
            <a:ln w="3692" cap="flat">
              <a:noFill/>
              <a:prstDash val="solid"/>
              <a:miter/>
            </a:ln>
          </p:spPr>
          <p:txBody>
            <a:bodyPr rtlCol="0" anchor="ctr"/>
            <a:lstStyle/>
            <a:p>
              <a:endParaRPr lang="en-US">
                <a:solidFill>
                  <a:schemeClr val="bg2"/>
                </a:solidFill>
              </a:endParaRPr>
            </a:p>
          </p:txBody>
        </p:sp>
        <p:sp>
          <p:nvSpPr>
            <p:cNvPr id="30" name="Freeform 29">
              <a:extLst>
                <a:ext uri="{FF2B5EF4-FFF2-40B4-BE49-F238E27FC236}">
                  <a16:creationId xmlns:a16="http://schemas.microsoft.com/office/drawing/2014/main" id="{86F28C53-2BC6-3A0C-11D1-6938C676F37E}"/>
                </a:ext>
              </a:extLst>
            </p:cNvPr>
            <p:cNvSpPr/>
            <p:nvPr/>
          </p:nvSpPr>
          <p:spPr>
            <a:xfrm>
              <a:off x="4091251" y="6012282"/>
              <a:ext cx="86380" cy="90298"/>
            </a:xfrm>
            <a:custGeom>
              <a:avLst/>
              <a:gdLst>
                <a:gd name="connsiteX0" fmla="*/ 45228 w 86380"/>
                <a:gd name="connsiteY0" fmla="*/ 0 h 90298"/>
                <a:gd name="connsiteX1" fmla="*/ 86381 w 86380"/>
                <a:gd name="connsiteY1" fmla="*/ 26576 h 90298"/>
                <a:gd name="connsiteX2" fmla="*/ 68934 w 86380"/>
                <a:gd name="connsiteY2" fmla="*/ 26576 h 90298"/>
                <a:gd name="connsiteX3" fmla="*/ 45228 w 86380"/>
                <a:gd name="connsiteY3" fmla="*/ 12715 h 90298"/>
                <a:gd name="connsiteX4" fmla="*/ 14891 w 86380"/>
                <a:gd name="connsiteY4" fmla="*/ 45131 h 90298"/>
                <a:gd name="connsiteX5" fmla="*/ 45228 w 86380"/>
                <a:gd name="connsiteY5" fmla="*/ 77694 h 90298"/>
                <a:gd name="connsiteX6" fmla="*/ 68934 w 86380"/>
                <a:gd name="connsiteY6" fmla="*/ 63833 h 90298"/>
                <a:gd name="connsiteX7" fmla="*/ 86381 w 86380"/>
                <a:gd name="connsiteY7" fmla="*/ 63833 h 90298"/>
                <a:gd name="connsiteX8" fmla="*/ 45228 w 86380"/>
                <a:gd name="connsiteY8" fmla="*/ 90298 h 90298"/>
                <a:gd name="connsiteX9" fmla="*/ 0 w 86380"/>
                <a:gd name="connsiteY9" fmla="*/ 45168 h 90298"/>
                <a:gd name="connsiteX10" fmla="*/ 45228 w 86380"/>
                <a:gd name="connsiteY10" fmla="*/ 37 h 9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 h="90298">
                  <a:moveTo>
                    <a:pt x="45228" y="0"/>
                  </a:moveTo>
                  <a:cubicBezTo>
                    <a:pt x="63712" y="0"/>
                    <a:pt x="79640" y="9277"/>
                    <a:pt x="86381" y="26576"/>
                  </a:cubicBezTo>
                  <a:lnTo>
                    <a:pt x="68934" y="26576"/>
                  </a:lnTo>
                  <a:cubicBezTo>
                    <a:pt x="64230" y="17150"/>
                    <a:pt x="55822" y="12715"/>
                    <a:pt x="45228" y="12715"/>
                  </a:cubicBezTo>
                  <a:cubicBezTo>
                    <a:pt x="27633" y="12715"/>
                    <a:pt x="14891" y="25171"/>
                    <a:pt x="14891" y="45131"/>
                  </a:cubicBezTo>
                  <a:cubicBezTo>
                    <a:pt x="14891" y="65090"/>
                    <a:pt x="27633" y="77694"/>
                    <a:pt x="45228" y="77694"/>
                  </a:cubicBezTo>
                  <a:cubicBezTo>
                    <a:pt x="55822" y="77694"/>
                    <a:pt x="64230" y="73259"/>
                    <a:pt x="68934" y="63833"/>
                  </a:cubicBezTo>
                  <a:lnTo>
                    <a:pt x="86381" y="63833"/>
                  </a:lnTo>
                  <a:cubicBezTo>
                    <a:pt x="79640" y="81132"/>
                    <a:pt x="63712" y="90298"/>
                    <a:pt x="45228" y="90298"/>
                  </a:cubicBezTo>
                  <a:cubicBezTo>
                    <a:pt x="20262" y="90298"/>
                    <a:pt x="0" y="71743"/>
                    <a:pt x="0" y="45168"/>
                  </a:cubicBezTo>
                  <a:cubicBezTo>
                    <a:pt x="0" y="18592"/>
                    <a:pt x="20262" y="37"/>
                    <a:pt x="45228" y="37"/>
                  </a:cubicBezTo>
                  <a:close/>
                </a:path>
              </a:pathLst>
            </a:custGeom>
            <a:grpFill/>
            <a:ln w="3692" cap="flat">
              <a:noFill/>
              <a:prstDash val="solid"/>
              <a:miter/>
            </a:ln>
          </p:spPr>
          <p:txBody>
            <a:bodyPr rtlCol="0" anchor="ctr"/>
            <a:lstStyle/>
            <a:p>
              <a:endParaRPr lang="en-US">
                <a:solidFill>
                  <a:schemeClr val="bg2"/>
                </a:solidFill>
              </a:endParaRPr>
            </a:p>
          </p:txBody>
        </p:sp>
        <p:sp>
          <p:nvSpPr>
            <p:cNvPr id="31" name="Freeform 30">
              <a:extLst>
                <a:ext uri="{FF2B5EF4-FFF2-40B4-BE49-F238E27FC236}">
                  <a16:creationId xmlns:a16="http://schemas.microsoft.com/office/drawing/2014/main" id="{F97A07A3-0832-DC8A-BC00-A9D10E568CCA}"/>
                </a:ext>
              </a:extLst>
            </p:cNvPr>
            <p:cNvSpPr/>
            <p:nvPr/>
          </p:nvSpPr>
          <p:spPr>
            <a:xfrm>
              <a:off x="4187300"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8" y="72372"/>
                    <a:pt x="0" y="57476"/>
                    <a:pt x="0" y="35853"/>
                  </a:cubicBezTo>
                  <a:cubicBezTo>
                    <a:pt x="0" y="14230"/>
                    <a:pt x="14668"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bg2"/>
                </a:solidFill>
              </a:endParaRPr>
            </a:p>
          </p:txBody>
        </p:sp>
        <p:sp>
          <p:nvSpPr>
            <p:cNvPr id="32" name="Freeform 31">
              <a:extLst>
                <a:ext uri="{FF2B5EF4-FFF2-40B4-BE49-F238E27FC236}">
                  <a16:creationId xmlns:a16="http://schemas.microsoft.com/office/drawing/2014/main" id="{515AE4A5-E5F9-BC30-0D5D-4C2BEA6B1E49}"/>
                </a:ext>
              </a:extLst>
            </p:cNvPr>
            <p:cNvSpPr/>
            <p:nvPr/>
          </p:nvSpPr>
          <p:spPr>
            <a:xfrm>
              <a:off x="4274422" y="6030615"/>
              <a:ext cx="35559" cy="71225"/>
            </a:xfrm>
            <a:custGeom>
              <a:avLst/>
              <a:gdLst>
                <a:gd name="connsiteX0" fmla="*/ 14520 w 35559"/>
                <a:gd name="connsiteY0" fmla="*/ 71226 h 71225"/>
                <a:gd name="connsiteX1" fmla="*/ 0 w 35559"/>
                <a:gd name="connsiteY1" fmla="*/ 71226 h 71225"/>
                <a:gd name="connsiteX2" fmla="*/ 0 w 35559"/>
                <a:gd name="connsiteY2" fmla="*/ 1146 h 71225"/>
                <a:gd name="connsiteX3" fmla="*/ 14520 w 35559"/>
                <a:gd name="connsiteY3" fmla="*/ 1146 h 71225"/>
                <a:gd name="connsiteX4" fmla="*/ 14520 w 35559"/>
                <a:gd name="connsiteY4" fmla="*/ 11310 h 71225"/>
                <a:gd name="connsiteX5" fmla="*/ 35560 w 35559"/>
                <a:gd name="connsiteY5" fmla="*/ 0 h 71225"/>
                <a:gd name="connsiteX6" fmla="*/ 35560 w 35559"/>
                <a:gd name="connsiteY6" fmla="*/ 15007 h 71225"/>
                <a:gd name="connsiteX7" fmla="*/ 31856 w 35559"/>
                <a:gd name="connsiteY7" fmla="*/ 15007 h 71225"/>
                <a:gd name="connsiteX8" fmla="*/ 14520 w 35559"/>
                <a:gd name="connsiteY8" fmla="*/ 34338 h 71225"/>
                <a:gd name="connsiteX9" fmla="*/ 14520 w 35559"/>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59"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bg2"/>
                </a:solidFill>
              </a:endParaRPr>
            </a:p>
          </p:txBody>
        </p:sp>
        <p:sp>
          <p:nvSpPr>
            <p:cNvPr id="33" name="Freeform 32">
              <a:extLst>
                <a:ext uri="{FF2B5EF4-FFF2-40B4-BE49-F238E27FC236}">
                  <a16:creationId xmlns:a16="http://schemas.microsoft.com/office/drawing/2014/main" id="{78F7F4DA-AAAB-B2B5-7A10-E6EB2567C5B4}"/>
                </a:ext>
              </a:extLst>
            </p:cNvPr>
            <p:cNvSpPr/>
            <p:nvPr/>
          </p:nvSpPr>
          <p:spPr>
            <a:xfrm>
              <a:off x="431583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0 w 69193"/>
                <a:gd name="connsiteY8" fmla="*/ 50342 h 72371"/>
                <a:gd name="connsiteX9" fmla="*/ 34967 w 69193"/>
                <a:gd name="connsiteY9" fmla="*/ 72335 h 72371"/>
                <a:gd name="connsiteX10" fmla="*/ 15150 w 69193"/>
                <a:gd name="connsiteY10" fmla="*/ 29865 h 72371"/>
                <a:gd name="connsiteX11" fmla="*/ 54007 w 69193"/>
                <a:gd name="connsiteY11" fmla="*/ 29865 h 72371"/>
                <a:gd name="connsiteX12" fmla="*/ 34375 w 69193"/>
                <a:gd name="connsiteY12" fmla="*/ 12197 h 72371"/>
                <a:gd name="connsiteX13" fmla="*/ 15113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83" y="39143"/>
                    <a:pt x="68675" y="41582"/>
                  </a:cubicBezTo>
                  <a:lnTo>
                    <a:pt x="15002" y="41582"/>
                  </a:lnTo>
                  <a:cubicBezTo>
                    <a:pt x="16039" y="53151"/>
                    <a:pt x="24299" y="60137"/>
                    <a:pt x="35004" y="60137"/>
                  </a:cubicBezTo>
                  <a:cubicBezTo>
                    <a:pt x="43931" y="60137"/>
                    <a:pt x="48895" y="55813"/>
                    <a:pt x="51562" y="50342"/>
                  </a:cubicBezTo>
                  <a:lnTo>
                    <a:pt x="67230" y="50342"/>
                  </a:lnTo>
                  <a:cubicBezTo>
                    <a:pt x="63267" y="62540"/>
                    <a:pt x="52192" y="72335"/>
                    <a:pt x="34967" y="72335"/>
                  </a:cubicBezTo>
                  <a:close/>
                  <a:moveTo>
                    <a:pt x="15150" y="29865"/>
                  </a:moveTo>
                  <a:lnTo>
                    <a:pt x="54007" y="29865"/>
                  </a:lnTo>
                  <a:cubicBezTo>
                    <a:pt x="53747" y="19072"/>
                    <a:pt x="45228" y="12197"/>
                    <a:pt x="34375" y="12197"/>
                  </a:cubicBezTo>
                  <a:cubicBezTo>
                    <a:pt x="24559" y="12197"/>
                    <a:pt x="16669" y="18814"/>
                    <a:pt x="15113" y="29865"/>
                  </a:cubicBezTo>
                  <a:close/>
                </a:path>
              </a:pathLst>
            </a:custGeom>
            <a:grpFill/>
            <a:ln w="3692" cap="flat">
              <a:noFill/>
              <a:prstDash val="solid"/>
              <a:miter/>
            </a:ln>
          </p:spPr>
          <p:txBody>
            <a:bodyPr rtlCol="0" anchor="ctr"/>
            <a:lstStyle/>
            <a:p>
              <a:endParaRPr lang="en-US">
                <a:solidFill>
                  <a:schemeClr val="bg2"/>
                </a:solidFill>
              </a:endParaRPr>
            </a:p>
          </p:txBody>
        </p:sp>
        <p:sp>
          <p:nvSpPr>
            <p:cNvPr id="34" name="Freeform 33">
              <a:extLst>
                <a:ext uri="{FF2B5EF4-FFF2-40B4-BE49-F238E27FC236}">
                  <a16:creationId xmlns:a16="http://schemas.microsoft.com/office/drawing/2014/main" id="{F39703AA-B399-8F78-39F1-ADD2972083F1}"/>
                </a:ext>
              </a:extLst>
            </p:cNvPr>
            <p:cNvSpPr/>
            <p:nvPr/>
          </p:nvSpPr>
          <p:spPr>
            <a:xfrm>
              <a:off x="4432442" y="6013428"/>
              <a:ext cx="61933" cy="88376"/>
            </a:xfrm>
            <a:custGeom>
              <a:avLst/>
              <a:gdLst>
                <a:gd name="connsiteX0" fmla="*/ 30596 w 61933"/>
                <a:gd name="connsiteY0" fmla="*/ 52523 h 88376"/>
                <a:gd name="connsiteX1" fmla="*/ 14520 w 61933"/>
                <a:gd name="connsiteY1" fmla="*/ 52523 h 88376"/>
                <a:gd name="connsiteX2" fmla="*/ 14520 w 61933"/>
                <a:gd name="connsiteY2" fmla="*/ 88376 h 88376"/>
                <a:gd name="connsiteX3" fmla="*/ 0 w 61933"/>
                <a:gd name="connsiteY3" fmla="*/ 88376 h 88376"/>
                <a:gd name="connsiteX4" fmla="*/ 0 w 61933"/>
                <a:gd name="connsiteY4" fmla="*/ 0 h 88376"/>
                <a:gd name="connsiteX5" fmla="*/ 30596 w 61933"/>
                <a:gd name="connsiteY5" fmla="*/ 0 h 88376"/>
                <a:gd name="connsiteX6" fmla="*/ 61933 w 61933"/>
                <a:gd name="connsiteY6" fmla="*/ 26317 h 88376"/>
                <a:gd name="connsiteX7" fmla="*/ 30596 w 61933"/>
                <a:gd name="connsiteY7" fmla="*/ 52523 h 88376"/>
                <a:gd name="connsiteX8" fmla="*/ 30596 w 61933"/>
                <a:gd name="connsiteY8" fmla="*/ 40695 h 88376"/>
                <a:gd name="connsiteX9" fmla="*/ 47043 w 61933"/>
                <a:gd name="connsiteY9" fmla="*/ 26317 h 88376"/>
                <a:gd name="connsiteX10" fmla="*/ 30596 w 61933"/>
                <a:gd name="connsiteY10" fmla="*/ 11828 h 88376"/>
                <a:gd name="connsiteX11" fmla="*/ 14520 w 61933"/>
                <a:gd name="connsiteY11" fmla="*/ 11828 h 88376"/>
                <a:gd name="connsiteX12" fmla="*/ 14520 w 61933"/>
                <a:gd name="connsiteY12" fmla="*/ 40695 h 88376"/>
                <a:gd name="connsiteX13" fmla="*/ 30596 w 61933"/>
                <a:gd name="connsiteY13" fmla="*/ 40695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933" h="88376">
                  <a:moveTo>
                    <a:pt x="30596" y="52523"/>
                  </a:moveTo>
                  <a:lnTo>
                    <a:pt x="14520" y="52523"/>
                  </a:lnTo>
                  <a:lnTo>
                    <a:pt x="14520" y="88376"/>
                  </a:lnTo>
                  <a:lnTo>
                    <a:pt x="0" y="88376"/>
                  </a:lnTo>
                  <a:lnTo>
                    <a:pt x="0" y="0"/>
                  </a:lnTo>
                  <a:lnTo>
                    <a:pt x="30596" y="0"/>
                  </a:lnTo>
                  <a:cubicBezTo>
                    <a:pt x="51636" y="0"/>
                    <a:pt x="61933" y="11939"/>
                    <a:pt x="61933" y="26317"/>
                  </a:cubicBezTo>
                  <a:cubicBezTo>
                    <a:pt x="61933" y="38921"/>
                    <a:pt x="53636" y="52523"/>
                    <a:pt x="30596" y="52523"/>
                  </a:cubicBezTo>
                  <a:close/>
                  <a:moveTo>
                    <a:pt x="30596" y="40695"/>
                  </a:moveTo>
                  <a:cubicBezTo>
                    <a:pt x="41931" y="40695"/>
                    <a:pt x="47043" y="35225"/>
                    <a:pt x="47043" y="26317"/>
                  </a:cubicBezTo>
                  <a:cubicBezTo>
                    <a:pt x="47043" y="17409"/>
                    <a:pt x="41931" y="11828"/>
                    <a:pt x="30596" y="11828"/>
                  </a:cubicBezTo>
                  <a:lnTo>
                    <a:pt x="14520" y="11828"/>
                  </a:lnTo>
                  <a:lnTo>
                    <a:pt x="14520" y="40695"/>
                  </a:lnTo>
                  <a:lnTo>
                    <a:pt x="30596" y="40695"/>
                  </a:lnTo>
                  <a:close/>
                </a:path>
              </a:pathLst>
            </a:custGeom>
            <a:grpFill/>
            <a:ln w="3692" cap="flat">
              <a:noFill/>
              <a:prstDash val="solid"/>
              <a:miter/>
            </a:ln>
          </p:spPr>
          <p:txBody>
            <a:bodyPr rtlCol="0" anchor="ctr"/>
            <a:lstStyle/>
            <a:p>
              <a:endParaRPr lang="en-US">
                <a:solidFill>
                  <a:schemeClr val="bg2"/>
                </a:solidFill>
              </a:endParaRPr>
            </a:p>
          </p:txBody>
        </p:sp>
        <p:sp>
          <p:nvSpPr>
            <p:cNvPr id="35" name="Freeform 34">
              <a:extLst>
                <a:ext uri="{FF2B5EF4-FFF2-40B4-BE49-F238E27FC236}">
                  <a16:creationId xmlns:a16="http://schemas.microsoft.com/office/drawing/2014/main" id="{7DBBBA9B-145C-7C99-7EB2-977A0643C9DD}"/>
                </a:ext>
              </a:extLst>
            </p:cNvPr>
            <p:cNvSpPr/>
            <p:nvPr/>
          </p:nvSpPr>
          <p:spPr>
            <a:xfrm>
              <a:off x="4505117"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36" name="Freeform 35">
              <a:extLst>
                <a:ext uri="{FF2B5EF4-FFF2-40B4-BE49-F238E27FC236}">
                  <a16:creationId xmlns:a16="http://schemas.microsoft.com/office/drawing/2014/main" id="{7E8B73CF-3632-4D93-0C43-1586DDD0059F}"/>
                </a:ext>
              </a:extLst>
            </p:cNvPr>
            <p:cNvSpPr/>
            <p:nvPr/>
          </p:nvSpPr>
          <p:spPr>
            <a:xfrm>
              <a:off x="4532861"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190 w 72157"/>
                <a:gd name="connsiteY10" fmla="*/ 12604 h 72371"/>
                <a:gd name="connsiteX11" fmla="*/ 14891 w 72157"/>
                <a:gd name="connsiteY11" fmla="*/ 35890 h 72371"/>
                <a:gd name="connsiteX12" fmla="*/ 36190 w 72157"/>
                <a:gd name="connsiteY12" fmla="*/ 59804 h 72371"/>
                <a:gd name="connsiteX13" fmla="*/ 57489 w 72157"/>
                <a:gd name="connsiteY13" fmla="*/ 36149 h 72371"/>
                <a:gd name="connsiteX14" fmla="*/ 36190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190" y="12604"/>
                  </a:moveTo>
                  <a:cubicBezTo>
                    <a:pt x="25374" y="12604"/>
                    <a:pt x="14891" y="20736"/>
                    <a:pt x="14891" y="35890"/>
                  </a:cubicBezTo>
                  <a:cubicBezTo>
                    <a:pt x="14891" y="51044"/>
                    <a:pt x="25337" y="59804"/>
                    <a:pt x="36190" y="59804"/>
                  </a:cubicBezTo>
                  <a:cubicBezTo>
                    <a:pt x="47043" y="59804"/>
                    <a:pt x="57489" y="51266"/>
                    <a:pt x="57489" y="36149"/>
                  </a:cubicBezTo>
                  <a:cubicBezTo>
                    <a:pt x="57489" y="21031"/>
                    <a:pt x="47154" y="12604"/>
                    <a:pt x="36190" y="12604"/>
                  </a:cubicBezTo>
                  <a:close/>
                </a:path>
              </a:pathLst>
            </a:custGeom>
            <a:grpFill/>
            <a:ln w="3692" cap="flat">
              <a:noFill/>
              <a:prstDash val="solid"/>
              <a:miter/>
            </a:ln>
          </p:spPr>
          <p:txBody>
            <a:bodyPr rtlCol="0" anchor="ctr"/>
            <a:lstStyle/>
            <a:p>
              <a:endParaRPr lang="en-US">
                <a:solidFill>
                  <a:schemeClr val="bg2"/>
                </a:solidFill>
              </a:endParaRPr>
            </a:p>
          </p:txBody>
        </p:sp>
        <p:sp>
          <p:nvSpPr>
            <p:cNvPr id="37" name="Freeform 36">
              <a:extLst>
                <a:ext uri="{FF2B5EF4-FFF2-40B4-BE49-F238E27FC236}">
                  <a16:creationId xmlns:a16="http://schemas.microsoft.com/office/drawing/2014/main" id="{9923A1FB-99AD-AEE7-F842-F1CE2588C929}"/>
                </a:ext>
              </a:extLst>
            </p:cNvPr>
            <p:cNvSpPr/>
            <p:nvPr/>
          </p:nvSpPr>
          <p:spPr>
            <a:xfrm>
              <a:off x="4616427"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bg2"/>
                </a:solidFill>
              </a:endParaRPr>
            </a:p>
          </p:txBody>
        </p:sp>
        <p:sp>
          <p:nvSpPr>
            <p:cNvPr id="38" name="Freeform 37">
              <a:extLst>
                <a:ext uri="{FF2B5EF4-FFF2-40B4-BE49-F238E27FC236}">
                  <a16:creationId xmlns:a16="http://schemas.microsoft.com/office/drawing/2014/main" id="{A513D4A2-C151-269B-87FF-37CBDDAC18A7}"/>
                </a:ext>
              </a:extLst>
            </p:cNvPr>
            <p:cNvSpPr/>
            <p:nvPr/>
          </p:nvSpPr>
          <p:spPr>
            <a:xfrm>
              <a:off x="4663804" y="6003670"/>
              <a:ext cx="35967" cy="98170"/>
            </a:xfrm>
            <a:custGeom>
              <a:avLst/>
              <a:gdLst>
                <a:gd name="connsiteX0" fmla="*/ 8297 w 35967"/>
                <a:gd name="connsiteY0" fmla="*/ 39919 h 98170"/>
                <a:gd name="connsiteX1" fmla="*/ 0 w 35967"/>
                <a:gd name="connsiteY1" fmla="*/ 39919 h 98170"/>
                <a:gd name="connsiteX2" fmla="*/ 0 w 35967"/>
                <a:gd name="connsiteY2" fmla="*/ 28091 h 98170"/>
                <a:gd name="connsiteX3" fmla="*/ 8297 w 35967"/>
                <a:gd name="connsiteY3" fmla="*/ 28091 h 98170"/>
                <a:gd name="connsiteX4" fmla="*/ 8297 w 35967"/>
                <a:gd name="connsiteY4" fmla="*/ 23138 h 98170"/>
                <a:gd name="connsiteX5" fmla="*/ 34930 w 35967"/>
                <a:gd name="connsiteY5" fmla="*/ 0 h 98170"/>
                <a:gd name="connsiteX6" fmla="*/ 34930 w 35967"/>
                <a:gd name="connsiteY6" fmla="*/ 12087 h 98170"/>
                <a:gd name="connsiteX7" fmla="*/ 22966 w 35967"/>
                <a:gd name="connsiteY7" fmla="*/ 23138 h 98170"/>
                <a:gd name="connsiteX8" fmla="*/ 22966 w 35967"/>
                <a:gd name="connsiteY8" fmla="*/ 28091 h 98170"/>
                <a:gd name="connsiteX9" fmla="*/ 35967 w 35967"/>
                <a:gd name="connsiteY9" fmla="*/ 28091 h 98170"/>
                <a:gd name="connsiteX10" fmla="*/ 35967 w 35967"/>
                <a:gd name="connsiteY10" fmla="*/ 39919 h 98170"/>
                <a:gd name="connsiteX11" fmla="*/ 22966 w 35967"/>
                <a:gd name="connsiteY11" fmla="*/ 39919 h 98170"/>
                <a:gd name="connsiteX12" fmla="*/ 22966 w 35967"/>
                <a:gd name="connsiteY12" fmla="*/ 98171 h 98170"/>
                <a:gd name="connsiteX13" fmla="*/ 8297 w 35967"/>
                <a:gd name="connsiteY13" fmla="*/ 98171 h 98170"/>
                <a:gd name="connsiteX14" fmla="*/ 8297 w 35967"/>
                <a:gd name="connsiteY14" fmla="*/ 39919 h 9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67" h="98170">
                  <a:moveTo>
                    <a:pt x="8297" y="39919"/>
                  </a:moveTo>
                  <a:lnTo>
                    <a:pt x="0" y="39919"/>
                  </a:lnTo>
                  <a:lnTo>
                    <a:pt x="0" y="28091"/>
                  </a:lnTo>
                  <a:lnTo>
                    <a:pt x="8297" y="28091"/>
                  </a:lnTo>
                  <a:lnTo>
                    <a:pt x="8297" y="23138"/>
                  </a:lnTo>
                  <a:cubicBezTo>
                    <a:pt x="8297" y="6986"/>
                    <a:pt x="16595" y="0"/>
                    <a:pt x="34930" y="0"/>
                  </a:cubicBezTo>
                  <a:lnTo>
                    <a:pt x="34930" y="12087"/>
                  </a:lnTo>
                  <a:cubicBezTo>
                    <a:pt x="26003" y="12087"/>
                    <a:pt x="22966" y="15154"/>
                    <a:pt x="22966" y="23138"/>
                  </a:cubicBezTo>
                  <a:lnTo>
                    <a:pt x="22966" y="28091"/>
                  </a:lnTo>
                  <a:lnTo>
                    <a:pt x="35967" y="28091"/>
                  </a:lnTo>
                  <a:lnTo>
                    <a:pt x="35967" y="39919"/>
                  </a:lnTo>
                  <a:lnTo>
                    <a:pt x="22966" y="39919"/>
                  </a:lnTo>
                  <a:lnTo>
                    <a:pt x="22966" y="98171"/>
                  </a:lnTo>
                  <a:lnTo>
                    <a:pt x="8297" y="98171"/>
                  </a:lnTo>
                  <a:lnTo>
                    <a:pt x="8297" y="39919"/>
                  </a:lnTo>
                  <a:close/>
                </a:path>
              </a:pathLst>
            </a:custGeom>
            <a:grpFill/>
            <a:ln w="3692" cap="flat">
              <a:noFill/>
              <a:prstDash val="solid"/>
              <a:miter/>
            </a:ln>
          </p:spPr>
          <p:txBody>
            <a:bodyPr rtlCol="0" anchor="ctr"/>
            <a:lstStyle/>
            <a:p>
              <a:endParaRPr lang="en-US">
                <a:solidFill>
                  <a:schemeClr val="bg2"/>
                </a:solidFill>
              </a:endParaRPr>
            </a:p>
          </p:txBody>
        </p:sp>
        <p:sp>
          <p:nvSpPr>
            <p:cNvPr id="39" name="Freeform 38">
              <a:extLst>
                <a:ext uri="{FF2B5EF4-FFF2-40B4-BE49-F238E27FC236}">
                  <a16:creationId xmlns:a16="http://schemas.microsoft.com/office/drawing/2014/main" id="{708E3030-9EA4-A8C5-6C98-2354FD82B3A7}"/>
                </a:ext>
              </a:extLst>
            </p:cNvPr>
            <p:cNvSpPr/>
            <p:nvPr/>
          </p:nvSpPr>
          <p:spPr>
            <a:xfrm>
              <a:off x="4704364" y="6030615"/>
              <a:ext cx="71638" cy="72371"/>
            </a:xfrm>
            <a:custGeom>
              <a:avLst/>
              <a:gdLst>
                <a:gd name="connsiteX0" fmla="*/ 35190 w 71638"/>
                <a:gd name="connsiteY0" fmla="*/ 72372 h 72371"/>
                <a:gd name="connsiteX1" fmla="*/ 0 w 71638"/>
                <a:gd name="connsiteY1" fmla="*/ 36112 h 72371"/>
                <a:gd name="connsiteX2" fmla="*/ 35819 w 71638"/>
                <a:gd name="connsiteY2" fmla="*/ 0 h 72371"/>
                <a:gd name="connsiteX3" fmla="*/ 71639 w 71638"/>
                <a:gd name="connsiteY3" fmla="*/ 36112 h 72371"/>
                <a:gd name="connsiteX4" fmla="*/ 35190 w 71638"/>
                <a:gd name="connsiteY4" fmla="*/ 72372 h 72371"/>
                <a:gd name="connsiteX5" fmla="*/ 35190 w 71638"/>
                <a:gd name="connsiteY5" fmla="*/ 59767 h 72371"/>
                <a:gd name="connsiteX6" fmla="*/ 56711 w 71638"/>
                <a:gd name="connsiteY6" fmla="*/ 36112 h 72371"/>
                <a:gd name="connsiteX7" fmla="*/ 35560 w 71638"/>
                <a:gd name="connsiteY7" fmla="*/ 12567 h 72371"/>
                <a:gd name="connsiteX8" fmla="*/ 14780 w 71638"/>
                <a:gd name="connsiteY8" fmla="*/ 36112 h 72371"/>
                <a:gd name="connsiteX9" fmla="*/ 35190 w 71638"/>
                <a:gd name="connsiteY9" fmla="*/ 59767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638" h="72371">
                  <a:moveTo>
                    <a:pt x="35190" y="72372"/>
                  </a:moveTo>
                  <a:cubicBezTo>
                    <a:pt x="15187" y="72372"/>
                    <a:pt x="0" y="58141"/>
                    <a:pt x="0" y="36112"/>
                  </a:cubicBezTo>
                  <a:cubicBezTo>
                    <a:pt x="0" y="14083"/>
                    <a:pt x="15817" y="0"/>
                    <a:pt x="35819" y="0"/>
                  </a:cubicBezTo>
                  <a:cubicBezTo>
                    <a:pt x="55822" y="0"/>
                    <a:pt x="71639" y="14119"/>
                    <a:pt x="71639" y="36112"/>
                  </a:cubicBezTo>
                  <a:cubicBezTo>
                    <a:pt x="71639" y="58104"/>
                    <a:pt x="55340" y="72372"/>
                    <a:pt x="35190" y="72372"/>
                  </a:cubicBezTo>
                  <a:close/>
                  <a:moveTo>
                    <a:pt x="35190" y="59767"/>
                  </a:moveTo>
                  <a:cubicBezTo>
                    <a:pt x="46006" y="59767"/>
                    <a:pt x="56711" y="52006"/>
                    <a:pt x="56711" y="36112"/>
                  </a:cubicBezTo>
                  <a:cubicBezTo>
                    <a:pt x="56711" y="20218"/>
                    <a:pt x="46376" y="12567"/>
                    <a:pt x="35560" y="12567"/>
                  </a:cubicBezTo>
                  <a:cubicBezTo>
                    <a:pt x="24744" y="12567"/>
                    <a:pt x="14780" y="20181"/>
                    <a:pt x="14780" y="36112"/>
                  </a:cubicBezTo>
                  <a:cubicBezTo>
                    <a:pt x="14780" y="52042"/>
                    <a:pt x="24225" y="59767"/>
                    <a:pt x="35190" y="59767"/>
                  </a:cubicBezTo>
                  <a:close/>
                </a:path>
              </a:pathLst>
            </a:custGeom>
            <a:grpFill/>
            <a:ln w="3692" cap="flat">
              <a:noFill/>
              <a:prstDash val="solid"/>
              <a:miter/>
            </a:ln>
          </p:spPr>
          <p:txBody>
            <a:bodyPr rtlCol="0" anchor="ctr"/>
            <a:lstStyle/>
            <a:p>
              <a:endParaRPr lang="en-US">
                <a:solidFill>
                  <a:schemeClr val="bg2"/>
                </a:solidFill>
              </a:endParaRPr>
            </a:p>
          </p:txBody>
        </p:sp>
        <p:sp>
          <p:nvSpPr>
            <p:cNvPr id="40" name="Freeform 39">
              <a:extLst>
                <a:ext uri="{FF2B5EF4-FFF2-40B4-BE49-F238E27FC236}">
                  <a16:creationId xmlns:a16="http://schemas.microsoft.com/office/drawing/2014/main" id="{FC44E543-380B-9B3C-AA0F-7516884A0B4E}"/>
                </a:ext>
              </a:extLst>
            </p:cNvPr>
            <p:cNvSpPr/>
            <p:nvPr/>
          </p:nvSpPr>
          <p:spPr>
            <a:xfrm>
              <a:off x="4786560" y="6030615"/>
              <a:ext cx="35560" cy="71225"/>
            </a:xfrm>
            <a:custGeom>
              <a:avLst/>
              <a:gdLst>
                <a:gd name="connsiteX0" fmla="*/ 14520 w 35560"/>
                <a:gd name="connsiteY0" fmla="*/ 71226 h 71225"/>
                <a:gd name="connsiteX1" fmla="*/ 0 w 35560"/>
                <a:gd name="connsiteY1" fmla="*/ 71226 h 71225"/>
                <a:gd name="connsiteX2" fmla="*/ 0 w 35560"/>
                <a:gd name="connsiteY2" fmla="*/ 1146 h 71225"/>
                <a:gd name="connsiteX3" fmla="*/ 14520 w 35560"/>
                <a:gd name="connsiteY3" fmla="*/ 1146 h 71225"/>
                <a:gd name="connsiteX4" fmla="*/ 14520 w 35560"/>
                <a:gd name="connsiteY4" fmla="*/ 11310 h 71225"/>
                <a:gd name="connsiteX5" fmla="*/ 35560 w 35560"/>
                <a:gd name="connsiteY5" fmla="*/ 0 h 71225"/>
                <a:gd name="connsiteX6" fmla="*/ 35560 w 35560"/>
                <a:gd name="connsiteY6" fmla="*/ 15007 h 71225"/>
                <a:gd name="connsiteX7" fmla="*/ 31856 w 35560"/>
                <a:gd name="connsiteY7" fmla="*/ 15007 h 71225"/>
                <a:gd name="connsiteX8" fmla="*/ 14520 w 35560"/>
                <a:gd name="connsiteY8" fmla="*/ 34338 h 71225"/>
                <a:gd name="connsiteX9" fmla="*/ 14520 w 35560"/>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bg2"/>
                </a:solidFill>
              </a:endParaRPr>
            </a:p>
          </p:txBody>
        </p:sp>
        <p:sp>
          <p:nvSpPr>
            <p:cNvPr id="41" name="Freeform 40">
              <a:extLst>
                <a:ext uri="{FF2B5EF4-FFF2-40B4-BE49-F238E27FC236}">
                  <a16:creationId xmlns:a16="http://schemas.microsoft.com/office/drawing/2014/main" id="{3710356B-A142-9978-1B82-AA71710197E5}"/>
                </a:ext>
              </a:extLst>
            </p:cNvPr>
            <p:cNvSpPr/>
            <p:nvPr/>
          </p:nvSpPr>
          <p:spPr>
            <a:xfrm>
              <a:off x="4832602" y="6030615"/>
              <a:ext cx="113939" cy="71225"/>
            </a:xfrm>
            <a:custGeom>
              <a:avLst/>
              <a:gdLst>
                <a:gd name="connsiteX0" fmla="*/ 99531 w 113939"/>
                <a:gd name="connsiteY0" fmla="*/ 32046 h 71225"/>
                <a:gd name="connsiteX1" fmla="*/ 81936 w 113939"/>
                <a:gd name="connsiteY1" fmla="*/ 12604 h 71225"/>
                <a:gd name="connsiteX2" fmla="*/ 64230 w 113939"/>
                <a:gd name="connsiteY2" fmla="*/ 32046 h 71225"/>
                <a:gd name="connsiteX3" fmla="*/ 64230 w 113939"/>
                <a:gd name="connsiteY3" fmla="*/ 71226 h 71225"/>
                <a:gd name="connsiteX4" fmla="*/ 49821 w 113939"/>
                <a:gd name="connsiteY4" fmla="*/ 71226 h 71225"/>
                <a:gd name="connsiteX5" fmla="*/ 49821 w 113939"/>
                <a:gd name="connsiteY5" fmla="*/ 32046 h 71225"/>
                <a:gd name="connsiteX6" fmla="*/ 32226 w 113939"/>
                <a:gd name="connsiteY6" fmla="*/ 12604 h 71225"/>
                <a:gd name="connsiteX7" fmla="*/ 14520 w 113939"/>
                <a:gd name="connsiteY7" fmla="*/ 32046 h 71225"/>
                <a:gd name="connsiteX8" fmla="*/ 14520 w 113939"/>
                <a:gd name="connsiteY8" fmla="*/ 71226 h 71225"/>
                <a:gd name="connsiteX9" fmla="*/ 0 w 113939"/>
                <a:gd name="connsiteY9" fmla="*/ 71226 h 71225"/>
                <a:gd name="connsiteX10" fmla="*/ 0 w 113939"/>
                <a:gd name="connsiteY10" fmla="*/ 1146 h 71225"/>
                <a:gd name="connsiteX11" fmla="*/ 14520 w 113939"/>
                <a:gd name="connsiteY11" fmla="*/ 1146 h 71225"/>
                <a:gd name="connsiteX12" fmla="*/ 14520 w 113939"/>
                <a:gd name="connsiteY12" fmla="*/ 9167 h 71225"/>
                <a:gd name="connsiteX13" fmla="*/ 35301 w 113939"/>
                <a:gd name="connsiteY13" fmla="*/ 0 h 71225"/>
                <a:gd name="connsiteX14" fmla="*/ 60526 w 113939"/>
                <a:gd name="connsiteY14" fmla="*/ 13861 h 71225"/>
                <a:gd name="connsiteX15" fmla="*/ 85010 w 113939"/>
                <a:gd name="connsiteY15" fmla="*/ 0 h 71225"/>
                <a:gd name="connsiteX16" fmla="*/ 113940 w 113939"/>
                <a:gd name="connsiteY16" fmla="*/ 29902 h 71225"/>
                <a:gd name="connsiteX17" fmla="*/ 113940 w 113939"/>
                <a:gd name="connsiteY17" fmla="*/ 71226 h 71225"/>
                <a:gd name="connsiteX18" fmla="*/ 99531 w 113939"/>
                <a:gd name="connsiteY18" fmla="*/ 71226 h 71225"/>
                <a:gd name="connsiteX19" fmla="*/ 99531 w 113939"/>
                <a:gd name="connsiteY19" fmla="*/ 3204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939" h="71225">
                  <a:moveTo>
                    <a:pt x="99531" y="32046"/>
                  </a:moveTo>
                  <a:cubicBezTo>
                    <a:pt x="99531" y="19183"/>
                    <a:pt x="92530" y="12604"/>
                    <a:pt x="81936" y="12604"/>
                  </a:cubicBezTo>
                  <a:cubicBezTo>
                    <a:pt x="71342" y="12604"/>
                    <a:pt x="64230" y="19220"/>
                    <a:pt x="64230" y="32046"/>
                  </a:cubicBezTo>
                  <a:lnTo>
                    <a:pt x="64230" y="71226"/>
                  </a:lnTo>
                  <a:lnTo>
                    <a:pt x="49821" y="71226"/>
                  </a:lnTo>
                  <a:lnTo>
                    <a:pt x="49821" y="32046"/>
                  </a:lnTo>
                  <a:cubicBezTo>
                    <a:pt x="49821" y="19183"/>
                    <a:pt x="42820" y="12604"/>
                    <a:pt x="32226" y="12604"/>
                  </a:cubicBezTo>
                  <a:cubicBezTo>
                    <a:pt x="21632" y="12604"/>
                    <a:pt x="14520" y="19220"/>
                    <a:pt x="14520" y="32046"/>
                  </a:cubicBezTo>
                  <a:lnTo>
                    <a:pt x="14520" y="71226"/>
                  </a:lnTo>
                  <a:lnTo>
                    <a:pt x="0" y="71226"/>
                  </a:lnTo>
                  <a:lnTo>
                    <a:pt x="0" y="1146"/>
                  </a:lnTo>
                  <a:lnTo>
                    <a:pt x="14520" y="1146"/>
                  </a:lnTo>
                  <a:lnTo>
                    <a:pt x="14520" y="9167"/>
                  </a:lnTo>
                  <a:cubicBezTo>
                    <a:pt x="19224" y="3437"/>
                    <a:pt x="26892" y="0"/>
                    <a:pt x="35301" y="0"/>
                  </a:cubicBezTo>
                  <a:cubicBezTo>
                    <a:pt x="46376" y="0"/>
                    <a:pt x="55673" y="4694"/>
                    <a:pt x="60526" y="13861"/>
                  </a:cubicBezTo>
                  <a:cubicBezTo>
                    <a:pt x="64860" y="5359"/>
                    <a:pt x="74787" y="0"/>
                    <a:pt x="85010" y="0"/>
                  </a:cubicBezTo>
                  <a:cubicBezTo>
                    <a:pt x="101457" y="0"/>
                    <a:pt x="113940" y="10312"/>
                    <a:pt x="113940" y="29902"/>
                  </a:cubicBezTo>
                  <a:lnTo>
                    <a:pt x="113940" y="71226"/>
                  </a:lnTo>
                  <a:lnTo>
                    <a:pt x="99531" y="71226"/>
                  </a:lnTo>
                  <a:lnTo>
                    <a:pt x="99531" y="32046"/>
                  </a:lnTo>
                  <a:close/>
                </a:path>
              </a:pathLst>
            </a:custGeom>
            <a:grpFill/>
            <a:ln w="3692" cap="flat">
              <a:noFill/>
              <a:prstDash val="solid"/>
              <a:miter/>
            </a:ln>
          </p:spPr>
          <p:txBody>
            <a:bodyPr rtlCol="0" anchor="ctr"/>
            <a:lstStyle/>
            <a:p>
              <a:endParaRPr lang="en-US">
                <a:solidFill>
                  <a:schemeClr val="bg2"/>
                </a:solidFill>
              </a:endParaRPr>
            </a:p>
          </p:txBody>
        </p:sp>
      </p:grpSp>
    </p:spTree>
    <p:extLst>
      <p:ext uri="{BB962C8B-B14F-4D97-AF65-F5344CB8AC3E}">
        <p14:creationId xmlns:p14="http://schemas.microsoft.com/office/powerpoint/2010/main" val="24423566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le Subheade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9B886-3D22-A41B-E7C6-EFDD624BDA69}"/>
              </a:ext>
            </a:extLst>
          </p:cNvPr>
          <p:cNvSpPr>
            <a:spLocks noGrp="1"/>
          </p:cNvSpPr>
          <p:nvPr>
            <p:ph type="title"/>
          </p:nvPr>
        </p:nvSpPr>
        <p:spPr>
          <a:xfrm>
            <a:off x="457200" y="457200"/>
            <a:ext cx="11279868" cy="960474"/>
          </a:xfrm>
        </p:spPr>
        <p:txBody>
          <a:bodyPr>
            <a:noAutofit/>
          </a:bodyPr>
          <a:lstStyle>
            <a:lvl1pPr>
              <a:defRPr b="0" i="0">
                <a:solidFill>
                  <a:schemeClr val="tx2"/>
                </a:solidFill>
              </a:defRPr>
            </a:lvl1pPr>
          </a:lstStyle>
          <a:p>
            <a:r>
              <a:rPr lang="en-US"/>
              <a:t>Click to edit Master title style</a:t>
            </a:r>
          </a:p>
        </p:txBody>
      </p:sp>
      <p:sp>
        <p:nvSpPr>
          <p:cNvPr id="5" name="Text Placeholder 2">
            <a:extLst>
              <a:ext uri="{FF2B5EF4-FFF2-40B4-BE49-F238E27FC236}">
                <a16:creationId xmlns:a16="http://schemas.microsoft.com/office/drawing/2014/main" id="{F699D387-89E2-34BE-9F7D-6CB45312D97D}"/>
              </a:ext>
            </a:extLst>
          </p:cNvPr>
          <p:cNvSpPr>
            <a:spLocks noGrp="1"/>
          </p:cNvSpPr>
          <p:nvPr>
            <p:ph type="body" idx="1"/>
          </p:nvPr>
        </p:nvSpPr>
        <p:spPr>
          <a:xfrm>
            <a:off x="457200" y="1882587"/>
            <a:ext cx="11279866" cy="622487"/>
          </a:xfrm>
        </p:spPr>
        <p:txBody>
          <a:bodyPr anchor="b">
            <a:noAutofit/>
          </a:bodyPr>
          <a:lstStyle>
            <a:lvl1pPr marL="0" indent="0">
              <a:lnSpc>
                <a:spcPts val="2200"/>
              </a:lnSpc>
              <a:buNone/>
              <a:defRPr sz="18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F889AF84-A406-D1D9-1D6A-96BDC6E3D4EA}"/>
              </a:ext>
            </a:extLst>
          </p:cNvPr>
          <p:cNvSpPr>
            <a:spLocks noGrp="1"/>
          </p:cNvSpPr>
          <p:nvPr>
            <p:ph sz="half" idx="2"/>
          </p:nvPr>
        </p:nvSpPr>
        <p:spPr>
          <a:xfrm>
            <a:off x="457200" y="2669241"/>
            <a:ext cx="11279868" cy="3520422"/>
          </a:xfrm>
        </p:spPr>
        <p:txBody>
          <a:bodyPr>
            <a:noAutofit/>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01471092-5761-8B1F-64B8-37558BC24765}"/>
              </a:ext>
            </a:extLst>
          </p:cNvPr>
          <p:cNvSpPr>
            <a:spLocks noGrp="1" noRot="1" noMove="1" noResize="1" noEditPoints="1" noAdjustHandles="1" noChangeArrowheads="1" noChangeShapeType="1"/>
          </p:cNvSpPr>
          <p:nvPr>
            <p:ph type="sldNum" sz="quarter" idx="10"/>
          </p:nvPr>
        </p:nvSpPr>
        <p:spPr/>
        <p:txBody>
          <a:body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4" name="Graphic 3">
            <a:extLst>
              <a:ext uri="{FF2B5EF4-FFF2-40B4-BE49-F238E27FC236}">
                <a16:creationId xmlns:a16="http://schemas.microsoft.com/office/drawing/2014/main" id="{64208571-535E-CE85-0F46-FF64404F165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4932" y="6394767"/>
            <a:ext cx="1314262" cy="288290"/>
          </a:xfrm>
          <a:prstGeom prst="rect">
            <a:avLst/>
          </a:prstGeom>
        </p:spPr>
      </p:pic>
    </p:spTree>
    <p:extLst>
      <p:ext uri="{BB962C8B-B14F-4D97-AF65-F5344CB8AC3E}">
        <p14:creationId xmlns:p14="http://schemas.microsoft.com/office/powerpoint/2010/main" val="29773437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A9B53142-4516-9B27-83BD-46FF56ECA5AD}"/>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rgbClr val="301E03"/>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a:p>
        </p:txBody>
      </p:sp>
      <p:sp>
        <p:nvSpPr>
          <p:cNvPr id="2" name="Title 1">
            <a:extLst>
              <a:ext uri="{FF2B5EF4-FFF2-40B4-BE49-F238E27FC236}">
                <a16:creationId xmlns:a16="http://schemas.microsoft.com/office/drawing/2014/main" id="{289201F5-0DC8-EE28-64BC-C4D1435541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529352-8D5F-F3B7-4506-D430A9E414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E4058B-7FB5-4F84-A44D-757CE54BA902}"/>
              </a:ext>
            </a:extLst>
          </p:cNvPr>
          <p:cNvSpPr>
            <a:spLocks noGrp="1"/>
          </p:cNvSpPr>
          <p:nvPr>
            <p:ph type="dt" sz="half" idx="10"/>
          </p:nvPr>
        </p:nvSpPr>
        <p:spPr/>
        <p:txBody>
          <a:bodyPr/>
          <a:lstStyle/>
          <a:p>
            <a:fld id="{79A9A1D1-E4E6-4533-927B-5AE5FC041317}" type="datetimeFigureOut">
              <a:rPr lang="en-US" smtClean="0"/>
              <a:t>8/19/2026</a:t>
            </a:fld>
            <a:endParaRPr lang="en-US"/>
          </a:p>
        </p:txBody>
      </p:sp>
      <p:sp>
        <p:nvSpPr>
          <p:cNvPr id="5" name="Footer Placeholder 4">
            <a:extLst>
              <a:ext uri="{FF2B5EF4-FFF2-40B4-BE49-F238E27FC236}">
                <a16:creationId xmlns:a16="http://schemas.microsoft.com/office/drawing/2014/main" id="{C927BAC1-CD0B-C76B-990F-76A0FB586A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5F32B2-A990-4C58-9087-0FF86704681D}"/>
              </a:ext>
            </a:extLst>
          </p:cNvPr>
          <p:cNvSpPr>
            <a:spLocks noGrp="1"/>
          </p:cNvSpPr>
          <p:nvPr>
            <p:ph type="sldNum" sz="quarter" idx="12"/>
          </p:nvPr>
        </p:nvSpPr>
        <p:spPr/>
        <p:txBody>
          <a:bodyPr/>
          <a:lstStyle/>
          <a:p>
            <a:fld id="{B646F629-8AF7-4F53-B581-EA9B47FB126B}" type="slidenum">
              <a:rPr lang="en-US" smtClean="0"/>
              <a:t>‹#›</a:t>
            </a:fld>
            <a:endParaRPr lang="en-US"/>
          </a:p>
        </p:txBody>
      </p:sp>
    </p:spTree>
    <p:extLst>
      <p:ext uri="{BB962C8B-B14F-4D97-AF65-F5344CB8AC3E}">
        <p14:creationId xmlns:p14="http://schemas.microsoft.com/office/powerpoint/2010/main" val="10042588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Agenda (White)">
    <p:bg>
      <p:bgPr>
        <a:solidFill>
          <a:schemeClr val="bg1"/>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6D16971-86E9-12F8-800B-E8035167824A}"/>
              </a:ext>
            </a:extLst>
          </p:cNvPr>
          <p:cNvSpPr>
            <a:spLocks noGrp="1" noRot="1" noMove="1" noResize="1" noEditPoints="1" noAdjustHandles="1" noChangeArrowheads="1" noChangeShapeType="1"/>
          </p:cNvSpPr>
          <p:nvPr>
            <p:ph type="sldNum" sz="quarter" idx="11"/>
          </p:nvPr>
        </p:nvSpPr>
        <p:spPr/>
        <p:txBody>
          <a:body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sp>
        <p:nvSpPr>
          <p:cNvPr id="4" name="Title 1">
            <a:extLst>
              <a:ext uri="{FF2B5EF4-FFF2-40B4-BE49-F238E27FC236}">
                <a16:creationId xmlns:a16="http://schemas.microsoft.com/office/drawing/2014/main" id="{44287F0A-30FF-4B3F-A5DD-F27FFF4426F5}"/>
              </a:ext>
            </a:extLst>
          </p:cNvPr>
          <p:cNvSpPr>
            <a:spLocks noGrp="1"/>
          </p:cNvSpPr>
          <p:nvPr>
            <p:ph type="ctrTitle"/>
          </p:nvPr>
        </p:nvSpPr>
        <p:spPr>
          <a:xfrm>
            <a:off x="457200" y="647700"/>
            <a:ext cx="4643861" cy="5202767"/>
          </a:xfrm>
        </p:spPr>
        <p:txBody>
          <a:bodyPr anchor="ctr" anchorCtr="0">
            <a:noAutofit/>
          </a:bodyPr>
          <a:lstStyle>
            <a:lvl1pPr algn="l">
              <a:lnSpc>
                <a:spcPts val="3600"/>
              </a:lnSpc>
              <a:defRPr sz="3200" b="0" i="0">
                <a:solidFill>
                  <a:schemeClr val="tx1"/>
                </a:solidFill>
              </a:defRPr>
            </a:lvl1pPr>
          </a:lstStyle>
          <a:p>
            <a:r>
              <a:rPr lang="en-US"/>
              <a:t>Click to edit Master title style</a:t>
            </a:r>
          </a:p>
        </p:txBody>
      </p:sp>
      <p:sp>
        <p:nvSpPr>
          <p:cNvPr id="6" name="Text Placeholder 6">
            <a:extLst>
              <a:ext uri="{FF2B5EF4-FFF2-40B4-BE49-F238E27FC236}">
                <a16:creationId xmlns:a16="http://schemas.microsoft.com/office/drawing/2014/main" id="{27F15B09-03D4-94F6-A827-E2241FF35CC0}"/>
              </a:ext>
            </a:extLst>
          </p:cNvPr>
          <p:cNvSpPr>
            <a:spLocks noGrp="1"/>
          </p:cNvSpPr>
          <p:nvPr>
            <p:ph type="body" sz="quarter" idx="10"/>
          </p:nvPr>
        </p:nvSpPr>
        <p:spPr>
          <a:xfrm>
            <a:off x="6077632" y="647700"/>
            <a:ext cx="5657168" cy="5202767"/>
          </a:xfrm>
        </p:spPr>
        <p:txBody>
          <a:bodyPr anchor="ctr" anchorCtr="0"/>
          <a:lstStyle>
            <a:lvl1pPr>
              <a:lnSpc>
                <a:spcPts val="2000"/>
              </a:lnSpc>
              <a:spcBef>
                <a:spcPts val="1600"/>
              </a:spcBef>
              <a:buFont typeface="+mj-lt"/>
              <a:buAutoNum type="arabicPeriod"/>
              <a:defRPr sz="1600" b="0" i="0">
                <a:solidFill>
                  <a:schemeClr val="tx1"/>
                </a:solidFill>
              </a:defRPr>
            </a:lvl1pPr>
            <a:lvl2pPr>
              <a:defRPr>
                <a:solidFill>
                  <a:srgbClr val="FEF8E8"/>
                </a:solidFill>
              </a:defRPr>
            </a:lvl2pPr>
            <a:lvl3pPr>
              <a:defRPr>
                <a:solidFill>
                  <a:srgbClr val="FEF8E8"/>
                </a:solidFill>
              </a:defRPr>
            </a:lvl3pPr>
            <a:lvl4pPr>
              <a:defRPr>
                <a:solidFill>
                  <a:srgbClr val="FEF8E8"/>
                </a:solidFill>
              </a:defRPr>
            </a:lvl4pPr>
            <a:lvl5pPr>
              <a:defRPr>
                <a:solidFill>
                  <a:srgbClr val="FEF8E8"/>
                </a:solidFill>
              </a:defRPr>
            </a:lvl5pPr>
          </a:lstStyle>
          <a:p>
            <a:pPr lvl="0"/>
            <a:r>
              <a:rPr lang="en-US"/>
              <a:t>Click to edit Master text styles</a:t>
            </a:r>
          </a:p>
          <a:p>
            <a:pPr lvl="0"/>
            <a:r>
              <a:rPr lang="en-US"/>
              <a:t>Second level</a:t>
            </a:r>
          </a:p>
          <a:p>
            <a:pPr lvl="0"/>
            <a:r>
              <a:rPr lang="en-US"/>
              <a:t>Third level</a:t>
            </a:r>
          </a:p>
          <a:p>
            <a:pPr lvl="0"/>
            <a:r>
              <a:rPr lang="en-US"/>
              <a:t>Fourth level</a:t>
            </a:r>
          </a:p>
          <a:p>
            <a:pPr lvl="0"/>
            <a:r>
              <a:rPr lang="en-US"/>
              <a:t>Fifth level</a:t>
            </a:r>
          </a:p>
        </p:txBody>
      </p:sp>
      <p:pic>
        <p:nvPicPr>
          <p:cNvPr id="9" name="Graphic 8">
            <a:extLst>
              <a:ext uri="{FF2B5EF4-FFF2-40B4-BE49-F238E27FC236}">
                <a16:creationId xmlns:a16="http://schemas.microsoft.com/office/drawing/2014/main" id="{121A8D80-EBBE-5F7A-8913-12C7CC6FF4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4932" y="6394767"/>
            <a:ext cx="1314262" cy="288290"/>
          </a:xfrm>
          <a:prstGeom prst="rect">
            <a:avLst/>
          </a:prstGeom>
        </p:spPr>
      </p:pic>
    </p:spTree>
    <p:extLst>
      <p:ext uri="{BB962C8B-B14F-4D97-AF65-F5344CB8AC3E}">
        <p14:creationId xmlns:p14="http://schemas.microsoft.com/office/powerpoint/2010/main" val="21603467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Only (Green)">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9B886-3D22-A41B-E7C6-EFDD624BDA69}"/>
              </a:ext>
            </a:extLst>
          </p:cNvPr>
          <p:cNvSpPr>
            <a:spLocks noGrp="1"/>
          </p:cNvSpPr>
          <p:nvPr>
            <p:ph type="title"/>
          </p:nvPr>
        </p:nvSpPr>
        <p:spPr>
          <a:xfrm>
            <a:off x="457200" y="457200"/>
            <a:ext cx="11277600" cy="960474"/>
          </a:xfrm>
        </p:spPr>
        <p:txBody>
          <a:bodyPr>
            <a:noAutofit/>
          </a:bodyPr>
          <a:lstStyle>
            <a:lvl1pPr algn="l">
              <a:defRPr b="0" i="0">
                <a:solidFill>
                  <a:schemeClr val="bg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113823B-6772-B9C6-3AAF-E190D067F181}"/>
              </a:ext>
            </a:extLst>
          </p:cNvPr>
          <p:cNvSpPr>
            <a:spLocks noGrp="1" noRot="1" noMove="1" noResize="1" noEditPoints="1" noAdjustHandles="1" noChangeArrowheads="1" noChangeShapeType="1"/>
          </p:cNvSpPr>
          <p:nvPr>
            <p:ph type="sldNum" sz="quarter" idx="10"/>
          </p:nvPr>
        </p:nvSpPr>
        <p:spPr/>
        <p:txBody>
          <a:bodyPr/>
          <a:lstStyle>
            <a:lvl1pPr>
              <a:defRPr>
                <a:solidFill>
                  <a:schemeClr val="bg2"/>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EF8E8"/>
                </a:solidFill>
                <a:effectLst/>
                <a:uLnTx/>
                <a:uFillTx/>
                <a:latin typeface="Aptos" panose="020B0004020202020204" pitchFamily="34" charset="0"/>
                <a:ea typeface="Verdana" panose="020B0604030504040204" pitchFamily="34" charset="0"/>
              </a:rPr>
              <a:t>Confidential and Proprietary   |   </a:t>
            </a:r>
            <a:fld id="{E8E57688-8A43-D74C-B8E0-302A51871BAE}" type="slidenum">
              <a:rPr kumimoji="0" lang="en-US" sz="900" b="0" i="0" u="none" strike="noStrike" kern="1200" cap="none" spc="0" normalizeH="0" baseline="0" noProof="0" smtClean="0">
                <a:ln>
                  <a:noFill/>
                </a:ln>
                <a:solidFill>
                  <a:srgbClr val="FEF8E8"/>
                </a:solidFill>
                <a:effectLst/>
                <a:uLnTx/>
                <a:uFillTx/>
                <a:latin typeface="Aptos" panose="020B0004020202020204" pitchFamily="34" charset="0"/>
                <a:ea typeface="Verdana" panose="020B060403050404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FEF8E8"/>
              </a:solidFill>
              <a:effectLst/>
              <a:uLnTx/>
              <a:uFillTx/>
              <a:latin typeface="Aptos" panose="020B0004020202020204" pitchFamily="34" charset="0"/>
              <a:ea typeface="Verdana" panose="020B0604030504040204" pitchFamily="34" charset="0"/>
            </a:endParaRPr>
          </a:p>
        </p:txBody>
      </p:sp>
      <p:pic>
        <p:nvPicPr>
          <p:cNvPr id="4" name="Graphic 3">
            <a:extLst>
              <a:ext uri="{FF2B5EF4-FFF2-40B4-BE49-F238E27FC236}">
                <a16:creationId xmlns:a16="http://schemas.microsoft.com/office/drawing/2014/main" id="{FB893045-1075-AAD4-7509-7C2E06BE1FF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4932" y="6394767"/>
            <a:ext cx="1314262" cy="288290"/>
          </a:xfrm>
          <a:prstGeom prst="rect">
            <a:avLst/>
          </a:prstGeom>
        </p:spPr>
      </p:pic>
      <p:sp>
        <p:nvSpPr>
          <p:cNvPr id="5" name="Text Placeholder 2">
            <a:extLst>
              <a:ext uri="{FF2B5EF4-FFF2-40B4-BE49-F238E27FC236}">
                <a16:creationId xmlns:a16="http://schemas.microsoft.com/office/drawing/2014/main" id="{4045B476-03EB-66A5-FDAE-FC8E8FF6C59D}"/>
              </a:ext>
            </a:extLst>
          </p:cNvPr>
          <p:cNvSpPr>
            <a:spLocks noGrp="1"/>
          </p:cNvSpPr>
          <p:nvPr>
            <p:ph type="body" idx="1"/>
          </p:nvPr>
        </p:nvSpPr>
        <p:spPr>
          <a:xfrm>
            <a:off x="457200" y="1514287"/>
            <a:ext cx="11279866" cy="622487"/>
          </a:xfrm>
        </p:spPr>
        <p:txBody>
          <a:bodyPr anchor="t" anchorCtr="0">
            <a:noAutofit/>
          </a:bodyPr>
          <a:lstStyle>
            <a:lvl1pPr marL="0" indent="0">
              <a:lnSpc>
                <a:spcPts val="2200"/>
              </a:lnSpc>
              <a:buNone/>
              <a:defRPr sz="1800" b="0" i="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51460867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itle Only ">
    <p:spTree>
      <p:nvGrpSpPr>
        <p:cNvPr id="1" name=""/>
        <p:cNvGrpSpPr/>
        <p:nvPr/>
      </p:nvGrpSpPr>
      <p:grpSpPr>
        <a:xfrm>
          <a:off x="0" y="0"/>
          <a:ext cx="0" cy="0"/>
          <a:chOff x="0" y="0"/>
          <a:chExt cx="0" cy="0"/>
        </a:xfrm>
      </p:grpSpPr>
      <p:sp>
        <p:nvSpPr>
          <p:cNvPr id="10" name="Do not remove" hidden="1">
            <a:extLst>
              <a:ext uri="{FF2B5EF4-FFF2-40B4-BE49-F238E27FC236}">
                <a16:creationId xmlns:a16="http://schemas.microsoft.com/office/drawing/2014/main" id="{9916D982-F0B5-B5DF-29CA-3BB9CEE94BC2}"/>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rgbClr val="301E03"/>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a:p>
        </p:txBody>
      </p:sp>
      <p:sp>
        <p:nvSpPr>
          <p:cNvPr id="2" name="Title 1">
            <a:extLst>
              <a:ext uri="{FF2B5EF4-FFF2-40B4-BE49-F238E27FC236}">
                <a16:creationId xmlns:a16="http://schemas.microsoft.com/office/drawing/2014/main" id="{B8F9B886-3D22-A41B-E7C6-EFDD624BDA69}"/>
              </a:ext>
            </a:extLst>
          </p:cNvPr>
          <p:cNvSpPr>
            <a:spLocks noGrp="1"/>
          </p:cNvSpPr>
          <p:nvPr>
            <p:ph type="title"/>
          </p:nvPr>
        </p:nvSpPr>
        <p:spPr>
          <a:xfrm>
            <a:off x="457200" y="457200"/>
            <a:ext cx="11277600" cy="960474"/>
          </a:xfrm>
        </p:spPr>
        <p:txBody>
          <a:bodyPr>
            <a:noAutofit/>
          </a:bodyPr>
          <a:lstStyle>
            <a:lvl1pPr algn="l">
              <a:defRPr b="0" i="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0D6FADE3-E265-E716-9ECF-29C2C3BC0733}"/>
              </a:ext>
            </a:extLst>
          </p:cNvPr>
          <p:cNvSpPr>
            <a:spLocks noGrp="1" noRot="1" noMove="1" noResize="1" noEditPoints="1" noAdjustHandles="1" noChangeArrowheads="1" noChangeShapeType="1"/>
          </p:cNvSpPr>
          <p:nvPr>
            <p:ph type="sldNum" sz="quarter" idx="10"/>
          </p:nvPr>
        </p:nvSpPr>
        <p:spPr/>
        <p:txBody>
          <a:body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4" name="Graphic 3">
            <a:extLst>
              <a:ext uri="{FF2B5EF4-FFF2-40B4-BE49-F238E27FC236}">
                <a16:creationId xmlns:a16="http://schemas.microsoft.com/office/drawing/2014/main" id="{6B51AB0C-6DF7-5BB1-4AC4-DE948FC6A24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4932" y="6394767"/>
            <a:ext cx="1314262" cy="288290"/>
          </a:xfrm>
          <a:prstGeom prst="rect">
            <a:avLst/>
          </a:prstGeom>
        </p:spPr>
      </p:pic>
      <p:sp>
        <p:nvSpPr>
          <p:cNvPr id="5" name="Text Placeholder 2">
            <a:extLst>
              <a:ext uri="{FF2B5EF4-FFF2-40B4-BE49-F238E27FC236}">
                <a16:creationId xmlns:a16="http://schemas.microsoft.com/office/drawing/2014/main" id="{DAA2EB73-048C-072F-DC50-C3DE0E8DCECB}"/>
              </a:ext>
            </a:extLst>
          </p:cNvPr>
          <p:cNvSpPr>
            <a:spLocks noGrp="1"/>
          </p:cNvSpPr>
          <p:nvPr>
            <p:ph type="body" idx="1"/>
          </p:nvPr>
        </p:nvSpPr>
        <p:spPr>
          <a:xfrm>
            <a:off x="457200" y="1514287"/>
            <a:ext cx="11279866" cy="622487"/>
          </a:xfrm>
        </p:spPr>
        <p:txBody>
          <a:bodyPr anchor="t" anchorCtr="0">
            <a:noAutofit/>
          </a:bodyPr>
          <a:lstStyle>
            <a:lvl1pPr marL="0" indent="0">
              <a:lnSpc>
                <a:spcPts val="2200"/>
              </a:lnSpc>
              <a:buNone/>
              <a:defRPr sz="18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79060633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Agenda (Green)">
    <p:bg>
      <p:bgPr>
        <a:solidFill>
          <a:srgbClr val="005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87166-8C02-34CB-79A5-F46042E77BED}"/>
              </a:ext>
            </a:extLst>
          </p:cNvPr>
          <p:cNvSpPr>
            <a:spLocks noGrp="1"/>
          </p:cNvSpPr>
          <p:nvPr>
            <p:ph type="ctrTitle"/>
          </p:nvPr>
        </p:nvSpPr>
        <p:spPr>
          <a:xfrm>
            <a:off x="457200" y="647700"/>
            <a:ext cx="4643861" cy="5202767"/>
          </a:xfrm>
        </p:spPr>
        <p:txBody>
          <a:bodyPr anchor="ctr" anchorCtr="0">
            <a:noAutofit/>
          </a:bodyPr>
          <a:lstStyle>
            <a:lvl1pPr algn="l">
              <a:lnSpc>
                <a:spcPts val="3600"/>
              </a:lnSpc>
              <a:defRPr sz="3200" b="0" i="0">
                <a:solidFill>
                  <a:srgbClr val="FEF3D8"/>
                </a:solidFill>
              </a:defRPr>
            </a:lvl1pPr>
          </a:lstStyle>
          <a:p>
            <a:r>
              <a:rPr lang="en-US"/>
              <a:t>Click to edit Master title style</a:t>
            </a:r>
          </a:p>
        </p:txBody>
      </p:sp>
      <p:sp>
        <p:nvSpPr>
          <p:cNvPr id="7" name="Text Placeholder 6">
            <a:extLst>
              <a:ext uri="{FF2B5EF4-FFF2-40B4-BE49-F238E27FC236}">
                <a16:creationId xmlns:a16="http://schemas.microsoft.com/office/drawing/2014/main" id="{5C4D56A4-3C68-99F3-2504-23EFA9AE6015}"/>
              </a:ext>
            </a:extLst>
          </p:cNvPr>
          <p:cNvSpPr>
            <a:spLocks noGrp="1"/>
          </p:cNvSpPr>
          <p:nvPr>
            <p:ph type="body" sz="quarter" idx="10"/>
          </p:nvPr>
        </p:nvSpPr>
        <p:spPr>
          <a:xfrm>
            <a:off x="6077632" y="647700"/>
            <a:ext cx="5657168" cy="5202767"/>
          </a:xfrm>
        </p:spPr>
        <p:txBody>
          <a:bodyPr anchor="ctr" anchorCtr="0"/>
          <a:lstStyle>
            <a:lvl1pPr>
              <a:lnSpc>
                <a:spcPts val="2000"/>
              </a:lnSpc>
              <a:spcBef>
                <a:spcPts val="1600"/>
              </a:spcBef>
              <a:buFont typeface="+mj-lt"/>
              <a:buAutoNum type="arabicPeriod"/>
              <a:defRPr sz="1600" b="0" i="0">
                <a:solidFill>
                  <a:srgbClr val="FEF8E8"/>
                </a:solidFill>
              </a:defRPr>
            </a:lvl1pPr>
            <a:lvl2pPr>
              <a:defRPr>
                <a:solidFill>
                  <a:srgbClr val="FEF8E8"/>
                </a:solidFill>
              </a:defRPr>
            </a:lvl2pPr>
            <a:lvl3pPr>
              <a:defRPr>
                <a:solidFill>
                  <a:srgbClr val="FEF8E8"/>
                </a:solidFill>
              </a:defRPr>
            </a:lvl3pPr>
            <a:lvl4pPr>
              <a:defRPr>
                <a:solidFill>
                  <a:srgbClr val="FEF8E8"/>
                </a:solidFill>
              </a:defRPr>
            </a:lvl4pPr>
            <a:lvl5pPr>
              <a:defRPr>
                <a:solidFill>
                  <a:srgbClr val="FEF8E8"/>
                </a:solidFill>
              </a:defRPr>
            </a:lvl5pPr>
          </a:lstStyle>
          <a:p>
            <a:pPr lvl="0"/>
            <a:r>
              <a:rPr lang="en-US"/>
              <a:t>Click to edit Master text styles</a:t>
            </a:r>
          </a:p>
          <a:p>
            <a:pPr lvl="0"/>
            <a:r>
              <a:rPr lang="en-US"/>
              <a:t>Second level</a:t>
            </a:r>
          </a:p>
          <a:p>
            <a:pPr lvl="0"/>
            <a:r>
              <a:rPr lang="en-US"/>
              <a:t>Third level</a:t>
            </a:r>
          </a:p>
          <a:p>
            <a:pPr lvl="0"/>
            <a:r>
              <a:rPr lang="en-US"/>
              <a:t>Fourth level</a:t>
            </a:r>
          </a:p>
          <a:p>
            <a:pPr lvl="0"/>
            <a:r>
              <a:rPr lang="en-US"/>
              <a:t>Fifth level</a:t>
            </a:r>
          </a:p>
        </p:txBody>
      </p:sp>
      <p:sp>
        <p:nvSpPr>
          <p:cNvPr id="3" name="Slide Number Placeholder 2">
            <a:extLst>
              <a:ext uri="{FF2B5EF4-FFF2-40B4-BE49-F238E27FC236}">
                <a16:creationId xmlns:a16="http://schemas.microsoft.com/office/drawing/2014/main" id="{67FDB064-2E20-38B0-2C7A-694596F494AC}"/>
              </a:ext>
            </a:extLst>
          </p:cNvPr>
          <p:cNvSpPr>
            <a:spLocks noGrp="1" noRot="1" noMove="1" noResize="1" noEditPoints="1" noAdjustHandles="1" noChangeArrowheads="1" noChangeShapeType="1"/>
          </p:cNvSpPr>
          <p:nvPr>
            <p:ph type="sldNum" sz="quarter" idx="11"/>
          </p:nvPr>
        </p:nvSpPr>
        <p:spPr/>
        <p:txBody>
          <a:bodyPr/>
          <a:lstStyle>
            <a:lvl1pPr>
              <a:defRPr>
                <a:solidFill>
                  <a:schemeClr val="bg2"/>
                </a:solidFill>
              </a:defRPr>
            </a:lvl1p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4" name="Graphic 3">
            <a:extLst>
              <a:ext uri="{FF2B5EF4-FFF2-40B4-BE49-F238E27FC236}">
                <a16:creationId xmlns:a16="http://schemas.microsoft.com/office/drawing/2014/main" id="{542AC523-CE08-859C-A330-5F33AAF8F6E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4932" y="6394767"/>
            <a:ext cx="1314262" cy="288290"/>
          </a:xfrm>
          <a:prstGeom prst="rect">
            <a:avLst/>
          </a:prstGeom>
        </p:spPr>
      </p:pic>
    </p:spTree>
    <p:extLst>
      <p:ext uri="{BB962C8B-B14F-4D97-AF65-F5344CB8AC3E}">
        <p14:creationId xmlns:p14="http://schemas.microsoft.com/office/powerpoint/2010/main" val="272504541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Blank Slide Cream">
    <p:spTree>
      <p:nvGrpSpPr>
        <p:cNvPr id="1" name=""/>
        <p:cNvGrpSpPr/>
        <p:nvPr/>
      </p:nvGrpSpPr>
      <p:grpSpPr>
        <a:xfrm>
          <a:off x="0" y="0"/>
          <a:ext cx="0" cy="0"/>
          <a:chOff x="0" y="0"/>
          <a:chExt cx="0" cy="0"/>
        </a:xfrm>
      </p:grpSpPr>
      <p:pic>
        <p:nvPicPr>
          <p:cNvPr id="9" name="Picture 8" descr="A black background with green letters&#10;&#10;Description automatically generated">
            <a:extLst>
              <a:ext uri="{FF2B5EF4-FFF2-40B4-BE49-F238E27FC236}">
                <a16:creationId xmlns:a16="http://schemas.microsoft.com/office/drawing/2014/main" id="{888011F8-D3D1-FBD6-02FF-0ABD10BE7F6E}"/>
              </a:ext>
            </a:extLst>
          </p:cNvPr>
          <p:cNvPicPr>
            <a:picLocks noChangeAspect="1"/>
          </p:cNvPicPr>
          <p:nvPr userDrawn="1"/>
        </p:nvPicPr>
        <p:blipFill>
          <a:blip r:embed="rId2"/>
          <a:stretch>
            <a:fillRect/>
          </a:stretch>
        </p:blipFill>
        <p:spPr>
          <a:xfrm>
            <a:off x="838200" y="6091637"/>
            <a:ext cx="1702169" cy="614672"/>
          </a:xfrm>
          <a:prstGeom prst="rect">
            <a:avLst/>
          </a:prstGeom>
        </p:spPr>
      </p:pic>
      <p:sp>
        <p:nvSpPr>
          <p:cNvPr id="4" name="Slide Number Placeholder 5">
            <a:extLst>
              <a:ext uri="{FF2B5EF4-FFF2-40B4-BE49-F238E27FC236}">
                <a16:creationId xmlns:a16="http://schemas.microsoft.com/office/drawing/2014/main" id="{D9D994A7-05A1-D37A-566D-90391A9D2B83}"/>
              </a:ext>
            </a:extLst>
          </p:cNvPr>
          <p:cNvSpPr>
            <a:spLocks noGrp="1"/>
          </p:cNvSpPr>
          <p:nvPr>
            <p:ph type="sldNum" sz="quarter" idx="12"/>
          </p:nvPr>
        </p:nvSpPr>
        <p:spPr>
          <a:xfrm>
            <a:off x="7315200" y="6275862"/>
            <a:ext cx="4038600" cy="246221"/>
          </a:xfrm>
        </p:spPr>
        <p:txBody>
          <a:bodyPr/>
          <a:lstStyle>
            <a:lvl1pPr>
              <a:defRPr sz="1000" b="1">
                <a:solidFill>
                  <a:schemeClr val="tx2"/>
                </a:solidFill>
                <a:latin typeface="Verdana" panose="020B0604030504040204" pitchFamily="34" charset="0"/>
                <a:ea typeface="Verdana" panose="020B0604030504040204" pitchFamily="34" charset="0"/>
                <a:cs typeface="Verdana" panose="020B0604030504040204" pitchFamily="34" charset="0"/>
              </a:defRPr>
            </a:lvl1pPr>
          </a:lstStyle>
          <a:p>
            <a:fld id="{B002F54D-7D95-6247-85C9-F38D4611B8D4}" type="slidenum">
              <a:rPr lang="en-IL" smtClean="0"/>
              <a:pPr/>
              <a:t>‹#›</a:t>
            </a:fld>
            <a:endParaRPr lang="en-US"/>
          </a:p>
        </p:txBody>
      </p:sp>
      <p:sp>
        <p:nvSpPr>
          <p:cNvPr id="2" name="TextBox 1">
            <a:extLst>
              <a:ext uri="{FF2B5EF4-FFF2-40B4-BE49-F238E27FC236}">
                <a16:creationId xmlns:a16="http://schemas.microsoft.com/office/drawing/2014/main" id="{DFE24077-4EAF-2919-A35A-A30A9A23BFB2}"/>
              </a:ext>
            </a:extLst>
          </p:cNvPr>
          <p:cNvSpPr txBox="1"/>
          <p:nvPr userDrawn="1"/>
        </p:nvSpPr>
        <p:spPr>
          <a:xfrm>
            <a:off x="2464169" y="6298733"/>
            <a:ext cx="3949700" cy="215444"/>
          </a:xfrm>
          <a:prstGeom prst="rect">
            <a:avLst/>
          </a:prstGeom>
          <a:noFill/>
        </p:spPr>
        <p:txBody>
          <a:bodyPr wrap="square">
            <a:spAutoFit/>
          </a:bodyPr>
          <a:lstStyle/>
          <a:p>
            <a:pPr marL="0" algn="l" defTabSz="914400" rtl="0" eaLnBrk="1" latinLnBrk="0" hangingPunct="1"/>
            <a:r>
              <a:rPr lang="en-IL" sz="800" b="1" i="0" kern="1400" spc="200" baseline="0">
                <a:solidFill>
                  <a:schemeClr val="tx2"/>
                </a:solidFill>
                <a:latin typeface="Verdana" panose="020B0604030504040204" pitchFamily="34" charset="0"/>
                <a:ea typeface="Verdana" panose="020B0604030504040204" pitchFamily="34" charset="0"/>
                <a:cs typeface="Verdana" panose="020B0604030504040204" pitchFamily="34" charset="0"/>
              </a:rPr>
              <a:t>|  </a:t>
            </a:r>
            <a:r>
              <a:rPr lang="en-US" sz="800" b="0" i="0" kern="1400" spc="200" baseline="0">
                <a:solidFill>
                  <a:schemeClr val="tx2"/>
                </a:solidFill>
                <a:latin typeface="Verdana" panose="020B0604030504040204" pitchFamily="34" charset="0"/>
                <a:ea typeface="Verdana" panose="020B0604030504040204" pitchFamily="34" charset="0"/>
                <a:cs typeface="Verdana" panose="020B0604030504040204" pitchFamily="34" charset="0"/>
              </a:rPr>
              <a:t>CONFIDENTIAL AND PROPRIETARY </a:t>
            </a:r>
            <a:endParaRPr lang="en-IL" sz="800" b="0" i="0" kern="1400" spc="200" baseline="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3495044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le Only (Green)">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9B886-3D22-A41B-E7C6-EFDD624BDA69}"/>
              </a:ext>
            </a:extLst>
          </p:cNvPr>
          <p:cNvSpPr>
            <a:spLocks noGrp="1"/>
          </p:cNvSpPr>
          <p:nvPr>
            <p:ph type="title"/>
          </p:nvPr>
        </p:nvSpPr>
        <p:spPr>
          <a:xfrm>
            <a:off x="457200" y="457200"/>
            <a:ext cx="11277600" cy="960474"/>
          </a:xfrm>
        </p:spPr>
        <p:txBody>
          <a:bodyPr>
            <a:noAutofit/>
          </a:bodyPr>
          <a:lstStyle>
            <a:lvl1pPr algn="l">
              <a:defRPr b="0" i="0">
                <a:solidFill>
                  <a:schemeClr val="bg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8113823B-6772-B9C6-3AAF-E190D067F181}"/>
              </a:ext>
            </a:extLst>
          </p:cNvPr>
          <p:cNvSpPr>
            <a:spLocks noGrp="1" noRot="1" noMove="1" noResize="1" noEditPoints="1" noAdjustHandles="1" noChangeArrowheads="1" noChangeShapeType="1"/>
          </p:cNvSpPr>
          <p:nvPr>
            <p:ph type="sldNum" sz="quarter" idx="10"/>
          </p:nvPr>
        </p:nvSpPr>
        <p:spPr/>
        <p:txBody>
          <a:bodyPr/>
          <a:lstStyle>
            <a:lvl1pPr>
              <a:defRPr>
                <a:solidFill>
                  <a:schemeClr val="bg2"/>
                </a:solidFill>
              </a:defRPr>
            </a:lvl1p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4" name="Graphic 3">
            <a:extLst>
              <a:ext uri="{FF2B5EF4-FFF2-40B4-BE49-F238E27FC236}">
                <a16:creationId xmlns:a16="http://schemas.microsoft.com/office/drawing/2014/main" id="{FB893045-1075-AAD4-7509-7C2E06BE1FF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4932" y="6394767"/>
            <a:ext cx="1314262" cy="288290"/>
          </a:xfrm>
          <a:prstGeom prst="rect">
            <a:avLst/>
          </a:prstGeom>
        </p:spPr>
      </p:pic>
      <p:sp>
        <p:nvSpPr>
          <p:cNvPr id="5" name="Text Placeholder 2">
            <a:extLst>
              <a:ext uri="{FF2B5EF4-FFF2-40B4-BE49-F238E27FC236}">
                <a16:creationId xmlns:a16="http://schemas.microsoft.com/office/drawing/2014/main" id="{4045B476-03EB-66A5-FDAE-FC8E8FF6C59D}"/>
              </a:ext>
            </a:extLst>
          </p:cNvPr>
          <p:cNvSpPr>
            <a:spLocks noGrp="1"/>
          </p:cNvSpPr>
          <p:nvPr>
            <p:ph type="body" idx="1"/>
          </p:nvPr>
        </p:nvSpPr>
        <p:spPr>
          <a:xfrm>
            <a:off x="457200" y="1514287"/>
            <a:ext cx="11279866" cy="622487"/>
          </a:xfrm>
        </p:spPr>
        <p:txBody>
          <a:bodyPr anchor="t" anchorCtr="0">
            <a:noAutofit/>
          </a:bodyPr>
          <a:lstStyle>
            <a:lvl1pPr marL="0" indent="0">
              <a:lnSpc>
                <a:spcPts val="2200"/>
              </a:lnSpc>
              <a:buNone/>
              <a:defRPr sz="1800" b="0" i="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5358261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Quote (Green)">
    <p:bg>
      <p:bgPr>
        <a:solidFill>
          <a:srgbClr val="00504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6DD5BF-1B66-20B6-FCF0-C569F2C775F9}"/>
              </a:ext>
            </a:extLst>
          </p:cNvPr>
          <p:cNvSpPr>
            <a:spLocks noGrp="1"/>
          </p:cNvSpPr>
          <p:nvPr>
            <p:ph type="title"/>
          </p:nvPr>
        </p:nvSpPr>
        <p:spPr>
          <a:xfrm>
            <a:off x="2421954" y="1922016"/>
            <a:ext cx="8176091" cy="3363274"/>
          </a:xfrm>
        </p:spPr>
        <p:txBody>
          <a:bodyPr anchor="t" anchorCtr="0">
            <a:normAutofit/>
          </a:bodyPr>
          <a:lstStyle>
            <a:lvl1pPr>
              <a:lnSpc>
                <a:spcPts val="3200"/>
              </a:lnSpc>
              <a:defRPr sz="2800" b="0" i="0">
                <a:solidFill>
                  <a:srgbClr val="FEF8E8"/>
                </a:solidFill>
              </a:defRPr>
            </a:lvl1pPr>
          </a:lstStyle>
          <a:p>
            <a:r>
              <a:rPr lang="en-US"/>
              <a:t>Click to edit Master title style</a:t>
            </a:r>
          </a:p>
        </p:txBody>
      </p:sp>
      <p:sp>
        <p:nvSpPr>
          <p:cNvPr id="6" name="Text Placeholder 5">
            <a:extLst>
              <a:ext uri="{FF2B5EF4-FFF2-40B4-BE49-F238E27FC236}">
                <a16:creationId xmlns:a16="http://schemas.microsoft.com/office/drawing/2014/main" id="{2FFB5917-1BB8-14A3-19F9-FC229EE9F7D0}"/>
              </a:ext>
            </a:extLst>
          </p:cNvPr>
          <p:cNvSpPr>
            <a:spLocks noGrp="1"/>
          </p:cNvSpPr>
          <p:nvPr>
            <p:ph type="body" sz="quarter" idx="10"/>
          </p:nvPr>
        </p:nvSpPr>
        <p:spPr>
          <a:xfrm>
            <a:off x="2422525" y="5505450"/>
            <a:ext cx="8175520" cy="593725"/>
          </a:xfrm>
        </p:spPr>
        <p:txBody>
          <a:bodyPr/>
          <a:lstStyle>
            <a:lvl1pPr marL="0" indent="0">
              <a:buFontTx/>
              <a:buNone/>
              <a:defRPr b="0" i="0">
                <a:solidFill>
                  <a:srgbClr val="FEF8E8"/>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Slide Number Placeholder 3">
            <a:extLst>
              <a:ext uri="{FF2B5EF4-FFF2-40B4-BE49-F238E27FC236}">
                <a16:creationId xmlns:a16="http://schemas.microsoft.com/office/drawing/2014/main" id="{118A4B9F-75AC-44B7-BE5F-A50DD9FC691A}"/>
              </a:ext>
            </a:extLst>
          </p:cNvPr>
          <p:cNvSpPr>
            <a:spLocks noGrp="1" noRot="1" noMove="1" noResize="1" noEditPoints="1" noAdjustHandles="1" noChangeArrowheads="1" noChangeShapeType="1"/>
          </p:cNvSpPr>
          <p:nvPr>
            <p:ph type="sldNum" sz="quarter" idx="11"/>
          </p:nvPr>
        </p:nvSpPr>
        <p:spPr/>
        <p:txBody>
          <a:bodyPr/>
          <a:lstStyle>
            <a:lvl1pPr>
              <a:defRPr>
                <a:solidFill>
                  <a:schemeClr val="bg2"/>
                </a:solidFill>
              </a:defRPr>
            </a:lvl1p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5" name="Graphic 4">
            <a:extLst>
              <a:ext uri="{FF2B5EF4-FFF2-40B4-BE49-F238E27FC236}">
                <a16:creationId xmlns:a16="http://schemas.microsoft.com/office/drawing/2014/main" id="{BDD6D44C-3245-78C3-848E-7551C80A0BA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4932" y="6394767"/>
            <a:ext cx="1314262" cy="288290"/>
          </a:xfrm>
          <a:prstGeom prst="rect">
            <a:avLst/>
          </a:prstGeom>
        </p:spPr>
      </p:pic>
      <p:pic>
        <p:nvPicPr>
          <p:cNvPr id="2" name="Graphic 1">
            <a:extLst>
              <a:ext uri="{FF2B5EF4-FFF2-40B4-BE49-F238E27FC236}">
                <a16:creationId xmlns:a16="http://schemas.microsoft.com/office/drawing/2014/main" id="{B7582A68-091E-1379-E93A-D9394930425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891845" y="1487501"/>
            <a:ext cx="1229168" cy="869029"/>
          </a:xfrm>
          <a:prstGeom prst="rect">
            <a:avLst/>
          </a:prstGeom>
        </p:spPr>
      </p:pic>
    </p:spTree>
    <p:extLst>
      <p:ext uri="{BB962C8B-B14F-4D97-AF65-F5344CB8AC3E}">
        <p14:creationId xmlns:p14="http://schemas.microsoft.com/office/powerpoint/2010/main" val="21620861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Divider Logo (Green)">
    <p:bg>
      <p:bgPr>
        <a:solidFill>
          <a:srgbClr val="005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87166-8C02-34CB-79A5-F46042E77BED}"/>
              </a:ext>
            </a:extLst>
          </p:cNvPr>
          <p:cNvSpPr>
            <a:spLocks noGrp="1"/>
          </p:cNvSpPr>
          <p:nvPr>
            <p:ph type="ctrTitle"/>
          </p:nvPr>
        </p:nvSpPr>
        <p:spPr>
          <a:xfrm>
            <a:off x="5638800" y="2790915"/>
            <a:ext cx="5803605" cy="2383694"/>
          </a:xfrm>
        </p:spPr>
        <p:txBody>
          <a:bodyPr anchor="t" anchorCtr="0">
            <a:noAutofit/>
          </a:bodyPr>
          <a:lstStyle>
            <a:lvl1pPr algn="l">
              <a:lnSpc>
                <a:spcPts val="4400"/>
              </a:lnSpc>
              <a:defRPr sz="4000" b="0" i="0">
                <a:solidFill>
                  <a:srgbClr val="FEF8E8"/>
                </a:solidFill>
              </a:defRPr>
            </a:lvl1pPr>
          </a:lstStyle>
          <a:p>
            <a:r>
              <a:rPr lang="en-US"/>
              <a:t>Click to edit Master title style</a:t>
            </a:r>
          </a:p>
        </p:txBody>
      </p:sp>
      <p:sp>
        <p:nvSpPr>
          <p:cNvPr id="17" name="Text Placeholder 16">
            <a:extLst>
              <a:ext uri="{FF2B5EF4-FFF2-40B4-BE49-F238E27FC236}">
                <a16:creationId xmlns:a16="http://schemas.microsoft.com/office/drawing/2014/main" id="{E770CD35-04C2-6CC5-51BB-2793E84BE345}"/>
              </a:ext>
            </a:extLst>
          </p:cNvPr>
          <p:cNvSpPr>
            <a:spLocks noGrp="1"/>
          </p:cNvSpPr>
          <p:nvPr>
            <p:ph type="body" sz="quarter" idx="10"/>
          </p:nvPr>
        </p:nvSpPr>
        <p:spPr>
          <a:xfrm>
            <a:off x="5638800" y="1780221"/>
            <a:ext cx="5803605" cy="762861"/>
          </a:xfrm>
        </p:spPr>
        <p:txBody>
          <a:bodyPr wrap="square" anchor="b" anchorCtr="0">
            <a:noAutofit/>
          </a:bodyPr>
          <a:lstStyle>
            <a:lvl1pPr marL="0" indent="0" algn="l">
              <a:buFontTx/>
              <a:buNone/>
              <a:defRPr b="0" i="0">
                <a:solidFill>
                  <a:srgbClr val="FEF8E8"/>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6" name="TextBox 5">
            <a:extLst>
              <a:ext uri="{FF2B5EF4-FFF2-40B4-BE49-F238E27FC236}">
                <a16:creationId xmlns:a16="http://schemas.microsoft.com/office/drawing/2014/main" id="{EE0D453F-790A-668B-D79A-3FB7D9A2964F}"/>
              </a:ext>
            </a:extLst>
          </p:cNvPr>
          <p:cNvSpPr txBox="1"/>
          <p:nvPr userDrawn="1"/>
        </p:nvSpPr>
        <p:spPr>
          <a:xfrm>
            <a:off x="13690600" y="2853267"/>
            <a:ext cx="0" cy="0"/>
          </a:xfrm>
          <a:prstGeom prst="rect">
            <a:avLst/>
          </a:prstGeom>
          <a:noFill/>
        </p:spPr>
        <p:txBody>
          <a:bodyPr wrap="none" lIns="0" tIns="0" rIns="0" bIns="0" rtlCol="0">
            <a:noAutofit/>
          </a:bodyPr>
          <a:lstStyle/>
          <a:p>
            <a:pPr algn="l">
              <a:lnSpc>
                <a:spcPts val="1600"/>
              </a:lnSpc>
            </a:pPr>
            <a:endParaRPr lang="en-US" sz="1200"/>
          </a:p>
        </p:txBody>
      </p:sp>
      <p:cxnSp>
        <p:nvCxnSpPr>
          <p:cNvPr id="28" name="Straight Connector 27">
            <a:extLst>
              <a:ext uri="{FF2B5EF4-FFF2-40B4-BE49-F238E27FC236}">
                <a16:creationId xmlns:a16="http://schemas.microsoft.com/office/drawing/2014/main" id="{E2224647-AE6D-2084-EBE2-1EBA0D12A8A8}"/>
              </a:ext>
            </a:extLst>
          </p:cNvPr>
          <p:cNvCxnSpPr>
            <a:cxnSpLocks/>
          </p:cNvCxnSpPr>
          <p:nvPr userDrawn="1"/>
        </p:nvCxnSpPr>
        <p:spPr>
          <a:xfrm>
            <a:off x="5331502" y="2790915"/>
            <a:ext cx="0" cy="2383694"/>
          </a:xfrm>
          <a:prstGeom prst="line">
            <a:avLst/>
          </a:prstGeom>
          <a:ln w="9525">
            <a:solidFill>
              <a:srgbClr val="FEF8E8">
                <a:alpha val="25000"/>
              </a:srgbClr>
            </a:solidFill>
          </a:ln>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D061C87A-9F3E-D125-D144-CE7A02FA32E9}"/>
              </a:ext>
            </a:extLst>
          </p:cNvPr>
          <p:cNvSpPr>
            <a:spLocks noGrp="1" noRot="1" noMove="1" noResize="1" noEditPoints="1" noAdjustHandles="1" noChangeArrowheads="1" noChangeShapeType="1"/>
          </p:cNvSpPr>
          <p:nvPr>
            <p:ph type="sldNum" sz="quarter" idx="11"/>
          </p:nvPr>
        </p:nvSpPr>
        <p:spPr/>
        <p:txBody>
          <a:bodyPr/>
          <a:lstStyle>
            <a:lvl1pPr>
              <a:defRPr>
                <a:solidFill>
                  <a:schemeClr val="bg2"/>
                </a:solidFill>
              </a:defRPr>
            </a:lvl1p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grpSp>
        <p:nvGrpSpPr>
          <p:cNvPr id="76" name="Group 75">
            <a:extLst>
              <a:ext uri="{FF2B5EF4-FFF2-40B4-BE49-F238E27FC236}">
                <a16:creationId xmlns:a16="http://schemas.microsoft.com/office/drawing/2014/main" id="{65181E6B-D888-7858-18D6-DD9B0B6BD148}"/>
              </a:ext>
            </a:extLst>
          </p:cNvPr>
          <p:cNvGrpSpPr/>
          <p:nvPr userDrawn="1"/>
        </p:nvGrpSpPr>
        <p:grpSpPr>
          <a:xfrm>
            <a:off x="1914834" y="2800854"/>
            <a:ext cx="3109371" cy="913736"/>
            <a:chOff x="2649665" y="5459914"/>
            <a:chExt cx="2297877" cy="675266"/>
          </a:xfrm>
          <a:solidFill>
            <a:schemeClr val="bg2"/>
          </a:solidFill>
        </p:grpSpPr>
        <p:sp>
          <p:nvSpPr>
            <p:cNvPr id="77" name="Freeform 76">
              <a:extLst>
                <a:ext uri="{FF2B5EF4-FFF2-40B4-BE49-F238E27FC236}">
                  <a16:creationId xmlns:a16="http://schemas.microsoft.com/office/drawing/2014/main" id="{99386EF1-FEB3-9239-0DAC-661AC4CD8C1F}"/>
                </a:ext>
              </a:extLst>
            </p:cNvPr>
            <p:cNvSpPr/>
            <p:nvPr/>
          </p:nvSpPr>
          <p:spPr>
            <a:xfrm>
              <a:off x="3209512" y="5624255"/>
              <a:ext cx="144721" cy="250528"/>
            </a:xfrm>
            <a:custGeom>
              <a:avLst/>
              <a:gdLst>
                <a:gd name="connsiteX0" fmla="*/ 141203 w 144721"/>
                <a:gd name="connsiteY0" fmla="*/ 204511 h 250528"/>
                <a:gd name="connsiteX1" fmla="*/ 144722 w 144721"/>
                <a:gd name="connsiteY1" fmla="*/ 208022 h 250528"/>
                <a:gd name="connsiteX2" fmla="*/ 144722 w 144721"/>
                <a:gd name="connsiteY2" fmla="*/ 247017 h 250528"/>
                <a:gd name="connsiteX3" fmla="*/ 141203 w 144721"/>
                <a:gd name="connsiteY3" fmla="*/ 250528 h 250528"/>
                <a:gd name="connsiteX4" fmla="*/ 3519 w 144721"/>
                <a:gd name="connsiteY4" fmla="*/ 250528 h 250528"/>
                <a:gd name="connsiteX5" fmla="*/ 0 w 144721"/>
                <a:gd name="connsiteY5" fmla="*/ 247017 h 250528"/>
                <a:gd name="connsiteX6" fmla="*/ 0 w 144721"/>
                <a:gd name="connsiteY6" fmla="*/ 3511 h 250528"/>
                <a:gd name="connsiteX7" fmla="*/ 3519 w 144721"/>
                <a:gd name="connsiteY7" fmla="*/ 0 h 250528"/>
                <a:gd name="connsiteX8" fmla="*/ 48599 w 144721"/>
                <a:gd name="connsiteY8" fmla="*/ 0 h 250528"/>
                <a:gd name="connsiteX9" fmla="*/ 52118 w 144721"/>
                <a:gd name="connsiteY9" fmla="*/ 3511 h 250528"/>
                <a:gd name="connsiteX10" fmla="*/ 52118 w 144721"/>
                <a:gd name="connsiteY10" fmla="*/ 200999 h 250528"/>
                <a:gd name="connsiteX11" fmla="*/ 55636 w 144721"/>
                <a:gd name="connsiteY11" fmla="*/ 204511 h 250528"/>
                <a:gd name="connsiteX12" fmla="*/ 141203 w 144721"/>
                <a:gd name="connsiteY12" fmla="*/ 204511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21" h="250528">
                  <a:moveTo>
                    <a:pt x="141203" y="204511"/>
                  </a:moveTo>
                  <a:cubicBezTo>
                    <a:pt x="143536" y="204511"/>
                    <a:pt x="144722" y="205693"/>
                    <a:pt x="144722" y="208022"/>
                  </a:cubicBezTo>
                  <a:lnTo>
                    <a:pt x="144722" y="247017"/>
                  </a:lnTo>
                  <a:cubicBezTo>
                    <a:pt x="144722" y="249345"/>
                    <a:pt x="143536" y="250528"/>
                    <a:pt x="141203" y="250528"/>
                  </a:cubicBezTo>
                  <a:lnTo>
                    <a:pt x="3519" y="250528"/>
                  </a:lnTo>
                  <a:cubicBezTo>
                    <a:pt x="1185" y="250528"/>
                    <a:pt x="0" y="249345"/>
                    <a:pt x="0" y="247017"/>
                  </a:cubicBezTo>
                  <a:lnTo>
                    <a:pt x="0" y="3511"/>
                  </a:lnTo>
                  <a:cubicBezTo>
                    <a:pt x="0" y="1183"/>
                    <a:pt x="1185" y="0"/>
                    <a:pt x="3519" y="0"/>
                  </a:cubicBezTo>
                  <a:lnTo>
                    <a:pt x="48599" y="0"/>
                  </a:lnTo>
                  <a:cubicBezTo>
                    <a:pt x="50932" y="0"/>
                    <a:pt x="52118" y="1183"/>
                    <a:pt x="52118" y="3511"/>
                  </a:cubicBezTo>
                  <a:lnTo>
                    <a:pt x="52118" y="200999"/>
                  </a:lnTo>
                  <a:cubicBezTo>
                    <a:pt x="52118" y="203328"/>
                    <a:pt x="53303" y="204511"/>
                    <a:pt x="55636" y="204511"/>
                  </a:cubicBezTo>
                  <a:lnTo>
                    <a:pt x="141203" y="204511"/>
                  </a:lnTo>
                  <a:close/>
                </a:path>
              </a:pathLst>
            </a:custGeom>
            <a:grpFill/>
            <a:ln w="3692" cap="flat">
              <a:noFill/>
              <a:prstDash val="solid"/>
              <a:miter/>
            </a:ln>
          </p:spPr>
          <p:txBody>
            <a:bodyPr rtlCol="0" anchor="ctr"/>
            <a:lstStyle/>
            <a:p>
              <a:endParaRPr lang="en-US">
                <a:solidFill>
                  <a:schemeClr val="bg2"/>
                </a:solidFill>
              </a:endParaRPr>
            </a:p>
          </p:txBody>
        </p:sp>
        <p:sp>
          <p:nvSpPr>
            <p:cNvPr id="78" name="Freeform 77">
              <a:extLst>
                <a:ext uri="{FF2B5EF4-FFF2-40B4-BE49-F238E27FC236}">
                  <a16:creationId xmlns:a16="http://schemas.microsoft.com/office/drawing/2014/main" id="{1CC274D1-232A-9C9F-9717-B30B31AC4AB2}"/>
                </a:ext>
              </a:extLst>
            </p:cNvPr>
            <p:cNvSpPr/>
            <p:nvPr/>
          </p:nvSpPr>
          <p:spPr>
            <a:xfrm>
              <a:off x="3418177" y="5624255"/>
              <a:ext cx="255689" cy="250602"/>
            </a:xfrm>
            <a:custGeom>
              <a:avLst/>
              <a:gdLst>
                <a:gd name="connsiteX0" fmla="*/ 113412 w 255689"/>
                <a:gd name="connsiteY0" fmla="*/ 2476 h 250602"/>
                <a:gd name="connsiteX1" fmla="*/ 117635 w 255689"/>
                <a:gd name="connsiteY1" fmla="*/ 0 h 250602"/>
                <a:gd name="connsiteX2" fmla="*/ 138415 w 255689"/>
                <a:gd name="connsiteY2" fmla="*/ 0 h 250602"/>
                <a:gd name="connsiteX3" fmla="*/ 142638 w 255689"/>
                <a:gd name="connsiteY3" fmla="*/ 2476 h 250602"/>
                <a:gd name="connsiteX4" fmla="*/ 255319 w 255689"/>
                <a:gd name="connsiteY4" fmla="*/ 246352 h 250602"/>
                <a:gd name="connsiteX5" fmla="*/ 255689 w 255689"/>
                <a:gd name="connsiteY5" fmla="*/ 248126 h 250602"/>
                <a:gd name="connsiteX6" fmla="*/ 252874 w 255689"/>
                <a:gd name="connsiteY6" fmla="*/ 250602 h 250602"/>
                <a:gd name="connsiteX7" fmla="*/ 202868 w 255689"/>
                <a:gd name="connsiteY7" fmla="*/ 250602 h 250602"/>
                <a:gd name="connsiteX8" fmla="*/ 198645 w 255689"/>
                <a:gd name="connsiteY8" fmla="*/ 248126 h 250602"/>
                <a:gd name="connsiteX9" fmla="*/ 181050 w 255689"/>
                <a:gd name="connsiteY9" fmla="*/ 210166 h 250602"/>
                <a:gd name="connsiteX10" fmla="*/ 177161 w 255689"/>
                <a:gd name="connsiteY10" fmla="*/ 207689 h 250602"/>
                <a:gd name="connsiteX11" fmla="*/ 78556 w 255689"/>
                <a:gd name="connsiteY11" fmla="*/ 207689 h 250602"/>
                <a:gd name="connsiteX12" fmla="*/ 74333 w 255689"/>
                <a:gd name="connsiteY12" fmla="*/ 210166 h 250602"/>
                <a:gd name="connsiteX13" fmla="*/ 56739 w 255689"/>
                <a:gd name="connsiteY13" fmla="*/ 248126 h 250602"/>
                <a:gd name="connsiteX14" fmla="*/ 52849 w 255689"/>
                <a:gd name="connsiteY14" fmla="*/ 250602 h 250602"/>
                <a:gd name="connsiteX15" fmla="*/ 2843 w 255689"/>
                <a:gd name="connsiteY15" fmla="*/ 250602 h 250602"/>
                <a:gd name="connsiteX16" fmla="*/ 361 w 255689"/>
                <a:gd name="connsiteY16" fmla="*/ 249382 h 250602"/>
                <a:gd name="connsiteX17" fmla="*/ 361 w 255689"/>
                <a:gd name="connsiteY17" fmla="*/ 246388 h 250602"/>
                <a:gd name="connsiteX18" fmla="*/ 113412 w 255689"/>
                <a:gd name="connsiteY18" fmla="*/ 2513 h 250602"/>
                <a:gd name="connsiteX19" fmla="*/ 96188 w 255689"/>
                <a:gd name="connsiteY19" fmla="*/ 157421 h 250602"/>
                <a:gd name="connsiteX20" fmla="*/ 95817 w 255689"/>
                <a:gd name="connsiteY20" fmla="*/ 159195 h 250602"/>
                <a:gd name="connsiteX21" fmla="*/ 98633 w 255689"/>
                <a:gd name="connsiteY21" fmla="*/ 161672 h 250602"/>
                <a:gd name="connsiteX22" fmla="*/ 157084 w 255689"/>
                <a:gd name="connsiteY22" fmla="*/ 161672 h 250602"/>
                <a:gd name="connsiteX23" fmla="*/ 159566 w 255689"/>
                <a:gd name="connsiteY23" fmla="*/ 160452 h 250602"/>
                <a:gd name="connsiteX24" fmla="*/ 159566 w 255689"/>
                <a:gd name="connsiteY24" fmla="*/ 157458 h 250602"/>
                <a:gd name="connsiteX25" fmla="*/ 130340 w 255689"/>
                <a:gd name="connsiteY25" fmla="*/ 89633 h 250602"/>
                <a:gd name="connsiteX26" fmla="*/ 127859 w 255689"/>
                <a:gd name="connsiteY26" fmla="*/ 87859 h 250602"/>
                <a:gd name="connsiteX27" fmla="*/ 125377 w 255689"/>
                <a:gd name="connsiteY27" fmla="*/ 89633 h 250602"/>
                <a:gd name="connsiteX28" fmla="*/ 96151 w 255689"/>
                <a:gd name="connsiteY28" fmla="*/ 157458 h 25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5689" h="250602">
                  <a:moveTo>
                    <a:pt x="113412" y="2476"/>
                  </a:moveTo>
                  <a:cubicBezTo>
                    <a:pt x="114116" y="850"/>
                    <a:pt x="115524" y="0"/>
                    <a:pt x="117635" y="0"/>
                  </a:cubicBezTo>
                  <a:lnTo>
                    <a:pt x="138415" y="0"/>
                  </a:lnTo>
                  <a:cubicBezTo>
                    <a:pt x="140527" y="0"/>
                    <a:pt x="141934" y="813"/>
                    <a:pt x="142638" y="2476"/>
                  </a:cubicBezTo>
                  <a:lnTo>
                    <a:pt x="255319" y="246352"/>
                  </a:lnTo>
                  <a:cubicBezTo>
                    <a:pt x="255541" y="246832"/>
                    <a:pt x="255689" y="247423"/>
                    <a:pt x="255689" y="248126"/>
                  </a:cubicBezTo>
                  <a:cubicBezTo>
                    <a:pt x="255689" y="249752"/>
                    <a:pt x="254763" y="250602"/>
                    <a:pt x="252874" y="250602"/>
                  </a:cubicBezTo>
                  <a:lnTo>
                    <a:pt x="202868" y="250602"/>
                  </a:lnTo>
                  <a:cubicBezTo>
                    <a:pt x="200756" y="250602"/>
                    <a:pt x="199349" y="249789"/>
                    <a:pt x="198645" y="248126"/>
                  </a:cubicBezTo>
                  <a:lnTo>
                    <a:pt x="181050" y="210166"/>
                  </a:lnTo>
                  <a:cubicBezTo>
                    <a:pt x="180346" y="208539"/>
                    <a:pt x="179050" y="207689"/>
                    <a:pt x="177161" y="207689"/>
                  </a:cubicBezTo>
                  <a:lnTo>
                    <a:pt x="78556" y="207689"/>
                  </a:lnTo>
                  <a:cubicBezTo>
                    <a:pt x="76445" y="207689"/>
                    <a:pt x="75037" y="208502"/>
                    <a:pt x="74333" y="210166"/>
                  </a:cubicBezTo>
                  <a:lnTo>
                    <a:pt x="56739" y="248126"/>
                  </a:lnTo>
                  <a:cubicBezTo>
                    <a:pt x="56035" y="249752"/>
                    <a:pt x="54738" y="250602"/>
                    <a:pt x="52849" y="250602"/>
                  </a:cubicBezTo>
                  <a:lnTo>
                    <a:pt x="2843" y="250602"/>
                  </a:lnTo>
                  <a:cubicBezTo>
                    <a:pt x="1658" y="250602"/>
                    <a:pt x="843" y="250196"/>
                    <a:pt x="361" y="249382"/>
                  </a:cubicBezTo>
                  <a:cubicBezTo>
                    <a:pt x="-120" y="248569"/>
                    <a:pt x="-120" y="247571"/>
                    <a:pt x="361" y="246388"/>
                  </a:cubicBezTo>
                  <a:lnTo>
                    <a:pt x="113412" y="2513"/>
                  </a:lnTo>
                  <a:close/>
                  <a:moveTo>
                    <a:pt x="96188" y="157421"/>
                  </a:moveTo>
                  <a:cubicBezTo>
                    <a:pt x="95966" y="157902"/>
                    <a:pt x="95817" y="158493"/>
                    <a:pt x="95817" y="159195"/>
                  </a:cubicBezTo>
                  <a:cubicBezTo>
                    <a:pt x="95817" y="160822"/>
                    <a:pt x="96743" y="161672"/>
                    <a:pt x="98633" y="161672"/>
                  </a:cubicBezTo>
                  <a:lnTo>
                    <a:pt x="157084" y="161672"/>
                  </a:lnTo>
                  <a:cubicBezTo>
                    <a:pt x="158270" y="161672"/>
                    <a:pt x="159085" y="161265"/>
                    <a:pt x="159566" y="160452"/>
                  </a:cubicBezTo>
                  <a:cubicBezTo>
                    <a:pt x="160048" y="159639"/>
                    <a:pt x="160048" y="158641"/>
                    <a:pt x="159566" y="157458"/>
                  </a:cubicBezTo>
                  <a:lnTo>
                    <a:pt x="130340" y="89633"/>
                  </a:lnTo>
                  <a:cubicBezTo>
                    <a:pt x="130118" y="88450"/>
                    <a:pt x="129266" y="87859"/>
                    <a:pt x="127859" y="87859"/>
                  </a:cubicBezTo>
                  <a:cubicBezTo>
                    <a:pt x="126932" y="87859"/>
                    <a:pt x="126080" y="88450"/>
                    <a:pt x="125377" y="89633"/>
                  </a:cubicBezTo>
                  <a:lnTo>
                    <a:pt x="96151" y="157458"/>
                  </a:lnTo>
                  <a:close/>
                </a:path>
              </a:pathLst>
            </a:custGeom>
            <a:grpFill/>
            <a:ln w="3692" cap="flat">
              <a:noFill/>
              <a:prstDash val="solid"/>
              <a:miter/>
            </a:ln>
          </p:spPr>
          <p:txBody>
            <a:bodyPr rtlCol="0" anchor="ctr"/>
            <a:lstStyle/>
            <a:p>
              <a:endParaRPr lang="en-US">
                <a:solidFill>
                  <a:schemeClr val="bg2"/>
                </a:solidFill>
              </a:endParaRPr>
            </a:p>
          </p:txBody>
        </p:sp>
        <p:sp>
          <p:nvSpPr>
            <p:cNvPr id="79" name="Freeform 78">
              <a:extLst>
                <a:ext uri="{FF2B5EF4-FFF2-40B4-BE49-F238E27FC236}">
                  <a16:creationId xmlns:a16="http://schemas.microsoft.com/office/drawing/2014/main" id="{C0C3FEF2-668A-7231-28A5-816D49336C7A}"/>
                </a:ext>
              </a:extLst>
            </p:cNvPr>
            <p:cNvSpPr/>
            <p:nvPr/>
          </p:nvSpPr>
          <p:spPr>
            <a:xfrm>
              <a:off x="3736096"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2 w 202839"/>
                <a:gd name="connsiteY3" fmla="*/ 248421 h 250528"/>
                <a:gd name="connsiteX4" fmla="*/ 56377 w 202839"/>
                <a:gd name="connsiteY4" fmla="*/ 105748 h 250528"/>
                <a:gd name="connsiteX5" fmla="*/ 53896 w 202839"/>
                <a:gd name="connsiteY5" fmla="*/ 104344 h 250528"/>
                <a:gd name="connsiteX6" fmla="*/ 52117 w 202839"/>
                <a:gd name="connsiteY6" fmla="*/ 107522 h 250528"/>
                <a:gd name="connsiteX7" fmla="*/ 52117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7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2" y="248421"/>
                  </a:cubicBezTo>
                  <a:lnTo>
                    <a:pt x="56377" y="105748"/>
                  </a:lnTo>
                  <a:cubicBezTo>
                    <a:pt x="55451" y="104824"/>
                    <a:pt x="54599" y="104344"/>
                    <a:pt x="53896" y="104344"/>
                  </a:cubicBezTo>
                  <a:cubicBezTo>
                    <a:pt x="52710" y="104344"/>
                    <a:pt x="52117" y="105416"/>
                    <a:pt x="52117" y="107522"/>
                  </a:cubicBezTo>
                  <a:lnTo>
                    <a:pt x="52117" y="247017"/>
                  </a:lnTo>
                  <a:cubicBezTo>
                    <a:pt x="52117"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7" y="2107"/>
                  </a:cubicBezTo>
                  <a:lnTo>
                    <a:pt x="146463" y="144410"/>
                  </a:lnTo>
                  <a:cubicBezTo>
                    <a:pt x="147166"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bg2"/>
                </a:solidFill>
              </a:endParaRPr>
            </a:p>
          </p:txBody>
        </p:sp>
        <p:sp>
          <p:nvSpPr>
            <p:cNvPr id="80" name="Freeform 79">
              <a:extLst>
                <a:ext uri="{FF2B5EF4-FFF2-40B4-BE49-F238E27FC236}">
                  <a16:creationId xmlns:a16="http://schemas.microsoft.com/office/drawing/2014/main" id="{4CC299A6-108D-6BB2-81FD-E650B81CBAE6}"/>
                </a:ext>
              </a:extLst>
            </p:cNvPr>
            <p:cNvSpPr/>
            <p:nvPr/>
          </p:nvSpPr>
          <p:spPr>
            <a:xfrm>
              <a:off x="4009389" y="5624255"/>
              <a:ext cx="176058" cy="250528"/>
            </a:xfrm>
            <a:custGeom>
              <a:avLst/>
              <a:gdLst>
                <a:gd name="connsiteX0" fmla="*/ 172540 w 176058"/>
                <a:gd name="connsiteY0" fmla="*/ 0 h 250528"/>
                <a:gd name="connsiteX1" fmla="*/ 176059 w 176058"/>
                <a:gd name="connsiteY1" fmla="*/ 3511 h 250528"/>
                <a:gd name="connsiteX2" fmla="*/ 176059 w 176058"/>
                <a:gd name="connsiteY2" fmla="*/ 42506 h 250528"/>
                <a:gd name="connsiteX3" fmla="*/ 172540 w 176058"/>
                <a:gd name="connsiteY3" fmla="*/ 46018 h 250528"/>
                <a:gd name="connsiteX4" fmla="*/ 117607 w 176058"/>
                <a:gd name="connsiteY4" fmla="*/ 46018 h 250528"/>
                <a:gd name="connsiteX5" fmla="*/ 114088 w 176058"/>
                <a:gd name="connsiteY5" fmla="*/ 49529 h 250528"/>
                <a:gd name="connsiteX6" fmla="*/ 114088 w 176058"/>
                <a:gd name="connsiteY6" fmla="*/ 247017 h 250528"/>
                <a:gd name="connsiteX7" fmla="*/ 110569 w 176058"/>
                <a:gd name="connsiteY7" fmla="*/ 250528 h 250528"/>
                <a:gd name="connsiteX8" fmla="*/ 65860 w 176058"/>
                <a:gd name="connsiteY8" fmla="*/ 250528 h 250528"/>
                <a:gd name="connsiteX9" fmla="*/ 62341 w 176058"/>
                <a:gd name="connsiteY9" fmla="*/ 247017 h 250528"/>
                <a:gd name="connsiteX10" fmla="*/ 62341 w 176058"/>
                <a:gd name="connsiteY10" fmla="*/ 49529 h 250528"/>
                <a:gd name="connsiteX11" fmla="*/ 58822 w 176058"/>
                <a:gd name="connsiteY11" fmla="*/ 46018 h 250528"/>
                <a:gd name="connsiteX12" fmla="*/ 3519 w 176058"/>
                <a:gd name="connsiteY12" fmla="*/ 46018 h 250528"/>
                <a:gd name="connsiteX13" fmla="*/ 0 w 176058"/>
                <a:gd name="connsiteY13" fmla="*/ 42506 h 250528"/>
                <a:gd name="connsiteX14" fmla="*/ 0 w 176058"/>
                <a:gd name="connsiteY14" fmla="*/ 3511 h 250528"/>
                <a:gd name="connsiteX15" fmla="*/ 3519 w 176058"/>
                <a:gd name="connsiteY15" fmla="*/ 0 h 250528"/>
                <a:gd name="connsiteX16" fmla="*/ 172540 w 176058"/>
                <a:gd name="connsiteY16" fmla="*/ 0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6058" h="250528">
                  <a:moveTo>
                    <a:pt x="172540" y="0"/>
                  </a:moveTo>
                  <a:cubicBezTo>
                    <a:pt x="174873" y="0"/>
                    <a:pt x="176059" y="1183"/>
                    <a:pt x="176059" y="3511"/>
                  </a:cubicBezTo>
                  <a:lnTo>
                    <a:pt x="176059" y="42506"/>
                  </a:lnTo>
                  <a:cubicBezTo>
                    <a:pt x="176059" y="44835"/>
                    <a:pt x="174873" y="46018"/>
                    <a:pt x="172540" y="46018"/>
                  </a:cubicBezTo>
                  <a:lnTo>
                    <a:pt x="117607" y="46018"/>
                  </a:lnTo>
                  <a:cubicBezTo>
                    <a:pt x="115274" y="46018"/>
                    <a:pt x="114088" y="47200"/>
                    <a:pt x="114088" y="49529"/>
                  </a:cubicBezTo>
                  <a:lnTo>
                    <a:pt x="114088" y="247017"/>
                  </a:lnTo>
                  <a:cubicBezTo>
                    <a:pt x="114088" y="249345"/>
                    <a:pt x="112903" y="250528"/>
                    <a:pt x="110569" y="250528"/>
                  </a:cubicBezTo>
                  <a:lnTo>
                    <a:pt x="65860" y="250528"/>
                  </a:lnTo>
                  <a:cubicBezTo>
                    <a:pt x="63526" y="250528"/>
                    <a:pt x="62341" y="249345"/>
                    <a:pt x="62341" y="247017"/>
                  </a:cubicBezTo>
                  <a:lnTo>
                    <a:pt x="62341" y="49529"/>
                  </a:lnTo>
                  <a:cubicBezTo>
                    <a:pt x="62341" y="47200"/>
                    <a:pt x="61156" y="46018"/>
                    <a:pt x="58822" y="46018"/>
                  </a:cubicBezTo>
                  <a:lnTo>
                    <a:pt x="3519" y="46018"/>
                  </a:lnTo>
                  <a:cubicBezTo>
                    <a:pt x="1185" y="46018"/>
                    <a:pt x="0" y="44835"/>
                    <a:pt x="0" y="42506"/>
                  </a:cubicBezTo>
                  <a:lnTo>
                    <a:pt x="0" y="3511"/>
                  </a:lnTo>
                  <a:cubicBezTo>
                    <a:pt x="0" y="1183"/>
                    <a:pt x="1185" y="0"/>
                    <a:pt x="3519" y="0"/>
                  </a:cubicBezTo>
                  <a:lnTo>
                    <a:pt x="172540" y="0"/>
                  </a:lnTo>
                  <a:close/>
                </a:path>
              </a:pathLst>
            </a:custGeom>
            <a:grpFill/>
            <a:ln w="3692" cap="flat">
              <a:noFill/>
              <a:prstDash val="solid"/>
              <a:miter/>
            </a:ln>
          </p:spPr>
          <p:txBody>
            <a:bodyPr rtlCol="0" anchor="ctr"/>
            <a:lstStyle/>
            <a:p>
              <a:endParaRPr lang="en-US">
                <a:solidFill>
                  <a:schemeClr val="bg2"/>
                </a:solidFill>
              </a:endParaRPr>
            </a:p>
          </p:txBody>
        </p:sp>
        <p:sp>
          <p:nvSpPr>
            <p:cNvPr id="81" name="Freeform 80">
              <a:extLst>
                <a:ext uri="{FF2B5EF4-FFF2-40B4-BE49-F238E27FC236}">
                  <a16:creationId xmlns:a16="http://schemas.microsoft.com/office/drawing/2014/main" id="{4D471442-B72A-B627-5FC1-01CCA65EA8CE}"/>
                </a:ext>
              </a:extLst>
            </p:cNvPr>
            <p:cNvSpPr/>
            <p:nvPr/>
          </p:nvSpPr>
          <p:spPr>
            <a:xfrm>
              <a:off x="4251012" y="5624255"/>
              <a:ext cx="156352" cy="250528"/>
            </a:xfrm>
            <a:custGeom>
              <a:avLst/>
              <a:gdLst>
                <a:gd name="connsiteX0" fmla="*/ 152834 w 156352"/>
                <a:gd name="connsiteY0" fmla="*/ 204511 h 250528"/>
                <a:gd name="connsiteX1" fmla="*/ 156353 w 156352"/>
                <a:gd name="connsiteY1" fmla="*/ 208022 h 250528"/>
                <a:gd name="connsiteX2" fmla="*/ 156353 w 156352"/>
                <a:gd name="connsiteY2" fmla="*/ 247017 h 250528"/>
                <a:gd name="connsiteX3" fmla="*/ 152834 w 156352"/>
                <a:gd name="connsiteY3" fmla="*/ 250528 h 250528"/>
                <a:gd name="connsiteX4" fmla="*/ 3519 w 156352"/>
                <a:gd name="connsiteY4" fmla="*/ 250528 h 250528"/>
                <a:gd name="connsiteX5" fmla="*/ 0 w 156352"/>
                <a:gd name="connsiteY5" fmla="*/ 247017 h 250528"/>
                <a:gd name="connsiteX6" fmla="*/ 0 w 156352"/>
                <a:gd name="connsiteY6" fmla="*/ 3511 h 250528"/>
                <a:gd name="connsiteX7" fmla="*/ 3519 w 156352"/>
                <a:gd name="connsiteY7" fmla="*/ 0 h 250528"/>
                <a:gd name="connsiteX8" fmla="*/ 149315 w 156352"/>
                <a:gd name="connsiteY8" fmla="*/ 0 h 250528"/>
                <a:gd name="connsiteX9" fmla="*/ 152834 w 156352"/>
                <a:gd name="connsiteY9" fmla="*/ 3511 h 250528"/>
                <a:gd name="connsiteX10" fmla="*/ 152834 w 156352"/>
                <a:gd name="connsiteY10" fmla="*/ 42506 h 250528"/>
                <a:gd name="connsiteX11" fmla="*/ 149315 w 156352"/>
                <a:gd name="connsiteY11" fmla="*/ 46018 h 250528"/>
                <a:gd name="connsiteX12" fmla="*/ 55636 w 156352"/>
                <a:gd name="connsiteY12" fmla="*/ 46018 h 250528"/>
                <a:gd name="connsiteX13" fmla="*/ 52118 w 156352"/>
                <a:gd name="connsiteY13" fmla="*/ 49529 h 250528"/>
                <a:gd name="connsiteX14" fmla="*/ 52118 w 156352"/>
                <a:gd name="connsiteY14" fmla="*/ 100832 h 250528"/>
                <a:gd name="connsiteX15" fmla="*/ 55636 w 156352"/>
                <a:gd name="connsiteY15" fmla="*/ 104344 h 250528"/>
                <a:gd name="connsiteX16" fmla="*/ 122904 w 156352"/>
                <a:gd name="connsiteY16" fmla="*/ 104344 h 250528"/>
                <a:gd name="connsiteX17" fmla="*/ 126423 w 156352"/>
                <a:gd name="connsiteY17" fmla="*/ 107855 h 250528"/>
                <a:gd name="connsiteX18" fmla="*/ 126423 w 156352"/>
                <a:gd name="connsiteY18" fmla="*/ 146850 h 250528"/>
                <a:gd name="connsiteX19" fmla="*/ 122904 w 156352"/>
                <a:gd name="connsiteY19" fmla="*/ 150361 h 250528"/>
                <a:gd name="connsiteX20" fmla="*/ 55636 w 156352"/>
                <a:gd name="connsiteY20" fmla="*/ 150361 h 250528"/>
                <a:gd name="connsiteX21" fmla="*/ 52118 w 156352"/>
                <a:gd name="connsiteY21" fmla="*/ 153873 h 250528"/>
                <a:gd name="connsiteX22" fmla="*/ 52118 w 156352"/>
                <a:gd name="connsiteY22" fmla="*/ 200962 h 250528"/>
                <a:gd name="connsiteX23" fmla="*/ 55636 w 156352"/>
                <a:gd name="connsiteY23" fmla="*/ 204474 h 250528"/>
                <a:gd name="connsiteX24" fmla="*/ 152834 w 156352"/>
                <a:gd name="connsiteY24" fmla="*/ 204474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52" h="250528">
                  <a:moveTo>
                    <a:pt x="152834" y="204511"/>
                  </a:moveTo>
                  <a:cubicBezTo>
                    <a:pt x="155167" y="204511"/>
                    <a:pt x="156353" y="205693"/>
                    <a:pt x="156353" y="208022"/>
                  </a:cubicBezTo>
                  <a:lnTo>
                    <a:pt x="156353" y="247017"/>
                  </a:lnTo>
                  <a:cubicBezTo>
                    <a:pt x="156353" y="249345"/>
                    <a:pt x="155167" y="250528"/>
                    <a:pt x="152834" y="250528"/>
                  </a:cubicBezTo>
                  <a:lnTo>
                    <a:pt x="3519" y="250528"/>
                  </a:lnTo>
                  <a:cubicBezTo>
                    <a:pt x="1185" y="250528"/>
                    <a:pt x="0" y="249345"/>
                    <a:pt x="0" y="247017"/>
                  </a:cubicBezTo>
                  <a:lnTo>
                    <a:pt x="0" y="3511"/>
                  </a:lnTo>
                  <a:cubicBezTo>
                    <a:pt x="0" y="1183"/>
                    <a:pt x="1185" y="0"/>
                    <a:pt x="3519" y="0"/>
                  </a:cubicBezTo>
                  <a:lnTo>
                    <a:pt x="149315" y="0"/>
                  </a:lnTo>
                  <a:cubicBezTo>
                    <a:pt x="151649" y="0"/>
                    <a:pt x="152834" y="1183"/>
                    <a:pt x="152834" y="3511"/>
                  </a:cubicBezTo>
                  <a:lnTo>
                    <a:pt x="152834" y="42506"/>
                  </a:lnTo>
                  <a:cubicBezTo>
                    <a:pt x="152834" y="44835"/>
                    <a:pt x="151649" y="46018"/>
                    <a:pt x="149315" y="46018"/>
                  </a:cubicBezTo>
                  <a:lnTo>
                    <a:pt x="55636" y="46018"/>
                  </a:lnTo>
                  <a:cubicBezTo>
                    <a:pt x="53303" y="46018"/>
                    <a:pt x="52118" y="47200"/>
                    <a:pt x="52118" y="49529"/>
                  </a:cubicBezTo>
                  <a:lnTo>
                    <a:pt x="52118" y="100832"/>
                  </a:lnTo>
                  <a:cubicBezTo>
                    <a:pt x="52118" y="103161"/>
                    <a:pt x="53303" y="104344"/>
                    <a:pt x="55636" y="104344"/>
                  </a:cubicBezTo>
                  <a:lnTo>
                    <a:pt x="122904" y="104344"/>
                  </a:lnTo>
                  <a:cubicBezTo>
                    <a:pt x="125238" y="104344"/>
                    <a:pt x="126423" y="105526"/>
                    <a:pt x="126423" y="107855"/>
                  </a:cubicBezTo>
                  <a:lnTo>
                    <a:pt x="126423" y="146850"/>
                  </a:lnTo>
                  <a:cubicBezTo>
                    <a:pt x="126423" y="149178"/>
                    <a:pt x="125238" y="150361"/>
                    <a:pt x="122904" y="150361"/>
                  </a:cubicBezTo>
                  <a:lnTo>
                    <a:pt x="55636" y="150361"/>
                  </a:lnTo>
                  <a:cubicBezTo>
                    <a:pt x="53303" y="150361"/>
                    <a:pt x="52118" y="151544"/>
                    <a:pt x="52118" y="153873"/>
                  </a:cubicBezTo>
                  <a:lnTo>
                    <a:pt x="52118" y="200962"/>
                  </a:lnTo>
                  <a:cubicBezTo>
                    <a:pt x="52118" y="203291"/>
                    <a:pt x="53303" y="204474"/>
                    <a:pt x="55636" y="204474"/>
                  </a:cubicBezTo>
                  <a:lnTo>
                    <a:pt x="152834" y="204474"/>
                  </a:lnTo>
                  <a:close/>
                </a:path>
              </a:pathLst>
            </a:custGeom>
            <a:grpFill/>
            <a:ln w="3692" cap="flat">
              <a:noFill/>
              <a:prstDash val="solid"/>
              <a:miter/>
            </a:ln>
          </p:spPr>
          <p:txBody>
            <a:bodyPr rtlCol="0" anchor="ctr"/>
            <a:lstStyle/>
            <a:p>
              <a:endParaRPr lang="en-US">
                <a:solidFill>
                  <a:schemeClr val="bg2"/>
                </a:solidFill>
              </a:endParaRPr>
            </a:p>
          </p:txBody>
        </p:sp>
        <p:sp>
          <p:nvSpPr>
            <p:cNvPr id="82" name="Freeform 81">
              <a:extLst>
                <a:ext uri="{FF2B5EF4-FFF2-40B4-BE49-F238E27FC236}">
                  <a16:creationId xmlns:a16="http://schemas.microsoft.com/office/drawing/2014/main" id="{DA5FA4F9-704C-2B37-D97C-C72CC1BA7884}"/>
                </a:ext>
              </a:extLst>
            </p:cNvPr>
            <p:cNvSpPr/>
            <p:nvPr/>
          </p:nvSpPr>
          <p:spPr>
            <a:xfrm>
              <a:off x="4479596" y="5624255"/>
              <a:ext cx="196839" cy="250565"/>
            </a:xfrm>
            <a:custGeom>
              <a:avLst/>
              <a:gdLst>
                <a:gd name="connsiteX0" fmla="*/ 3519 w 196839"/>
                <a:gd name="connsiteY0" fmla="*/ 250528 h 250565"/>
                <a:gd name="connsiteX1" fmla="*/ 0 w 196839"/>
                <a:gd name="connsiteY1" fmla="*/ 247017 h 250565"/>
                <a:gd name="connsiteX2" fmla="*/ 0 w 196839"/>
                <a:gd name="connsiteY2" fmla="*/ 3511 h 250565"/>
                <a:gd name="connsiteX3" fmla="*/ 3519 w 196839"/>
                <a:gd name="connsiteY3" fmla="*/ 0 h 250565"/>
                <a:gd name="connsiteX4" fmla="*/ 106717 w 196839"/>
                <a:gd name="connsiteY4" fmla="*/ 0 h 250565"/>
                <a:gd name="connsiteX5" fmla="*/ 152315 w 196839"/>
                <a:gd name="connsiteY5" fmla="*/ 11052 h 250565"/>
                <a:gd name="connsiteX6" fmla="*/ 184875 w 196839"/>
                <a:gd name="connsiteY6" fmla="*/ 41989 h 250565"/>
                <a:gd name="connsiteX7" fmla="*/ 196839 w 196839"/>
                <a:gd name="connsiteY7" fmla="*/ 86787 h 250565"/>
                <a:gd name="connsiteX8" fmla="*/ 185394 w 196839"/>
                <a:gd name="connsiteY8" fmla="*/ 130365 h 250565"/>
                <a:gd name="connsiteX9" fmla="*/ 153167 w 196839"/>
                <a:gd name="connsiteY9" fmla="*/ 161635 h 250565"/>
                <a:gd name="connsiteX10" fmla="*/ 151575 w 196839"/>
                <a:gd name="connsiteY10" fmla="*/ 163557 h 250565"/>
                <a:gd name="connsiteX11" fmla="*/ 152093 w 196839"/>
                <a:gd name="connsiteY11" fmla="*/ 166551 h 250565"/>
                <a:gd name="connsiteX12" fmla="*/ 194691 w 196839"/>
                <a:gd name="connsiteY12" fmla="*/ 246315 h 250565"/>
                <a:gd name="connsiteX13" fmla="*/ 195395 w 196839"/>
                <a:gd name="connsiteY13" fmla="*/ 248089 h 250565"/>
                <a:gd name="connsiteX14" fmla="*/ 194506 w 196839"/>
                <a:gd name="connsiteY14" fmla="*/ 249863 h 250565"/>
                <a:gd name="connsiteX15" fmla="*/ 192209 w 196839"/>
                <a:gd name="connsiteY15" fmla="*/ 250565 h 250565"/>
                <a:gd name="connsiteX16" fmla="*/ 143610 w 196839"/>
                <a:gd name="connsiteY16" fmla="*/ 250565 h 250565"/>
                <a:gd name="connsiteX17" fmla="*/ 139388 w 196839"/>
                <a:gd name="connsiteY17" fmla="*/ 248089 h 250565"/>
                <a:gd name="connsiteX18" fmla="*/ 102420 w 196839"/>
                <a:gd name="connsiteY18" fmla="*/ 176050 h 250565"/>
                <a:gd name="connsiteX19" fmla="*/ 98197 w 196839"/>
                <a:gd name="connsiteY19" fmla="*/ 173573 h 250565"/>
                <a:gd name="connsiteX20" fmla="*/ 55600 w 196839"/>
                <a:gd name="connsiteY20" fmla="*/ 173573 h 250565"/>
                <a:gd name="connsiteX21" fmla="*/ 52081 w 196839"/>
                <a:gd name="connsiteY21" fmla="*/ 177085 h 250565"/>
                <a:gd name="connsiteX22" fmla="*/ 52081 w 196839"/>
                <a:gd name="connsiteY22" fmla="*/ 247017 h 250565"/>
                <a:gd name="connsiteX23" fmla="*/ 48562 w 196839"/>
                <a:gd name="connsiteY23" fmla="*/ 250528 h 250565"/>
                <a:gd name="connsiteX24" fmla="*/ 3482 w 196839"/>
                <a:gd name="connsiteY24" fmla="*/ 250528 h 250565"/>
                <a:gd name="connsiteX25" fmla="*/ 102828 w 196839"/>
                <a:gd name="connsiteY25" fmla="*/ 127556 h 250565"/>
                <a:gd name="connsiteX26" fmla="*/ 123423 w 196839"/>
                <a:gd name="connsiteY26" fmla="*/ 122455 h 250565"/>
                <a:gd name="connsiteX27" fmla="*/ 139091 w 196839"/>
                <a:gd name="connsiteY27" fmla="*/ 108225 h 250565"/>
                <a:gd name="connsiteX28" fmla="*/ 145092 w 196839"/>
                <a:gd name="connsiteY28" fmla="*/ 86787 h 250565"/>
                <a:gd name="connsiteX29" fmla="*/ 132239 w 196839"/>
                <a:gd name="connsiteY29" fmla="*/ 56921 h 250565"/>
                <a:gd name="connsiteX30" fmla="*/ 101087 w 196839"/>
                <a:gd name="connsiteY30" fmla="*/ 46018 h 250565"/>
                <a:gd name="connsiteX31" fmla="*/ 55674 w 196839"/>
                <a:gd name="connsiteY31" fmla="*/ 46018 h 250565"/>
                <a:gd name="connsiteX32" fmla="*/ 52155 w 196839"/>
                <a:gd name="connsiteY32" fmla="*/ 49529 h 250565"/>
                <a:gd name="connsiteX33" fmla="*/ 52155 w 196839"/>
                <a:gd name="connsiteY33" fmla="*/ 124007 h 250565"/>
                <a:gd name="connsiteX34" fmla="*/ 55674 w 196839"/>
                <a:gd name="connsiteY34" fmla="*/ 127519 h 250565"/>
                <a:gd name="connsiteX35" fmla="*/ 102865 w 196839"/>
                <a:gd name="connsiteY35" fmla="*/ 127519 h 250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6839" h="250565">
                  <a:moveTo>
                    <a:pt x="3519" y="250528"/>
                  </a:moveTo>
                  <a:cubicBezTo>
                    <a:pt x="1185" y="250528"/>
                    <a:pt x="0" y="249345"/>
                    <a:pt x="0" y="247017"/>
                  </a:cubicBezTo>
                  <a:lnTo>
                    <a:pt x="0" y="3511"/>
                  </a:lnTo>
                  <a:cubicBezTo>
                    <a:pt x="0" y="1183"/>
                    <a:pt x="1185" y="0"/>
                    <a:pt x="3519" y="0"/>
                  </a:cubicBezTo>
                  <a:lnTo>
                    <a:pt x="106717" y="0"/>
                  </a:lnTo>
                  <a:cubicBezTo>
                    <a:pt x="123386" y="0"/>
                    <a:pt x="138573" y="3696"/>
                    <a:pt x="152315" y="11052"/>
                  </a:cubicBezTo>
                  <a:cubicBezTo>
                    <a:pt x="166058" y="18444"/>
                    <a:pt x="176911" y="28756"/>
                    <a:pt x="184875" y="41989"/>
                  </a:cubicBezTo>
                  <a:cubicBezTo>
                    <a:pt x="192839" y="55221"/>
                    <a:pt x="196839" y="70154"/>
                    <a:pt x="196839" y="86787"/>
                  </a:cubicBezTo>
                  <a:cubicBezTo>
                    <a:pt x="196839" y="103420"/>
                    <a:pt x="193024" y="117724"/>
                    <a:pt x="185394" y="130365"/>
                  </a:cubicBezTo>
                  <a:cubicBezTo>
                    <a:pt x="177763" y="143006"/>
                    <a:pt x="167021" y="153429"/>
                    <a:pt x="153167" y="161635"/>
                  </a:cubicBezTo>
                  <a:cubicBezTo>
                    <a:pt x="152241" y="161856"/>
                    <a:pt x="151686" y="162522"/>
                    <a:pt x="151575" y="163557"/>
                  </a:cubicBezTo>
                  <a:cubicBezTo>
                    <a:pt x="151463" y="164592"/>
                    <a:pt x="151648" y="165627"/>
                    <a:pt x="152093" y="166551"/>
                  </a:cubicBezTo>
                  <a:lnTo>
                    <a:pt x="194691" y="246315"/>
                  </a:lnTo>
                  <a:lnTo>
                    <a:pt x="195395" y="248089"/>
                  </a:lnTo>
                  <a:cubicBezTo>
                    <a:pt x="195395" y="248791"/>
                    <a:pt x="195098" y="249382"/>
                    <a:pt x="194506" y="249863"/>
                  </a:cubicBezTo>
                  <a:cubicBezTo>
                    <a:pt x="193913" y="250343"/>
                    <a:pt x="193172" y="250565"/>
                    <a:pt x="192209" y="250565"/>
                  </a:cubicBezTo>
                  <a:lnTo>
                    <a:pt x="143610" y="250565"/>
                  </a:lnTo>
                  <a:cubicBezTo>
                    <a:pt x="141499" y="250565"/>
                    <a:pt x="140091" y="249752"/>
                    <a:pt x="139388" y="248089"/>
                  </a:cubicBezTo>
                  <a:lnTo>
                    <a:pt x="102420" y="176050"/>
                  </a:lnTo>
                  <a:cubicBezTo>
                    <a:pt x="101716" y="174424"/>
                    <a:pt x="100309" y="173573"/>
                    <a:pt x="98197" y="173573"/>
                  </a:cubicBezTo>
                  <a:lnTo>
                    <a:pt x="55600" y="173573"/>
                  </a:lnTo>
                  <a:cubicBezTo>
                    <a:pt x="53266" y="173573"/>
                    <a:pt x="52081" y="174756"/>
                    <a:pt x="52081" y="177085"/>
                  </a:cubicBezTo>
                  <a:lnTo>
                    <a:pt x="52081" y="247017"/>
                  </a:lnTo>
                  <a:cubicBezTo>
                    <a:pt x="52081" y="249345"/>
                    <a:pt x="50895" y="250528"/>
                    <a:pt x="48562" y="250528"/>
                  </a:cubicBezTo>
                  <a:lnTo>
                    <a:pt x="3482" y="250528"/>
                  </a:lnTo>
                  <a:close/>
                  <a:moveTo>
                    <a:pt x="102828" y="127556"/>
                  </a:moveTo>
                  <a:cubicBezTo>
                    <a:pt x="110088" y="127556"/>
                    <a:pt x="116978" y="125855"/>
                    <a:pt x="123423" y="122455"/>
                  </a:cubicBezTo>
                  <a:cubicBezTo>
                    <a:pt x="129868" y="119054"/>
                    <a:pt x="135091" y="114323"/>
                    <a:pt x="139091" y="108225"/>
                  </a:cubicBezTo>
                  <a:cubicBezTo>
                    <a:pt x="143092" y="102126"/>
                    <a:pt x="145092" y="94992"/>
                    <a:pt x="145092" y="86787"/>
                  </a:cubicBezTo>
                  <a:cubicBezTo>
                    <a:pt x="145092" y="74146"/>
                    <a:pt x="140795" y="64166"/>
                    <a:pt x="132239" y="56921"/>
                  </a:cubicBezTo>
                  <a:cubicBezTo>
                    <a:pt x="123682" y="49677"/>
                    <a:pt x="113273" y="46018"/>
                    <a:pt x="101087" y="46018"/>
                  </a:cubicBezTo>
                  <a:lnTo>
                    <a:pt x="55674" y="46018"/>
                  </a:lnTo>
                  <a:cubicBezTo>
                    <a:pt x="53340" y="46018"/>
                    <a:pt x="52155" y="47200"/>
                    <a:pt x="52155" y="49529"/>
                  </a:cubicBezTo>
                  <a:lnTo>
                    <a:pt x="52155" y="124007"/>
                  </a:lnTo>
                  <a:cubicBezTo>
                    <a:pt x="52155" y="126336"/>
                    <a:pt x="53340" y="127519"/>
                    <a:pt x="55674" y="127519"/>
                  </a:cubicBezTo>
                  <a:lnTo>
                    <a:pt x="102865" y="127519"/>
                  </a:lnTo>
                  <a:close/>
                </a:path>
              </a:pathLst>
            </a:custGeom>
            <a:grpFill/>
            <a:ln w="3692" cap="flat">
              <a:noFill/>
              <a:prstDash val="solid"/>
              <a:miter/>
            </a:ln>
          </p:spPr>
          <p:txBody>
            <a:bodyPr rtlCol="0" anchor="ctr"/>
            <a:lstStyle/>
            <a:p>
              <a:endParaRPr lang="en-US">
                <a:solidFill>
                  <a:schemeClr val="bg2"/>
                </a:solidFill>
              </a:endParaRPr>
            </a:p>
          </p:txBody>
        </p:sp>
        <p:sp>
          <p:nvSpPr>
            <p:cNvPr id="83" name="Freeform 82">
              <a:extLst>
                <a:ext uri="{FF2B5EF4-FFF2-40B4-BE49-F238E27FC236}">
                  <a16:creationId xmlns:a16="http://schemas.microsoft.com/office/drawing/2014/main" id="{2E48C0A6-E310-D65D-CCA8-B39887FB44AD}"/>
                </a:ext>
              </a:extLst>
            </p:cNvPr>
            <p:cNvSpPr/>
            <p:nvPr/>
          </p:nvSpPr>
          <p:spPr>
            <a:xfrm>
              <a:off x="4744703" y="5624255"/>
              <a:ext cx="202839" cy="250528"/>
            </a:xfrm>
            <a:custGeom>
              <a:avLst/>
              <a:gdLst>
                <a:gd name="connsiteX0" fmla="*/ 202840 w 202839"/>
                <a:gd name="connsiteY0" fmla="*/ 247017 h 250528"/>
                <a:gd name="connsiteX1" fmla="*/ 199321 w 202839"/>
                <a:gd name="connsiteY1" fmla="*/ 250528 h 250528"/>
                <a:gd name="connsiteX2" fmla="*/ 170095 w 202839"/>
                <a:gd name="connsiteY2" fmla="*/ 250528 h 250528"/>
                <a:gd name="connsiteX3" fmla="*/ 165873 w 202839"/>
                <a:gd name="connsiteY3" fmla="*/ 248421 h 250528"/>
                <a:gd name="connsiteX4" fmla="*/ 56377 w 202839"/>
                <a:gd name="connsiteY4" fmla="*/ 105748 h 250528"/>
                <a:gd name="connsiteX5" fmla="*/ 53896 w 202839"/>
                <a:gd name="connsiteY5" fmla="*/ 104344 h 250528"/>
                <a:gd name="connsiteX6" fmla="*/ 52118 w 202839"/>
                <a:gd name="connsiteY6" fmla="*/ 107522 h 250528"/>
                <a:gd name="connsiteX7" fmla="*/ 52118 w 202839"/>
                <a:gd name="connsiteY7" fmla="*/ 247017 h 250528"/>
                <a:gd name="connsiteX8" fmla="*/ 48599 w 202839"/>
                <a:gd name="connsiteY8" fmla="*/ 250528 h 250528"/>
                <a:gd name="connsiteX9" fmla="*/ 3519 w 202839"/>
                <a:gd name="connsiteY9" fmla="*/ 250528 h 250528"/>
                <a:gd name="connsiteX10" fmla="*/ 0 w 202839"/>
                <a:gd name="connsiteY10" fmla="*/ 247017 h 250528"/>
                <a:gd name="connsiteX11" fmla="*/ 0 w 202839"/>
                <a:gd name="connsiteY11" fmla="*/ 3511 h 250528"/>
                <a:gd name="connsiteX12" fmla="*/ 3519 w 202839"/>
                <a:gd name="connsiteY12" fmla="*/ 0 h 250528"/>
                <a:gd name="connsiteX13" fmla="*/ 32745 w 202839"/>
                <a:gd name="connsiteY13" fmla="*/ 0 h 250528"/>
                <a:gd name="connsiteX14" fmla="*/ 36968 w 202839"/>
                <a:gd name="connsiteY14" fmla="*/ 2107 h 250528"/>
                <a:gd name="connsiteX15" fmla="*/ 146463 w 202839"/>
                <a:gd name="connsiteY15" fmla="*/ 144410 h 250528"/>
                <a:gd name="connsiteX16" fmla="*/ 148574 w 202839"/>
                <a:gd name="connsiteY16" fmla="*/ 146185 h 250528"/>
                <a:gd name="connsiteX17" fmla="*/ 150685 w 202839"/>
                <a:gd name="connsiteY17" fmla="*/ 142673 h 250528"/>
                <a:gd name="connsiteX18" fmla="*/ 150685 w 202839"/>
                <a:gd name="connsiteY18" fmla="*/ 3511 h 250528"/>
                <a:gd name="connsiteX19" fmla="*/ 154204 w 202839"/>
                <a:gd name="connsiteY19" fmla="*/ 0 h 250528"/>
                <a:gd name="connsiteX20" fmla="*/ 199284 w 202839"/>
                <a:gd name="connsiteY20" fmla="*/ 0 h 250528"/>
                <a:gd name="connsiteX21" fmla="*/ 202803 w 202839"/>
                <a:gd name="connsiteY21" fmla="*/ 3511 h 250528"/>
                <a:gd name="connsiteX22" fmla="*/ 202803 w 202839"/>
                <a:gd name="connsiteY22" fmla="*/ 247017 h 250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839" h="250528">
                  <a:moveTo>
                    <a:pt x="202840" y="247017"/>
                  </a:moveTo>
                  <a:cubicBezTo>
                    <a:pt x="202840" y="249345"/>
                    <a:pt x="201655" y="250528"/>
                    <a:pt x="199321" y="250528"/>
                  </a:cubicBezTo>
                  <a:lnTo>
                    <a:pt x="170095" y="250528"/>
                  </a:lnTo>
                  <a:cubicBezTo>
                    <a:pt x="168465" y="250528"/>
                    <a:pt x="167058" y="249826"/>
                    <a:pt x="165873" y="248421"/>
                  </a:cubicBezTo>
                  <a:lnTo>
                    <a:pt x="56377" y="105748"/>
                  </a:lnTo>
                  <a:cubicBezTo>
                    <a:pt x="55451" y="104824"/>
                    <a:pt x="54599" y="104344"/>
                    <a:pt x="53896" y="104344"/>
                  </a:cubicBezTo>
                  <a:cubicBezTo>
                    <a:pt x="52710" y="104344"/>
                    <a:pt x="52118" y="105416"/>
                    <a:pt x="52118" y="107522"/>
                  </a:cubicBezTo>
                  <a:lnTo>
                    <a:pt x="52118" y="247017"/>
                  </a:lnTo>
                  <a:cubicBezTo>
                    <a:pt x="52118" y="249345"/>
                    <a:pt x="50932" y="250528"/>
                    <a:pt x="48599" y="250528"/>
                  </a:cubicBezTo>
                  <a:lnTo>
                    <a:pt x="3519" y="250528"/>
                  </a:lnTo>
                  <a:cubicBezTo>
                    <a:pt x="1185" y="250528"/>
                    <a:pt x="0" y="249345"/>
                    <a:pt x="0" y="247017"/>
                  </a:cubicBezTo>
                  <a:lnTo>
                    <a:pt x="0" y="3511"/>
                  </a:lnTo>
                  <a:cubicBezTo>
                    <a:pt x="0" y="1183"/>
                    <a:pt x="1185" y="0"/>
                    <a:pt x="3519" y="0"/>
                  </a:cubicBezTo>
                  <a:lnTo>
                    <a:pt x="32745" y="0"/>
                  </a:lnTo>
                  <a:cubicBezTo>
                    <a:pt x="34375" y="0"/>
                    <a:pt x="35782" y="702"/>
                    <a:pt x="36968" y="2107"/>
                  </a:cubicBezTo>
                  <a:lnTo>
                    <a:pt x="146463" y="144410"/>
                  </a:lnTo>
                  <a:cubicBezTo>
                    <a:pt x="147167" y="145593"/>
                    <a:pt x="147870" y="146185"/>
                    <a:pt x="148574" y="146185"/>
                  </a:cubicBezTo>
                  <a:cubicBezTo>
                    <a:pt x="149982" y="146185"/>
                    <a:pt x="150685" y="145002"/>
                    <a:pt x="150685" y="142673"/>
                  </a:cubicBezTo>
                  <a:lnTo>
                    <a:pt x="150685" y="3511"/>
                  </a:lnTo>
                  <a:cubicBezTo>
                    <a:pt x="150685" y="1183"/>
                    <a:pt x="151871" y="0"/>
                    <a:pt x="154204" y="0"/>
                  </a:cubicBezTo>
                  <a:lnTo>
                    <a:pt x="199284" y="0"/>
                  </a:lnTo>
                  <a:cubicBezTo>
                    <a:pt x="201618" y="0"/>
                    <a:pt x="202803" y="1183"/>
                    <a:pt x="202803" y="3511"/>
                  </a:cubicBezTo>
                  <a:lnTo>
                    <a:pt x="202803" y="247017"/>
                  </a:lnTo>
                  <a:close/>
                </a:path>
              </a:pathLst>
            </a:custGeom>
            <a:grpFill/>
            <a:ln w="3692" cap="flat">
              <a:noFill/>
              <a:prstDash val="solid"/>
              <a:miter/>
            </a:ln>
          </p:spPr>
          <p:txBody>
            <a:bodyPr rtlCol="0" anchor="ctr"/>
            <a:lstStyle/>
            <a:p>
              <a:endParaRPr lang="en-US">
                <a:solidFill>
                  <a:schemeClr val="bg2"/>
                </a:solidFill>
              </a:endParaRPr>
            </a:p>
          </p:txBody>
        </p:sp>
        <p:sp>
          <p:nvSpPr>
            <p:cNvPr id="84" name="Freeform 83">
              <a:extLst>
                <a:ext uri="{FF2B5EF4-FFF2-40B4-BE49-F238E27FC236}">
                  <a16:creationId xmlns:a16="http://schemas.microsoft.com/office/drawing/2014/main" id="{2FBEEA5A-B4AF-3919-AD50-8097B55D7074}"/>
                </a:ext>
              </a:extLst>
            </p:cNvPr>
            <p:cNvSpPr/>
            <p:nvPr/>
          </p:nvSpPr>
          <p:spPr>
            <a:xfrm>
              <a:off x="2649665" y="5714387"/>
              <a:ext cx="129608" cy="253611"/>
            </a:xfrm>
            <a:custGeom>
              <a:avLst/>
              <a:gdLst>
                <a:gd name="connsiteX0" fmla="*/ 51488 w 129608"/>
                <a:gd name="connsiteY0" fmla="*/ 172003 h 253611"/>
                <a:gd name="connsiteX1" fmla="*/ 114866 w 129608"/>
                <a:gd name="connsiteY1" fmla="*/ 95454 h 253611"/>
                <a:gd name="connsiteX2" fmla="*/ 129609 w 129608"/>
                <a:gd name="connsiteY2" fmla="*/ 77491 h 253611"/>
                <a:gd name="connsiteX3" fmla="*/ 129609 w 129608"/>
                <a:gd name="connsiteY3" fmla="*/ 18463 h 253611"/>
                <a:gd name="connsiteX4" fmla="*/ 108310 w 129608"/>
                <a:gd name="connsiteY4" fmla="*/ 277 h 253611"/>
                <a:gd name="connsiteX5" fmla="*/ 0 w 129608"/>
                <a:gd name="connsiteY5" fmla="*/ 127870 h 253611"/>
                <a:gd name="connsiteX6" fmla="*/ 98716 w 129608"/>
                <a:gd name="connsiteY6" fmla="*/ 253467 h 253611"/>
                <a:gd name="connsiteX7" fmla="*/ 104531 w 129608"/>
                <a:gd name="connsiteY7" fmla="*/ 248994 h 253611"/>
                <a:gd name="connsiteX8" fmla="*/ 104531 w 129608"/>
                <a:gd name="connsiteY8" fmla="*/ 248994 h 253611"/>
                <a:gd name="connsiteX9" fmla="*/ 101494 w 129608"/>
                <a:gd name="connsiteY9" fmla="*/ 244670 h 253611"/>
                <a:gd name="connsiteX10" fmla="*/ 51525 w 129608"/>
                <a:gd name="connsiteY10" fmla="*/ 172040 h 25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608" h="253611">
                  <a:moveTo>
                    <a:pt x="51488" y="172003"/>
                  </a:moveTo>
                  <a:cubicBezTo>
                    <a:pt x="51488" y="133969"/>
                    <a:pt x="78751" y="102329"/>
                    <a:pt x="114866" y="95454"/>
                  </a:cubicBezTo>
                  <a:cubicBezTo>
                    <a:pt x="122978" y="93902"/>
                    <a:pt x="129609" y="85733"/>
                    <a:pt x="129609" y="77491"/>
                  </a:cubicBezTo>
                  <a:lnTo>
                    <a:pt x="129609" y="18463"/>
                  </a:lnTo>
                  <a:cubicBezTo>
                    <a:pt x="129609" y="6635"/>
                    <a:pt x="120015" y="-1645"/>
                    <a:pt x="108310" y="277"/>
                  </a:cubicBezTo>
                  <a:cubicBezTo>
                    <a:pt x="46858" y="10405"/>
                    <a:pt x="0" y="63704"/>
                    <a:pt x="0" y="127870"/>
                  </a:cubicBezTo>
                  <a:cubicBezTo>
                    <a:pt x="0" y="188673"/>
                    <a:pt x="42042" y="239643"/>
                    <a:pt x="98716" y="253467"/>
                  </a:cubicBezTo>
                  <a:cubicBezTo>
                    <a:pt x="101679" y="254206"/>
                    <a:pt x="104531" y="252025"/>
                    <a:pt x="104531" y="248994"/>
                  </a:cubicBezTo>
                  <a:lnTo>
                    <a:pt x="104531" y="248994"/>
                  </a:lnTo>
                  <a:cubicBezTo>
                    <a:pt x="104531" y="247073"/>
                    <a:pt x="103309" y="245372"/>
                    <a:pt x="101494" y="244670"/>
                  </a:cubicBezTo>
                  <a:cubicBezTo>
                    <a:pt x="72268" y="233397"/>
                    <a:pt x="51525" y="205158"/>
                    <a:pt x="51525" y="172040"/>
                  </a:cubicBezTo>
                  <a:close/>
                </a:path>
              </a:pathLst>
            </a:custGeom>
            <a:grpFill/>
            <a:ln w="3692" cap="flat">
              <a:noFill/>
              <a:prstDash val="solid"/>
              <a:miter/>
            </a:ln>
          </p:spPr>
          <p:txBody>
            <a:bodyPr rtlCol="0" anchor="ctr"/>
            <a:lstStyle/>
            <a:p>
              <a:endParaRPr lang="en-US">
                <a:solidFill>
                  <a:schemeClr val="bg2"/>
                </a:solidFill>
              </a:endParaRPr>
            </a:p>
          </p:txBody>
        </p:sp>
        <p:sp>
          <p:nvSpPr>
            <p:cNvPr id="85" name="Freeform 84">
              <a:extLst>
                <a:ext uri="{FF2B5EF4-FFF2-40B4-BE49-F238E27FC236}">
                  <a16:creationId xmlns:a16="http://schemas.microsoft.com/office/drawing/2014/main" id="{10B20E94-C38F-7767-26EC-1C1AB58CC8F9}"/>
                </a:ext>
              </a:extLst>
            </p:cNvPr>
            <p:cNvSpPr/>
            <p:nvPr/>
          </p:nvSpPr>
          <p:spPr>
            <a:xfrm>
              <a:off x="2779274" y="5459914"/>
              <a:ext cx="234362" cy="508006"/>
            </a:xfrm>
            <a:custGeom>
              <a:avLst/>
              <a:gdLst>
                <a:gd name="connsiteX0" fmla="*/ 234362 w 234362"/>
                <a:gd name="connsiteY0" fmla="*/ 255009 h 508006"/>
                <a:gd name="connsiteX1" fmla="*/ 21632 w 234362"/>
                <a:gd name="connsiteY1" fmla="*/ 341 h 508006"/>
                <a:gd name="connsiteX2" fmla="*/ 0 w 234362"/>
                <a:gd name="connsiteY2" fmla="*/ 18452 h 508006"/>
                <a:gd name="connsiteX3" fmla="*/ 0 w 234362"/>
                <a:gd name="connsiteY3" fmla="*/ 163047 h 508006"/>
                <a:gd name="connsiteX4" fmla="*/ 14076 w 234362"/>
                <a:gd name="connsiteY4" fmla="*/ 180863 h 508006"/>
                <a:gd name="connsiteX5" fmla="*/ 144055 w 234362"/>
                <a:gd name="connsiteY5" fmla="*/ 345085 h 508006"/>
                <a:gd name="connsiteX6" fmla="*/ 123830 w 234362"/>
                <a:gd name="connsiteY6" fmla="*/ 425108 h 508006"/>
                <a:gd name="connsiteX7" fmla="*/ 50599 w 234362"/>
                <a:gd name="connsiteY7" fmla="*/ 491528 h 508006"/>
                <a:gd name="connsiteX8" fmla="*/ 27966 w 234362"/>
                <a:gd name="connsiteY8" fmla="*/ 498625 h 508006"/>
                <a:gd name="connsiteX9" fmla="*/ 24262 w 234362"/>
                <a:gd name="connsiteY9" fmla="*/ 503245 h 508006"/>
                <a:gd name="connsiteX10" fmla="*/ 24262 w 234362"/>
                <a:gd name="connsiteY10" fmla="*/ 503245 h 508006"/>
                <a:gd name="connsiteX11" fmla="*/ 30004 w 234362"/>
                <a:gd name="connsiteY11" fmla="*/ 507902 h 508006"/>
                <a:gd name="connsiteX12" fmla="*/ 234362 w 234362"/>
                <a:gd name="connsiteY12" fmla="*/ 254972 h 50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4362" h="508006">
                  <a:moveTo>
                    <a:pt x="234362" y="255009"/>
                  </a:moveTo>
                  <a:cubicBezTo>
                    <a:pt x="234362" y="127970"/>
                    <a:pt x="142610" y="22296"/>
                    <a:pt x="21632" y="341"/>
                  </a:cubicBezTo>
                  <a:cubicBezTo>
                    <a:pt x="9742" y="-1803"/>
                    <a:pt x="0" y="6402"/>
                    <a:pt x="0" y="18452"/>
                  </a:cubicBezTo>
                  <a:lnTo>
                    <a:pt x="0" y="163047"/>
                  </a:lnTo>
                  <a:cubicBezTo>
                    <a:pt x="0" y="170994"/>
                    <a:pt x="6334" y="179052"/>
                    <a:pt x="14076" y="180863"/>
                  </a:cubicBezTo>
                  <a:cubicBezTo>
                    <a:pt x="88604" y="198494"/>
                    <a:pt x="144055" y="265321"/>
                    <a:pt x="144055" y="345085"/>
                  </a:cubicBezTo>
                  <a:cubicBezTo>
                    <a:pt x="144055" y="374063"/>
                    <a:pt x="136721" y="401304"/>
                    <a:pt x="123830" y="425108"/>
                  </a:cubicBezTo>
                  <a:cubicBezTo>
                    <a:pt x="102679" y="461441"/>
                    <a:pt x="74157" y="480994"/>
                    <a:pt x="50599" y="491528"/>
                  </a:cubicBezTo>
                  <a:cubicBezTo>
                    <a:pt x="43302" y="494411"/>
                    <a:pt x="35745" y="496777"/>
                    <a:pt x="27966" y="498625"/>
                  </a:cubicBezTo>
                  <a:cubicBezTo>
                    <a:pt x="25818" y="499142"/>
                    <a:pt x="24262" y="501028"/>
                    <a:pt x="24262" y="503245"/>
                  </a:cubicBezTo>
                  <a:lnTo>
                    <a:pt x="24262" y="503245"/>
                  </a:lnTo>
                  <a:cubicBezTo>
                    <a:pt x="24262" y="506239"/>
                    <a:pt x="27040" y="508531"/>
                    <a:pt x="30004" y="507902"/>
                  </a:cubicBezTo>
                  <a:cubicBezTo>
                    <a:pt x="146833" y="482694"/>
                    <a:pt x="234362" y="379090"/>
                    <a:pt x="234362" y="254972"/>
                  </a:cubicBezTo>
                  <a:close/>
                </a:path>
              </a:pathLst>
            </a:custGeom>
            <a:grpFill/>
            <a:ln w="3692" cap="flat">
              <a:noFill/>
              <a:prstDash val="solid"/>
              <a:miter/>
            </a:ln>
          </p:spPr>
          <p:txBody>
            <a:bodyPr rtlCol="0" anchor="ctr"/>
            <a:lstStyle/>
            <a:p>
              <a:endParaRPr lang="en-US">
                <a:solidFill>
                  <a:schemeClr val="bg2"/>
                </a:solidFill>
              </a:endParaRPr>
            </a:p>
          </p:txBody>
        </p:sp>
        <p:sp>
          <p:nvSpPr>
            <p:cNvPr id="86" name="Freeform 85">
              <a:extLst>
                <a:ext uri="{FF2B5EF4-FFF2-40B4-BE49-F238E27FC236}">
                  <a16:creationId xmlns:a16="http://schemas.microsoft.com/office/drawing/2014/main" id="{C0B1AF37-6917-B688-A246-04088D99EE2B}"/>
                </a:ext>
              </a:extLst>
            </p:cNvPr>
            <p:cNvSpPr/>
            <p:nvPr/>
          </p:nvSpPr>
          <p:spPr>
            <a:xfrm>
              <a:off x="3210809" y="6013428"/>
              <a:ext cx="61822" cy="88376"/>
            </a:xfrm>
            <a:custGeom>
              <a:avLst/>
              <a:gdLst>
                <a:gd name="connsiteX0" fmla="*/ 0 w 61822"/>
                <a:gd name="connsiteY0" fmla="*/ 0 h 88376"/>
                <a:gd name="connsiteX1" fmla="*/ 61822 w 61822"/>
                <a:gd name="connsiteY1" fmla="*/ 0 h 88376"/>
                <a:gd name="connsiteX2" fmla="*/ 61822 w 61822"/>
                <a:gd name="connsiteY2" fmla="*/ 11828 h 88376"/>
                <a:gd name="connsiteX3" fmla="*/ 38227 w 61822"/>
                <a:gd name="connsiteY3" fmla="*/ 11828 h 88376"/>
                <a:gd name="connsiteX4" fmla="*/ 38227 w 61822"/>
                <a:gd name="connsiteY4" fmla="*/ 88376 h 88376"/>
                <a:gd name="connsiteX5" fmla="*/ 23707 w 61822"/>
                <a:gd name="connsiteY5" fmla="*/ 88376 h 88376"/>
                <a:gd name="connsiteX6" fmla="*/ 23707 w 61822"/>
                <a:gd name="connsiteY6" fmla="*/ 11828 h 88376"/>
                <a:gd name="connsiteX7" fmla="*/ 0 w 61822"/>
                <a:gd name="connsiteY7" fmla="*/ 11828 h 88376"/>
                <a:gd name="connsiteX8" fmla="*/ 0 w 61822"/>
                <a:gd name="connsiteY8" fmla="*/ 0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822" h="88376">
                  <a:moveTo>
                    <a:pt x="0" y="0"/>
                  </a:moveTo>
                  <a:lnTo>
                    <a:pt x="61822" y="0"/>
                  </a:lnTo>
                  <a:lnTo>
                    <a:pt x="61822" y="11828"/>
                  </a:lnTo>
                  <a:lnTo>
                    <a:pt x="38227" y="11828"/>
                  </a:lnTo>
                  <a:lnTo>
                    <a:pt x="38227" y="88376"/>
                  </a:lnTo>
                  <a:lnTo>
                    <a:pt x="23707" y="88376"/>
                  </a:lnTo>
                  <a:lnTo>
                    <a:pt x="23707" y="11828"/>
                  </a:lnTo>
                  <a:lnTo>
                    <a:pt x="0" y="11828"/>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87" name="Freeform 86">
              <a:extLst>
                <a:ext uri="{FF2B5EF4-FFF2-40B4-BE49-F238E27FC236}">
                  <a16:creationId xmlns:a16="http://schemas.microsoft.com/office/drawing/2014/main" id="{BD069B91-63ED-E114-98AF-5A9BD314D695}"/>
                </a:ext>
              </a:extLst>
            </p:cNvPr>
            <p:cNvSpPr/>
            <p:nvPr/>
          </p:nvSpPr>
          <p:spPr>
            <a:xfrm>
              <a:off x="3283707" y="6007735"/>
              <a:ext cx="64230" cy="94142"/>
            </a:xfrm>
            <a:custGeom>
              <a:avLst/>
              <a:gdLst>
                <a:gd name="connsiteX0" fmla="*/ 0 w 64230"/>
                <a:gd name="connsiteY0" fmla="*/ 0 h 94142"/>
                <a:gd name="connsiteX1" fmla="*/ 14520 w 64230"/>
                <a:gd name="connsiteY1" fmla="*/ 0 h 94142"/>
                <a:gd name="connsiteX2" fmla="*/ 14520 w 64230"/>
                <a:gd name="connsiteY2" fmla="*/ 32194 h 94142"/>
                <a:gd name="connsiteX3" fmla="*/ 36301 w 64230"/>
                <a:gd name="connsiteY3" fmla="*/ 22916 h 94142"/>
                <a:gd name="connsiteX4" fmla="*/ 64230 w 64230"/>
                <a:gd name="connsiteY4" fmla="*/ 52819 h 94142"/>
                <a:gd name="connsiteX5" fmla="*/ 64230 w 64230"/>
                <a:gd name="connsiteY5" fmla="*/ 94142 h 94142"/>
                <a:gd name="connsiteX6" fmla="*/ 49821 w 64230"/>
                <a:gd name="connsiteY6" fmla="*/ 94142 h 94142"/>
                <a:gd name="connsiteX7" fmla="*/ 49821 w 64230"/>
                <a:gd name="connsiteY7" fmla="*/ 54962 h 94142"/>
                <a:gd name="connsiteX8" fmla="*/ 32226 w 64230"/>
                <a:gd name="connsiteY8" fmla="*/ 35520 h 94142"/>
                <a:gd name="connsiteX9" fmla="*/ 14520 w 64230"/>
                <a:gd name="connsiteY9" fmla="*/ 54962 h 94142"/>
                <a:gd name="connsiteX10" fmla="*/ 14520 w 64230"/>
                <a:gd name="connsiteY10" fmla="*/ 94142 h 94142"/>
                <a:gd name="connsiteX11" fmla="*/ 0 w 64230"/>
                <a:gd name="connsiteY11" fmla="*/ 94142 h 94142"/>
                <a:gd name="connsiteX12" fmla="*/ 0 w 64230"/>
                <a:gd name="connsiteY12" fmla="*/ 37 h 94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0" h="94142">
                  <a:moveTo>
                    <a:pt x="0" y="0"/>
                  </a:moveTo>
                  <a:lnTo>
                    <a:pt x="14520" y="0"/>
                  </a:lnTo>
                  <a:lnTo>
                    <a:pt x="14520" y="32194"/>
                  </a:lnTo>
                  <a:cubicBezTo>
                    <a:pt x="19373" y="26354"/>
                    <a:pt x="27263" y="22916"/>
                    <a:pt x="36301" y="22916"/>
                  </a:cubicBezTo>
                  <a:cubicBezTo>
                    <a:pt x="51969" y="22916"/>
                    <a:pt x="64230" y="33229"/>
                    <a:pt x="64230" y="52819"/>
                  </a:cubicBezTo>
                  <a:lnTo>
                    <a:pt x="64230" y="94142"/>
                  </a:lnTo>
                  <a:lnTo>
                    <a:pt x="49821" y="94142"/>
                  </a:lnTo>
                  <a:lnTo>
                    <a:pt x="49821" y="54962"/>
                  </a:lnTo>
                  <a:cubicBezTo>
                    <a:pt x="49821" y="42100"/>
                    <a:pt x="42820" y="35520"/>
                    <a:pt x="32226" y="35520"/>
                  </a:cubicBezTo>
                  <a:cubicBezTo>
                    <a:pt x="21632" y="35520"/>
                    <a:pt x="14520" y="42137"/>
                    <a:pt x="14520" y="54962"/>
                  </a:cubicBezTo>
                  <a:lnTo>
                    <a:pt x="14520" y="94142"/>
                  </a:lnTo>
                  <a:lnTo>
                    <a:pt x="0" y="94142"/>
                  </a:lnTo>
                  <a:lnTo>
                    <a:pt x="0" y="37"/>
                  </a:lnTo>
                  <a:close/>
                </a:path>
              </a:pathLst>
            </a:custGeom>
            <a:grpFill/>
            <a:ln w="3692" cap="flat">
              <a:noFill/>
              <a:prstDash val="solid"/>
              <a:miter/>
            </a:ln>
          </p:spPr>
          <p:txBody>
            <a:bodyPr rtlCol="0" anchor="ctr"/>
            <a:lstStyle/>
            <a:p>
              <a:endParaRPr lang="en-US">
                <a:solidFill>
                  <a:schemeClr val="bg2"/>
                </a:solidFill>
              </a:endParaRPr>
            </a:p>
          </p:txBody>
        </p:sp>
        <p:sp>
          <p:nvSpPr>
            <p:cNvPr id="88" name="Freeform 87">
              <a:extLst>
                <a:ext uri="{FF2B5EF4-FFF2-40B4-BE49-F238E27FC236}">
                  <a16:creationId xmlns:a16="http://schemas.microsoft.com/office/drawing/2014/main" id="{D6B6F307-BA9B-96B6-F249-31E1318535E6}"/>
                </a:ext>
              </a:extLst>
            </p:cNvPr>
            <p:cNvSpPr/>
            <p:nvPr/>
          </p:nvSpPr>
          <p:spPr>
            <a:xfrm>
              <a:off x="3360420"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bg2"/>
                </a:solidFill>
              </a:endParaRPr>
            </a:p>
          </p:txBody>
        </p:sp>
        <p:sp>
          <p:nvSpPr>
            <p:cNvPr id="89" name="Freeform 88">
              <a:extLst>
                <a:ext uri="{FF2B5EF4-FFF2-40B4-BE49-F238E27FC236}">
                  <a16:creationId xmlns:a16="http://schemas.microsoft.com/office/drawing/2014/main" id="{6FDB5E91-B2C2-9559-0184-1A7D72BB0255}"/>
                </a:ext>
              </a:extLst>
            </p:cNvPr>
            <p:cNvSpPr/>
            <p:nvPr/>
          </p:nvSpPr>
          <p:spPr>
            <a:xfrm>
              <a:off x="3474916" y="6012282"/>
              <a:ext cx="61896" cy="90445"/>
            </a:xfrm>
            <a:custGeom>
              <a:avLst/>
              <a:gdLst>
                <a:gd name="connsiteX0" fmla="*/ 31337 w 61896"/>
                <a:gd name="connsiteY0" fmla="*/ 90446 h 90445"/>
                <a:gd name="connsiteX1" fmla="*/ 0 w 61896"/>
                <a:gd name="connsiteY1" fmla="*/ 65127 h 90445"/>
                <a:gd name="connsiteX2" fmla="*/ 15558 w 61896"/>
                <a:gd name="connsiteY2" fmla="*/ 65127 h 90445"/>
                <a:gd name="connsiteX3" fmla="*/ 31374 w 61896"/>
                <a:gd name="connsiteY3" fmla="*/ 78211 h 90445"/>
                <a:gd name="connsiteX4" fmla="*/ 47302 w 61896"/>
                <a:gd name="connsiteY4" fmla="*/ 65238 h 90445"/>
                <a:gd name="connsiteX5" fmla="*/ 259 w 61896"/>
                <a:gd name="connsiteY5" fmla="*/ 25171 h 90445"/>
                <a:gd name="connsiteX6" fmla="*/ 30708 w 61896"/>
                <a:gd name="connsiteY6" fmla="*/ 0 h 90445"/>
                <a:gd name="connsiteX7" fmla="*/ 60934 w 61896"/>
                <a:gd name="connsiteY7" fmla="*/ 24025 h 90445"/>
                <a:gd name="connsiteX8" fmla="*/ 44857 w 61896"/>
                <a:gd name="connsiteY8" fmla="*/ 24025 h 90445"/>
                <a:gd name="connsiteX9" fmla="*/ 29930 w 61896"/>
                <a:gd name="connsiteY9" fmla="*/ 12308 h 90445"/>
                <a:gd name="connsiteX10" fmla="*/ 15002 w 61896"/>
                <a:gd name="connsiteY10" fmla="*/ 24654 h 90445"/>
                <a:gd name="connsiteX11" fmla="*/ 61897 w 61896"/>
                <a:gd name="connsiteY11" fmla="*/ 64462 h 90445"/>
                <a:gd name="connsiteX12" fmla="*/ 31300 w 61896"/>
                <a:gd name="connsiteY12" fmla="*/ 90409 h 90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896" h="90445">
                  <a:moveTo>
                    <a:pt x="31337" y="90446"/>
                  </a:moveTo>
                  <a:cubicBezTo>
                    <a:pt x="13631" y="90446"/>
                    <a:pt x="0" y="80762"/>
                    <a:pt x="0" y="65127"/>
                  </a:cubicBezTo>
                  <a:lnTo>
                    <a:pt x="15558" y="65127"/>
                  </a:lnTo>
                  <a:cubicBezTo>
                    <a:pt x="16187" y="72372"/>
                    <a:pt x="21299" y="78211"/>
                    <a:pt x="31374" y="78211"/>
                  </a:cubicBezTo>
                  <a:cubicBezTo>
                    <a:pt x="41450" y="78211"/>
                    <a:pt x="47302" y="72741"/>
                    <a:pt x="47302" y="65238"/>
                  </a:cubicBezTo>
                  <a:cubicBezTo>
                    <a:pt x="47302" y="43874"/>
                    <a:pt x="259" y="57735"/>
                    <a:pt x="259" y="25171"/>
                  </a:cubicBezTo>
                  <a:cubicBezTo>
                    <a:pt x="259" y="9647"/>
                    <a:pt x="12631" y="0"/>
                    <a:pt x="30708" y="0"/>
                  </a:cubicBezTo>
                  <a:cubicBezTo>
                    <a:pt x="47673" y="0"/>
                    <a:pt x="59637" y="8908"/>
                    <a:pt x="60934" y="24025"/>
                  </a:cubicBezTo>
                  <a:lnTo>
                    <a:pt x="44857" y="24025"/>
                  </a:lnTo>
                  <a:cubicBezTo>
                    <a:pt x="44339" y="18037"/>
                    <a:pt x="39116" y="12567"/>
                    <a:pt x="29930" y="12308"/>
                  </a:cubicBezTo>
                  <a:cubicBezTo>
                    <a:pt x="21521" y="12050"/>
                    <a:pt x="15002" y="16115"/>
                    <a:pt x="15002" y="24654"/>
                  </a:cubicBezTo>
                  <a:cubicBezTo>
                    <a:pt x="15002" y="44613"/>
                    <a:pt x="61897" y="32157"/>
                    <a:pt x="61897" y="64462"/>
                  </a:cubicBezTo>
                  <a:cubicBezTo>
                    <a:pt x="61897" y="77694"/>
                    <a:pt x="51080" y="90409"/>
                    <a:pt x="31300" y="90409"/>
                  </a:cubicBezTo>
                  <a:close/>
                </a:path>
              </a:pathLst>
            </a:custGeom>
            <a:grpFill/>
            <a:ln w="3692" cap="flat">
              <a:noFill/>
              <a:prstDash val="solid"/>
              <a:miter/>
            </a:ln>
          </p:spPr>
          <p:txBody>
            <a:bodyPr rtlCol="0" anchor="ctr"/>
            <a:lstStyle/>
            <a:p>
              <a:endParaRPr lang="en-US">
                <a:solidFill>
                  <a:schemeClr val="bg2"/>
                </a:solidFill>
              </a:endParaRPr>
            </a:p>
          </p:txBody>
        </p:sp>
        <p:sp>
          <p:nvSpPr>
            <p:cNvPr id="90" name="Freeform 89">
              <a:extLst>
                <a:ext uri="{FF2B5EF4-FFF2-40B4-BE49-F238E27FC236}">
                  <a16:creationId xmlns:a16="http://schemas.microsoft.com/office/drawing/2014/main" id="{773CA956-E60D-AAAC-89F8-517D40CBEFCB}"/>
                </a:ext>
              </a:extLst>
            </p:cNvPr>
            <p:cNvSpPr/>
            <p:nvPr/>
          </p:nvSpPr>
          <p:spPr>
            <a:xfrm>
              <a:off x="3552073" y="6030615"/>
              <a:ext cx="72008" cy="104565"/>
            </a:xfrm>
            <a:custGeom>
              <a:avLst/>
              <a:gdLst>
                <a:gd name="connsiteX0" fmla="*/ 39005 w 72008"/>
                <a:gd name="connsiteY0" fmla="*/ 0 h 104565"/>
                <a:gd name="connsiteX1" fmla="*/ 72009 w 72008"/>
                <a:gd name="connsiteY1" fmla="*/ 35853 h 104565"/>
                <a:gd name="connsiteX2" fmla="*/ 39005 w 72008"/>
                <a:gd name="connsiteY2" fmla="*/ 72372 h 104565"/>
                <a:gd name="connsiteX3" fmla="*/ 14520 w 72008"/>
                <a:gd name="connsiteY3" fmla="*/ 61061 h 104565"/>
                <a:gd name="connsiteX4" fmla="*/ 14520 w 72008"/>
                <a:gd name="connsiteY4" fmla="*/ 104565 h 104565"/>
                <a:gd name="connsiteX5" fmla="*/ 0 w 72008"/>
                <a:gd name="connsiteY5" fmla="*/ 104565 h 104565"/>
                <a:gd name="connsiteX6" fmla="*/ 0 w 72008"/>
                <a:gd name="connsiteY6" fmla="*/ 1183 h 104565"/>
                <a:gd name="connsiteX7" fmla="*/ 14520 w 72008"/>
                <a:gd name="connsiteY7" fmla="*/ 1183 h 104565"/>
                <a:gd name="connsiteX8" fmla="*/ 14520 w 72008"/>
                <a:gd name="connsiteY8" fmla="*/ 11495 h 104565"/>
                <a:gd name="connsiteX9" fmla="*/ 39005 w 72008"/>
                <a:gd name="connsiteY9" fmla="*/ 37 h 104565"/>
                <a:gd name="connsiteX10" fmla="*/ 35819 w 72008"/>
                <a:gd name="connsiteY10" fmla="*/ 12604 h 104565"/>
                <a:gd name="connsiteX11" fmla="*/ 14520 w 72008"/>
                <a:gd name="connsiteY11" fmla="*/ 36149 h 104565"/>
                <a:gd name="connsiteX12" fmla="*/ 35819 w 72008"/>
                <a:gd name="connsiteY12" fmla="*/ 59804 h 104565"/>
                <a:gd name="connsiteX13" fmla="*/ 57229 w 72008"/>
                <a:gd name="connsiteY13" fmla="*/ 35890 h 104565"/>
                <a:gd name="connsiteX14" fmla="*/ 35819 w 72008"/>
                <a:gd name="connsiteY14" fmla="*/ 12604 h 10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008" h="104565">
                  <a:moveTo>
                    <a:pt x="39005" y="0"/>
                  </a:moveTo>
                  <a:cubicBezTo>
                    <a:pt x="57489" y="0"/>
                    <a:pt x="72009" y="14230"/>
                    <a:pt x="72009" y="35853"/>
                  </a:cubicBezTo>
                  <a:cubicBezTo>
                    <a:pt x="72009" y="57476"/>
                    <a:pt x="57489" y="72372"/>
                    <a:pt x="39005" y="72372"/>
                  </a:cubicBezTo>
                  <a:cubicBezTo>
                    <a:pt x="27411" y="72372"/>
                    <a:pt x="19113" y="66532"/>
                    <a:pt x="14520" y="61061"/>
                  </a:cubicBezTo>
                  <a:lnTo>
                    <a:pt x="14520" y="104565"/>
                  </a:lnTo>
                  <a:lnTo>
                    <a:pt x="0" y="104565"/>
                  </a:lnTo>
                  <a:lnTo>
                    <a:pt x="0" y="1183"/>
                  </a:lnTo>
                  <a:lnTo>
                    <a:pt x="14520" y="1183"/>
                  </a:lnTo>
                  <a:lnTo>
                    <a:pt x="14520" y="11495"/>
                  </a:lnTo>
                  <a:cubicBezTo>
                    <a:pt x="18965" y="5655"/>
                    <a:pt x="27522" y="37"/>
                    <a:pt x="39005" y="37"/>
                  </a:cubicBezTo>
                  <a:close/>
                  <a:moveTo>
                    <a:pt x="35819" y="12604"/>
                  </a:moveTo>
                  <a:cubicBezTo>
                    <a:pt x="25003" y="12604"/>
                    <a:pt x="14520" y="21142"/>
                    <a:pt x="14520" y="36149"/>
                  </a:cubicBezTo>
                  <a:cubicBezTo>
                    <a:pt x="14520" y="51155"/>
                    <a:pt x="24966" y="59804"/>
                    <a:pt x="35819" y="59804"/>
                  </a:cubicBezTo>
                  <a:cubicBezTo>
                    <a:pt x="46672" y="59804"/>
                    <a:pt x="57229" y="51044"/>
                    <a:pt x="57229" y="35890"/>
                  </a:cubicBezTo>
                  <a:cubicBezTo>
                    <a:pt x="57229" y="20736"/>
                    <a:pt x="46784" y="12604"/>
                    <a:pt x="35819" y="12604"/>
                  </a:cubicBezTo>
                  <a:close/>
                </a:path>
              </a:pathLst>
            </a:custGeom>
            <a:grpFill/>
            <a:ln w="3692" cap="flat">
              <a:noFill/>
              <a:prstDash val="solid"/>
              <a:miter/>
            </a:ln>
          </p:spPr>
          <p:txBody>
            <a:bodyPr rtlCol="0" anchor="ctr"/>
            <a:lstStyle/>
            <a:p>
              <a:endParaRPr lang="en-US">
                <a:solidFill>
                  <a:schemeClr val="bg2"/>
                </a:solidFill>
              </a:endParaRPr>
            </a:p>
          </p:txBody>
        </p:sp>
        <p:sp>
          <p:nvSpPr>
            <p:cNvPr id="91" name="Freeform 90">
              <a:extLst>
                <a:ext uri="{FF2B5EF4-FFF2-40B4-BE49-F238E27FC236}">
                  <a16:creationId xmlns:a16="http://schemas.microsoft.com/office/drawing/2014/main" id="{0A45B739-8077-1BA5-3E38-149A953E86F0}"/>
                </a:ext>
              </a:extLst>
            </p:cNvPr>
            <p:cNvSpPr/>
            <p:nvPr/>
          </p:nvSpPr>
          <p:spPr>
            <a:xfrm>
              <a:off x="363319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1 w 69193"/>
                <a:gd name="connsiteY8" fmla="*/ 50342 h 72371"/>
                <a:gd name="connsiteX9" fmla="*/ 34967 w 69193"/>
                <a:gd name="connsiteY9" fmla="*/ 72335 h 72371"/>
                <a:gd name="connsiteX10" fmla="*/ 15187 w 69193"/>
                <a:gd name="connsiteY10" fmla="*/ 29865 h 72371"/>
                <a:gd name="connsiteX11" fmla="*/ 54081 w 69193"/>
                <a:gd name="connsiteY11" fmla="*/ 29865 h 72371"/>
                <a:gd name="connsiteX12" fmla="*/ 34449 w 69193"/>
                <a:gd name="connsiteY12" fmla="*/ 12197 h 72371"/>
                <a:gd name="connsiteX13" fmla="*/ 15187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46" y="39143"/>
                    <a:pt x="68675" y="41582"/>
                  </a:cubicBezTo>
                  <a:lnTo>
                    <a:pt x="15002" y="41582"/>
                  </a:lnTo>
                  <a:cubicBezTo>
                    <a:pt x="16039" y="53151"/>
                    <a:pt x="24299" y="60137"/>
                    <a:pt x="35004" y="60137"/>
                  </a:cubicBezTo>
                  <a:cubicBezTo>
                    <a:pt x="43931" y="60137"/>
                    <a:pt x="48895" y="55813"/>
                    <a:pt x="51562" y="50342"/>
                  </a:cubicBezTo>
                  <a:lnTo>
                    <a:pt x="67231" y="50342"/>
                  </a:lnTo>
                  <a:cubicBezTo>
                    <a:pt x="63267" y="62540"/>
                    <a:pt x="52192" y="72335"/>
                    <a:pt x="34967" y="72335"/>
                  </a:cubicBezTo>
                  <a:close/>
                  <a:moveTo>
                    <a:pt x="15187" y="29865"/>
                  </a:moveTo>
                  <a:lnTo>
                    <a:pt x="54081" y="29865"/>
                  </a:lnTo>
                  <a:cubicBezTo>
                    <a:pt x="53821" y="19072"/>
                    <a:pt x="45302" y="12197"/>
                    <a:pt x="34449" y="12197"/>
                  </a:cubicBezTo>
                  <a:cubicBezTo>
                    <a:pt x="24633" y="12197"/>
                    <a:pt x="16743" y="18814"/>
                    <a:pt x="15187" y="29865"/>
                  </a:cubicBezTo>
                  <a:close/>
                </a:path>
              </a:pathLst>
            </a:custGeom>
            <a:grpFill/>
            <a:ln w="3692" cap="flat">
              <a:noFill/>
              <a:prstDash val="solid"/>
              <a:miter/>
            </a:ln>
          </p:spPr>
          <p:txBody>
            <a:bodyPr rtlCol="0" anchor="ctr"/>
            <a:lstStyle/>
            <a:p>
              <a:endParaRPr lang="en-US">
                <a:solidFill>
                  <a:schemeClr val="bg2"/>
                </a:solidFill>
              </a:endParaRPr>
            </a:p>
          </p:txBody>
        </p:sp>
        <p:sp>
          <p:nvSpPr>
            <p:cNvPr id="92" name="Freeform 91">
              <a:extLst>
                <a:ext uri="{FF2B5EF4-FFF2-40B4-BE49-F238E27FC236}">
                  <a16:creationId xmlns:a16="http://schemas.microsoft.com/office/drawing/2014/main" id="{6E149C52-B39C-8D81-4599-A8FCD6B307BD}"/>
                </a:ext>
              </a:extLst>
            </p:cNvPr>
            <p:cNvSpPr/>
            <p:nvPr/>
          </p:nvSpPr>
          <p:spPr>
            <a:xfrm>
              <a:off x="3711463" y="6030615"/>
              <a:ext cx="66786" cy="72408"/>
            </a:xfrm>
            <a:custGeom>
              <a:avLst/>
              <a:gdLst>
                <a:gd name="connsiteX0" fmla="*/ 34412 w 66786"/>
                <a:gd name="connsiteY0" fmla="*/ 0 h 72408"/>
                <a:gd name="connsiteX1" fmla="*/ 66786 w 66786"/>
                <a:gd name="connsiteY1" fmla="*/ 23286 h 72408"/>
                <a:gd name="connsiteX2" fmla="*/ 51118 w 66786"/>
                <a:gd name="connsiteY2" fmla="*/ 23286 h 72408"/>
                <a:gd name="connsiteX3" fmla="*/ 34412 w 66786"/>
                <a:gd name="connsiteY3" fmla="*/ 12234 h 72408"/>
                <a:gd name="connsiteX4" fmla="*/ 14928 w 66786"/>
                <a:gd name="connsiteY4" fmla="*/ 36149 h 72408"/>
                <a:gd name="connsiteX5" fmla="*/ 34412 w 66786"/>
                <a:gd name="connsiteY5" fmla="*/ 60174 h 72408"/>
                <a:gd name="connsiteX6" fmla="*/ 51118 w 66786"/>
                <a:gd name="connsiteY6" fmla="*/ 49122 h 72408"/>
                <a:gd name="connsiteX7" fmla="*/ 66786 w 66786"/>
                <a:gd name="connsiteY7" fmla="*/ 49122 h 72408"/>
                <a:gd name="connsiteX8" fmla="*/ 34412 w 66786"/>
                <a:gd name="connsiteY8" fmla="*/ 72408 h 72408"/>
                <a:gd name="connsiteX9" fmla="*/ 0 w 66786"/>
                <a:gd name="connsiteY9" fmla="*/ 36149 h 72408"/>
                <a:gd name="connsiteX10" fmla="*/ 34412 w 66786"/>
                <a:gd name="connsiteY10" fmla="*/ 37 h 7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86" h="72408">
                  <a:moveTo>
                    <a:pt x="34412" y="0"/>
                  </a:moveTo>
                  <a:cubicBezTo>
                    <a:pt x="51599" y="0"/>
                    <a:pt x="62823" y="8501"/>
                    <a:pt x="66786" y="23286"/>
                  </a:cubicBezTo>
                  <a:lnTo>
                    <a:pt x="51118" y="23286"/>
                  </a:lnTo>
                  <a:cubicBezTo>
                    <a:pt x="48710" y="16559"/>
                    <a:pt x="43079" y="12234"/>
                    <a:pt x="34412" y="12234"/>
                  </a:cubicBezTo>
                  <a:cubicBezTo>
                    <a:pt x="22670" y="12234"/>
                    <a:pt x="14928" y="20884"/>
                    <a:pt x="14928" y="36149"/>
                  </a:cubicBezTo>
                  <a:cubicBezTo>
                    <a:pt x="14928" y="51414"/>
                    <a:pt x="22707" y="60174"/>
                    <a:pt x="34412" y="60174"/>
                  </a:cubicBezTo>
                  <a:cubicBezTo>
                    <a:pt x="43079" y="60174"/>
                    <a:pt x="48413" y="56367"/>
                    <a:pt x="51118" y="49122"/>
                  </a:cubicBezTo>
                  <a:lnTo>
                    <a:pt x="66786" y="49122"/>
                  </a:lnTo>
                  <a:cubicBezTo>
                    <a:pt x="62823" y="62872"/>
                    <a:pt x="51636" y="72408"/>
                    <a:pt x="34412" y="72408"/>
                  </a:cubicBezTo>
                  <a:cubicBezTo>
                    <a:pt x="14261" y="72408"/>
                    <a:pt x="0" y="58178"/>
                    <a:pt x="0" y="36149"/>
                  </a:cubicBezTo>
                  <a:cubicBezTo>
                    <a:pt x="0" y="14119"/>
                    <a:pt x="14261" y="37"/>
                    <a:pt x="34412" y="37"/>
                  </a:cubicBezTo>
                  <a:close/>
                </a:path>
              </a:pathLst>
            </a:custGeom>
            <a:grpFill/>
            <a:ln w="3692" cap="flat">
              <a:noFill/>
              <a:prstDash val="solid"/>
              <a:miter/>
            </a:ln>
          </p:spPr>
          <p:txBody>
            <a:bodyPr rtlCol="0" anchor="ctr"/>
            <a:lstStyle/>
            <a:p>
              <a:endParaRPr lang="en-US">
                <a:solidFill>
                  <a:schemeClr val="bg2"/>
                </a:solidFill>
              </a:endParaRPr>
            </a:p>
          </p:txBody>
        </p:sp>
        <p:sp>
          <p:nvSpPr>
            <p:cNvPr id="93" name="Freeform 92">
              <a:extLst>
                <a:ext uri="{FF2B5EF4-FFF2-40B4-BE49-F238E27FC236}">
                  <a16:creationId xmlns:a16="http://schemas.microsoft.com/office/drawing/2014/main" id="{F3E86564-FF4B-A459-1728-FCD1E164F9A1}"/>
                </a:ext>
              </a:extLst>
            </p:cNvPr>
            <p:cNvSpPr/>
            <p:nvPr/>
          </p:nvSpPr>
          <p:spPr>
            <a:xfrm>
              <a:off x="3789066" y="6003891"/>
              <a:ext cx="18483" cy="97949"/>
            </a:xfrm>
            <a:custGeom>
              <a:avLst/>
              <a:gdLst>
                <a:gd name="connsiteX0" fmla="*/ 0 w 18483"/>
                <a:gd name="connsiteY0" fmla="*/ 9277 h 97949"/>
                <a:gd name="connsiteX1" fmla="*/ 9297 w 18483"/>
                <a:gd name="connsiteY1" fmla="*/ 0 h 97949"/>
                <a:gd name="connsiteX2" fmla="*/ 18484 w 18483"/>
                <a:gd name="connsiteY2" fmla="*/ 9277 h 97949"/>
                <a:gd name="connsiteX3" fmla="*/ 9297 w 18483"/>
                <a:gd name="connsiteY3" fmla="*/ 18555 h 97949"/>
                <a:gd name="connsiteX4" fmla="*/ 0 w 18483"/>
                <a:gd name="connsiteY4" fmla="*/ 9277 h 97949"/>
                <a:gd name="connsiteX5" fmla="*/ 1926 w 18483"/>
                <a:gd name="connsiteY5" fmla="*/ 27869 h 97949"/>
                <a:gd name="connsiteX6" fmla="*/ 16446 w 18483"/>
                <a:gd name="connsiteY6" fmla="*/ 27869 h 97949"/>
                <a:gd name="connsiteX7" fmla="*/ 16446 w 18483"/>
                <a:gd name="connsiteY7" fmla="*/ 97949 h 97949"/>
                <a:gd name="connsiteX8" fmla="*/ 1926 w 18483"/>
                <a:gd name="connsiteY8" fmla="*/ 97949 h 97949"/>
                <a:gd name="connsiteX9" fmla="*/ 1926 w 18483"/>
                <a:gd name="connsiteY9" fmla="*/ 27869 h 97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83" h="97949">
                  <a:moveTo>
                    <a:pt x="0" y="9277"/>
                  </a:moveTo>
                  <a:cubicBezTo>
                    <a:pt x="0" y="4066"/>
                    <a:pt x="4075" y="0"/>
                    <a:pt x="9297" y="0"/>
                  </a:cubicBezTo>
                  <a:cubicBezTo>
                    <a:pt x="14520" y="0"/>
                    <a:pt x="18484" y="4066"/>
                    <a:pt x="18484" y="9277"/>
                  </a:cubicBezTo>
                  <a:cubicBezTo>
                    <a:pt x="18484" y="14489"/>
                    <a:pt x="14409" y="18555"/>
                    <a:pt x="9297" y="18555"/>
                  </a:cubicBezTo>
                  <a:cubicBezTo>
                    <a:pt x="4186" y="18555"/>
                    <a:pt x="0" y="14489"/>
                    <a:pt x="0" y="9277"/>
                  </a:cubicBezTo>
                  <a:close/>
                  <a:moveTo>
                    <a:pt x="1926" y="27869"/>
                  </a:moveTo>
                  <a:lnTo>
                    <a:pt x="16446" y="27869"/>
                  </a:lnTo>
                  <a:lnTo>
                    <a:pt x="16446" y="97949"/>
                  </a:lnTo>
                  <a:lnTo>
                    <a:pt x="1926" y="97949"/>
                  </a:lnTo>
                  <a:lnTo>
                    <a:pt x="1926" y="27869"/>
                  </a:lnTo>
                  <a:close/>
                </a:path>
              </a:pathLst>
            </a:custGeom>
            <a:grpFill/>
            <a:ln w="3692" cap="flat">
              <a:noFill/>
              <a:prstDash val="solid"/>
              <a:miter/>
            </a:ln>
          </p:spPr>
          <p:txBody>
            <a:bodyPr rtlCol="0" anchor="ctr"/>
            <a:lstStyle/>
            <a:p>
              <a:endParaRPr lang="en-US">
                <a:solidFill>
                  <a:schemeClr val="bg2"/>
                </a:solidFill>
              </a:endParaRPr>
            </a:p>
          </p:txBody>
        </p:sp>
        <p:sp>
          <p:nvSpPr>
            <p:cNvPr id="94" name="Freeform 93">
              <a:extLst>
                <a:ext uri="{FF2B5EF4-FFF2-40B4-BE49-F238E27FC236}">
                  <a16:creationId xmlns:a16="http://schemas.microsoft.com/office/drawing/2014/main" id="{CBADD7A9-4189-A72F-5853-15103984EC23}"/>
                </a:ext>
              </a:extLst>
            </p:cNvPr>
            <p:cNvSpPr/>
            <p:nvPr/>
          </p:nvSpPr>
          <p:spPr>
            <a:xfrm>
              <a:off x="3818328"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bg2"/>
                </a:solidFill>
              </a:endParaRPr>
            </a:p>
          </p:txBody>
        </p:sp>
        <p:sp>
          <p:nvSpPr>
            <p:cNvPr id="95" name="Freeform 94">
              <a:extLst>
                <a:ext uri="{FF2B5EF4-FFF2-40B4-BE49-F238E27FC236}">
                  <a16:creationId xmlns:a16="http://schemas.microsoft.com/office/drawing/2014/main" id="{A7FF6A09-3F16-AAE4-A7E2-0CA5CE51DB6B}"/>
                </a:ext>
              </a:extLst>
            </p:cNvPr>
            <p:cNvSpPr/>
            <p:nvPr/>
          </p:nvSpPr>
          <p:spPr>
            <a:xfrm>
              <a:off x="3907969"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96" name="Freeform 95">
              <a:extLst>
                <a:ext uri="{FF2B5EF4-FFF2-40B4-BE49-F238E27FC236}">
                  <a16:creationId xmlns:a16="http://schemas.microsoft.com/office/drawing/2014/main" id="{2FA472A3-FEF8-FCA1-600A-D675BD4E50C6}"/>
                </a:ext>
              </a:extLst>
            </p:cNvPr>
            <p:cNvSpPr/>
            <p:nvPr/>
          </p:nvSpPr>
          <p:spPr>
            <a:xfrm>
              <a:off x="3933935"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bg2"/>
                </a:solidFill>
              </a:endParaRPr>
            </a:p>
          </p:txBody>
        </p:sp>
        <p:sp>
          <p:nvSpPr>
            <p:cNvPr id="97" name="Freeform 96">
              <a:extLst>
                <a:ext uri="{FF2B5EF4-FFF2-40B4-BE49-F238E27FC236}">
                  <a16:creationId xmlns:a16="http://schemas.microsoft.com/office/drawing/2014/main" id="{49F5B859-72E8-0CC0-949F-60D644A1D80B}"/>
                </a:ext>
              </a:extLst>
            </p:cNvPr>
            <p:cNvSpPr/>
            <p:nvPr/>
          </p:nvSpPr>
          <p:spPr>
            <a:xfrm>
              <a:off x="3980460" y="6031761"/>
              <a:ext cx="71527" cy="103013"/>
            </a:xfrm>
            <a:custGeom>
              <a:avLst/>
              <a:gdLst>
                <a:gd name="connsiteX0" fmla="*/ 56488 w 71527"/>
                <a:gd name="connsiteY0" fmla="*/ 0 h 103013"/>
                <a:gd name="connsiteX1" fmla="*/ 71527 w 71527"/>
                <a:gd name="connsiteY1" fmla="*/ 0 h 103013"/>
                <a:gd name="connsiteX2" fmla="*/ 28448 w 71527"/>
                <a:gd name="connsiteY2" fmla="*/ 103013 h 103013"/>
                <a:gd name="connsiteX3" fmla="*/ 13409 w 71527"/>
                <a:gd name="connsiteY3" fmla="*/ 103013 h 103013"/>
                <a:gd name="connsiteX4" fmla="*/ 27670 w 71527"/>
                <a:gd name="connsiteY4" fmla="*/ 68934 h 103013"/>
                <a:gd name="connsiteX5" fmla="*/ 0 w 71527"/>
                <a:gd name="connsiteY5" fmla="*/ 0 h 103013"/>
                <a:gd name="connsiteX6" fmla="*/ 16187 w 71527"/>
                <a:gd name="connsiteY6" fmla="*/ 0 h 103013"/>
                <a:gd name="connsiteX7" fmla="*/ 35930 w 71527"/>
                <a:gd name="connsiteY7" fmla="*/ 53410 h 103013"/>
                <a:gd name="connsiteX8" fmla="*/ 56451 w 71527"/>
                <a:gd name="connsiteY8" fmla="*/ 0 h 103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 h="103013">
                  <a:moveTo>
                    <a:pt x="56488" y="0"/>
                  </a:moveTo>
                  <a:lnTo>
                    <a:pt x="71527" y="0"/>
                  </a:lnTo>
                  <a:lnTo>
                    <a:pt x="28448" y="103013"/>
                  </a:lnTo>
                  <a:lnTo>
                    <a:pt x="13409" y="103013"/>
                  </a:lnTo>
                  <a:lnTo>
                    <a:pt x="27670" y="68934"/>
                  </a:lnTo>
                  <a:lnTo>
                    <a:pt x="0" y="0"/>
                  </a:lnTo>
                  <a:lnTo>
                    <a:pt x="16187" y="0"/>
                  </a:lnTo>
                  <a:lnTo>
                    <a:pt x="35930" y="53410"/>
                  </a:lnTo>
                  <a:lnTo>
                    <a:pt x="56451" y="0"/>
                  </a:lnTo>
                  <a:close/>
                </a:path>
              </a:pathLst>
            </a:custGeom>
            <a:grpFill/>
            <a:ln w="3692" cap="flat">
              <a:noFill/>
              <a:prstDash val="solid"/>
              <a:miter/>
            </a:ln>
          </p:spPr>
          <p:txBody>
            <a:bodyPr rtlCol="0" anchor="ctr"/>
            <a:lstStyle/>
            <a:p>
              <a:endParaRPr lang="en-US">
                <a:solidFill>
                  <a:schemeClr val="bg2"/>
                </a:solidFill>
              </a:endParaRPr>
            </a:p>
          </p:txBody>
        </p:sp>
        <p:sp>
          <p:nvSpPr>
            <p:cNvPr id="98" name="Freeform 97">
              <a:extLst>
                <a:ext uri="{FF2B5EF4-FFF2-40B4-BE49-F238E27FC236}">
                  <a16:creationId xmlns:a16="http://schemas.microsoft.com/office/drawing/2014/main" id="{4D7C82A9-9099-1973-9318-81E717FB55B2}"/>
                </a:ext>
              </a:extLst>
            </p:cNvPr>
            <p:cNvSpPr/>
            <p:nvPr/>
          </p:nvSpPr>
          <p:spPr>
            <a:xfrm>
              <a:off x="4091251" y="6012282"/>
              <a:ext cx="86380" cy="90298"/>
            </a:xfrm>
            <a:custGeom>
              <a:avLst/>
              <a:gdLst>
                <a:gd name="connsiteX0" fmla="*/ 45228 w 86380"/>
                <a:gd name="connsiteY0" fmla="*/ 0 h 90298"/>
                <a:gd name="connsiteX1" fmla="*/ 86381 w 86380"/>
                <a:gd name="connsiteY1" fmla="*/ 26576 h 90298"/>
                <a:gd name="connsiteX2" fmla="*/ 68934 w 86380"/>
                <a:gd name="connsiteY2" fmla="*/ 26576 h 90298"/>
                <a:gd name="connsiteX3" fmla="*/ 45228 w 86380"/>
                <a:gd name="connsiteY3" fmla="*/ 12715 h 90298"/>
                <a:gd name="connsiteX4" fmla="*/ 14891 w 86380"/>
                <a:gd name="connsiteY4" fmla="*/ 45131 h 90298"/>
                <a:gd name="connsiteX5" fmla="*/ 45228 w 86380"/>
                <a:gd name="connsiteY5" fmla="*/ 77694 h 90298"/>
                <a:gd name="connsiteX6" fmla="*/ 68934 w 86380"/>
                <a:gd name="connsiteY6" fmla="*/ 63833 h 90298"/>
                <a:gd name="connsiteX7" fmla="*/ 86381 w 86380"/>
                <a:gd name="connsiteY7" fmla="*/ 63833 h 90298"/>
                <a:gd name="connsiteX8" fmla="*/ 45228 w 86380"/>
                <a:gd name="connsiteY8" fmla="*/ 90298 h 90298"/>
                <a:gd name="connsiteX9" fmla="*/ 0 w 86380"/>
                <a:gd name="connsiteY9" fmla="*/ 45168 h 90298"/>
                <a:gd name="connsiteX10" fmla="*/ 45228 w 86380"/>
                <a:gd name="connsiteY10" fmla="*/ 37 h 9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 h="90298">
                  <a:moveTo>
                    <a:pt x="45228" y="0"/>
                  </a:moveTo>
                  <a:cubicBezTo>
                    <a:pt x="63712" y="0"/>
                    <a:pt x="79640" y="9277"/>
                    <a:pt x="86381" y="26576"/>
                  </a:cubicBezTo>
                  <a:lnTo>
                    <a:pt x="68934" y="26576"/>
                  </a:lnTo>
                  <a:cubicBezTo>
                    <a:pt x="64230" y="17150"/>
                    <a:pt x="55822" y="12715"/>
                    <a:pt x="45228" y="12715"/>
                  </a:cubicBezTo>
                  <a:cubicBezTo>
                    <a:pt x="27633" y="12715"/>
                    <a:pt x="14891" y="25171"/>
                    <a:pt x="14891" y="45131"/>
                  </a:cubicBezTo>
                  <a:cubicBezTo>
                    <a:pt x="14891" y="65090"/>
                    <a:pt x="27633" y="77694"/>
                    <a:pt x="45228" y="77694"/>
                  </a:cubicBezTo>
                  <a:cubicBezTo>
                    <a:pt x="55822" y="77694"/>
                    <a:pt x="64230" y="73259"/>
                    <a:pt x="68934" y="63833"/>
                  </a:cubicBezTo>
                  <a:lnTo>
                    <a:pt x="86381" y="63833"/>
                  </a:lnTo>
                  <a:cubicBezTo>
                    <a:pt x="79640" y="81132"/>
                    <a:pt x="63712" y="90298"/>
                    <a:pt x="45228" y="90298"/>
                  </a:cubicBezTo>
                  <a:cubicBezTo>
                    <a:pt x="20262" y="90298"/>
                    <a:pt x="0" y="71743"/>
                    <a:pt x="0" y="45168"/>
                  </a:cubicBezTo>
                  <a:cubicBezTo>
                    <a:pt x="0" y="18592"/>
                    <a:pt x="20262" y="37"/>
                    <a:pt x="45228" y="37"/>
                  </a:cubicBezTo>
                  <a:close/>
                </a:path>
              </a:pathLst>
            </a:custGeom>
            <a:grpFill/>
            <a:ln w="3692" cap="flat">
              <a:noFill/>
              <a:prstDash val="solid"/>
              <a:miter/>
            </a:ln>
          </p:spPr>
          <p:txBody>
            <a:bodyPr rtlCol="0" anchor="ctr"/>
            <a:lstStyle/>
            <a:p>
              <a:endParaRPr lang="en-US">
                <a:solidFill>
                  <a:schemeClr val="bg2"/>
                </a:solidFill>
              </a:endParaRPr>
            </a:p>
          </p:txBody>
        </p:sp>
        <p:sp>
          <p:nvSpPr>
            <p:cNvPr id="99" name="Freeform 98">
              <a:extLst>
                <a:ext uri="{FF2B5EF4-FFF2-40B4-BE49-F238E27FC236}">
                  <a16:creationId xmlns:a16="http://schemas.microsoft.com/office/drawing/2014/main" id="{AA6D1CFA-F21F-D6CB-E2E6-596FC5D27C09}"/>
                </a:ext>
              </a:extLst>
            </p:cNvPr>
            <p:cNvSpPr/>
            <p:nvPr/>
          </p:nvSpPr>
          <p:spPr>
            <a:xfrm>
              <a:off x="4187300"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227 w 72157"/>
                <a:gd name="connsiteY10" fmla="*/ 12604 h 72371"/>
                <a:gd name="connsiteX11" fmla="*/ 14928 w 72157"/>
                <a:gd name="connsiteY11" fmla="*/ 35890 h 72371"/>
                <a:gd name="connsiteX12" fmla="*/ 36227 w 72157"/>
                <a:gd name="connsiteY12" fmla="*/ 59804 h 72371"/>
                <a:gd name="connsiteX13" fmla="*/ 57526 w 72157"/>
                <a:gd name="connsiteY13" fmla="*/ 36149 h 72371"/>
                <a:gd name="connsiteX14" fmla="*/ 36227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8" y="72372"/>
                    <a:pt x="0" y="57476"/>
                    <a:pt x="0" y="35853"/>
                  </a:cubicBezTo>
                  <a:cubicBezTo>
                    <a:pt x="0" y="14230"/>
                    <a:pt x="14668" y="0"/>
                    <a:pt x="33152" y="0"/>
                  </a:cubicBezTo>
                  <a:close/>
                  <a:moveTo>
                    <a:pt x="36227" y="12604"/>
                  </a:moveTo>
                  <a:cubicBezTo>
                    <a:pt x="25411" y="12604"/>
                    <a:pt x="14928" y="20736"/>
                    <a:pt x="14928" y="35890"/>
                  </a:cubicBezTo>
                  <a:cubicBezTo>
                    <a:pt x="14928" y="51044"/>
                    <a:pt x="25374" y="59804"/>
                    <a:pt x="36227" y="59804"/>
                  </a:cubicBezTo>
                  <a:cubicBezTo>
                    <a:pt x="47080" y="59804"/>
                    <a:pt x="57526" y="51266"/>
                    <a:pt x="57526" y="36149"/>
                  </a:cubicBezTo>
                  <a:cubicBezTo>
                    <a:pt x="57526" y="21031"/>
                    <a:pt x="47191" y="12604"/>
                    <a:pt x="36227" y="12604"/>
                  </a:cubicBezTo>
                  <a:close/>
                </a:path>
              </a:pathLst>
            </a:custGeom>
            <a:grpFill/>
            <a:ln w="3692" cap="flat">
              <a:noFill/>
              <a:prstDash val="solid"/>
              <a:miter/>
            </a:ln>
          </p:spPr>
          <p:txBody>
            <a:bodyPr rtlCol="0" anchor="ctr"/>
            <a:lstStyle/>
            <a:p>
              <a:endParaRPr lang="en-US">
                <a:solidFill>
                  <a:schemeClr val="bg2"/>
                </a:solidFill>
              </a:endParaRPr>
            </a:p>
          </p:txBody>
        </p:sp>
        <p:sp>
          <p:nvSpPr>
            <p:cNvPr id="100" name="Freeform 99">
              <a:extLst>
                <a:ext uri="{FF2B5EF4-FFF2-40B4-BE49-F238E27FC236}">
                  <a16:creationId xmlns:a16="http://schemas.microsoft.com/office/drawing/2014/main" id="{B33579AC-9F26-3C7A-4495-A342A63E9B14}"/>
                </a:ext>
              </a:extLst>
            </p:cNvPr>
            <p:cNvSpPr/>
            <p:nvPr/>
          </p:nvSpPr>
          <p:spPr>
            <a:xfrm>
              <a:off x="4274422" y="6030615"/>
              <a:ext cx="35559" cy="71225"/>
            </a:xfrm>
            <a:custGeom>
              <a:avLst/>
              <a:gdLst>
                <a:gd name="connsiteX0" fmla="*/ 14520 w 35559"/>
                <a:gd name="connsiteY0" fmla="*/ 71226 h 71225"/>
                <a:gd name="connsiteX1" fmla="*/ 0 w 35559"/>
                <a:gd name="connsiteY1" fmla="*/ 71226 h 71225"/>
                <a:gd name="connsiteX2" fmla="*/ 0 w 35559"/>
                <a:gd name="connsiteY2" fmla="*/ 1146 h 71225"/>
                <a:gd name="connsiteX3" fmla="*/ 14520 w 35559"/>
                <a:gd name="connsiteY3" fmla="*/ 1146 h 71225"/>
                <a:gd name="connsiteX4" fmla="*/ 14520 w 35559"/>
                <a:gd name="connsiteY4" fmla="*/ 11310 h 71225"/>
                <a:gd name="connsiteX5" fmla="*/ 35560 w 35559"/>
                <a:gd name="connsiteY5" fmla="*/ 0 h 71225"/>
                <a:gd name="connsiteX6" fmla="*/ 35560 w 35559"/>
                <a:gd name="connsiteY6" fmla="*/ 15007 h 71225"/>
                <a:gd name="connsiteX7" fmla="*/ 31856 w 35559"/>
                <a:gd name="connsiteY7" fmla="*/ 15007 h 71225"/>
                <a:gd name="connsiteX8" fmla="*/ 14520 w 35559"/>
                <a:gd name="connsiteY8" fmla="*/ 34338 h 71225"/>
                <a:gd name="connsiteX9" fmla="*/ 14520 w 35559"/>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59"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bg2"/>
                </a:solidFill>
              </a:endParaRPr>
            </a:p>
          </p:txBody>
        </p:sp>
        <p:sp>
          <p:nvSpPr>
            <p:cNvPr id="101" name="Freeform 100">
              <a:extLst>
                <a:ext uri="{FF2B5EF4-FFF2-40B4-BE49-F238E27FC236}">
                  <a16:creationId xmlns:a16="http://schemas.microsoft.com/office/drawing/2014/main" id="{4E0732E4-508F-1E44-6A53-D5E542693677}"/>
                </a:ext>
              </a:extLst>
            </p:cNvPr>
            <p:cNvSpPr/>
            <p:nvPr/>
          </p:nvSpPr>
          <p:spPr>
            <a:xfrm>
              <a:off x="4315835" y="6030615"/>
              <a:ext cx="69193" cy="72371"/>
            </a:xfrm>
            <a:custGeom>
              <a:avLst/>
              <a:gdLst>
                <a:gd name="connsiteX0" fmla="*/ 35041 w 69193"/>
                <a:gd name="connsiteY0" fmla="*/ 72372 h 72371"/>
                <a:gd name="connsiteX1" fmla="*/ 0 w 69193"/>
                <a:gd name="connsiteY1" fmla="*/ 36112 h 72371"/>
                <a:gd name="connsiteX2" fmla="*/ 35041 w 69193"/>
                <a:gd name="connsiteY2" fmla="*/ 0 h 72371"/>
                <a:gd name="connsiteX3" fmla="*/ 69194 w 69193"/>
                <a:gd name="connsiteY3" fmla="*/ 34449 h 72371"/>
                <a:gd name="connsiteX4" fmla="*/ 68675 w 69193"/>
                <a:gd name="connsiteY4" fmla="*/ 41582 h 72371"/>
                <a:gd name="connsiteX5" fmla="*/ 15002 w 69193"/>
                <a:gd name="connsiteY5" fmla="*/ 41582 h 72371"/>
                <a:gd name="connsiteX6" fmla="*/ 35004 w 69193"/>
                <a:gd name="connsiteY6" fmla="*/ 60137 h 72371"/>
                <a:gd name="connsiteX7" fmla="*/ 51562 w 69193"/>
                <a:gd name="connsiteY7" fmla="*/ 50342 h 72371"/>
                <a:gd name="connsiteX8" fmla="*/ 67230 w 69193"/>
                <a:gd name="connsiteY8" fmla="*/ 50342 h 72371"/>
                <a:gd name="connsiteX9" fmla="*/ 34967 w 69193"/>
                <a:gd name="connsiteY9" fmla="*/ 72335 h 72371"/>
                <a:gd name="connsiteX10" fmla="*/ 15150 w 69193"/>
                <a:gd name="connsiteY10" fmla="*/ 29865 h 72371"/>
                <a:gd name="connsiteX11" fmla="*/ 54007 w 69193"/>
                <a:gd name="connsiteY11" fmla="*/ 29865 h 72371"/>
                <a:gd name="connsiteX12" fmla="*/ 34375 w 69193"/>
                <a:gd name="connsiteY12" fmla="*/ 12197 h 72371"/>
                <a:gd name="connsiteX13" fmla="*/ 15113 w 69193"/>
                <a:gd name="connsiteY13" fmla="*/ 29865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193" h="72371">
                  <a:moveTo>
                    <a:pt x="35041" y="72372"/>
                  </a:moveTo>
                  <a:cubicBezTo>
                    <a:pt x="14891" y="72372"/>
                    <a:pt x="0" y="58141"/>
                    <a:pt x="0" y="36112"/>
                  </a:cubicBezTo>
                  <a:cubicBezTo>
                    <a:pt x="0" y="14083"/>
                    <a:pt x="14261" y="0"/>
                    <a:pt x="35041" y="0"/>
                  </a:cubicBezTo>
                  <a:cubicBezTo>
                    <a:pt x="55822" y="0"/>
                    <a:pt x="69194" y="13861"/>
                    <a:pt x="69194" y="34449"/>
                  </a:cubicBezTo>
                  <a:cubicBezTo>
                    <a:pt x="69194" y="36851"/>
                    <a:pt x="69083" y="39143"/>
                    <a:pt x="68675" y="41582"/>
                  </a:cubicBezTo>
                  <a:lnTo>
                    <a:pt x="15002" y="41582"/>
                  </a:lnTo>
                  <a:cubicBezTo>
                    <a:pt x="16039" y="53151"/>
                    <a:pt x="24299" y="60137"/>
                    <a:pt x="35004" y="60137"/>
                  </a:cubicBezTo>
                  <a:cubicBezTo>
                    <a:pt x="43931" y="60137"/>
                    <a:pt x="48895" y="55813"/>
                    <a:pt x="51562" y="50342"/>
                  </a:cubicBezTo>
                  <a:lnTo>
                    <a:pt x="67230" y="50342"/>
                  </a:lnTo>
                  <a:cubicBezTo>
                    <a:pt x="63267" y="62540"/>
                    <a:pt x="52192" y="72335"/>
                    <a:pt x="34967" y="72335"/>
                  </a:cubicBezTo>
                  <a:close/>
                  <a:moveTo>
                    <a:pt x="15150" y="29865"/>
                  </a:moveTo>
                  <a:lnTo>
                    <a:pt x="54007" y="29865"/>
                  </a:lnTo>
                  <a:cubicBezTo>
                    <a:pt x="53747" y="19072"/>
                    <a:pt x="45228" y="12197"/>
                    <a:pt x="34375" y="12197"/>
                  </a:cubicBezTo>
                  <a:cubicBezTo>
                    <a:pt x="24559" y="12197"/>
                    <a:pt x="16669" y="18814"/>
                    <a:pt x="15113" y="29865"/>
                  </a:cubicBezTo>
                  <a:close/>
                </a:path>
              </a:pathLst>
            </a:custGeom>
            <a:grpFill/>
            <a:ln w="3692" cap="flat">
              <a:noFill/>
              <a:prstDash val="solid"/>
              <a:miter/>
            </a:ln>
          </p:spPr>
          <p:txBody>
            <a:bodyPr rtlCol="0" anchor="ctr"/>
            <a:lstStyle/>
            <a:p>
              <a:endParaRPr lang="en-US">
                <a:solidFill>
                  <a:schemeClr val="bg2"/>
                </a:solidFill>
              </a:endParaRPr>
            </a:p>
          </p:txBody>
        </p:sp>
        <p:sp>
          <p:nvSpPr>
            <p:cNvPr id="102" name="Freeform 101">
              <a:extLst>
                <a:ext uri="{FF2B5EF4-FFF2-40B4-BE49-F238E27FC236}">
                  <a16:creationId xmlns:a16="http://schemas.microsoft.com/office/drawing/2014/main" id="{1C6D4F5E-EA5D-5116-68B9-2EE7A8B82A96}"/>
                </a:ext>
              </a:extLst>
            </p:cNvPr>
            <p:cNvSpPr/>
            <p:nvPr/>
          </p:nvSpPr>
          <p:spPr>
            <a:xfrm>
              <a:off x="4432442" y="6013428"/>
              <a:ext cx="61933" cy="88376"/>
            </a:xfrm>
            <a:custGeom>
              <a:avLst/>
              <a:gdLst>
                <a:gd name="connsiteX0" fmla="*/ 30596 w 61933"/>
                <a:gd name="connsiteY0" fmla="*/ 52523 h 88376"/>
                <a:gd name="connsiteX1" fmla="*/ 14520 w 61933"/>
                <a:gd name="connsiteY1" fmla="*/ 52523 h 88376"/>
                <a:gd name="connsiteX2" fmla="*/ 14520 w 61933"/>
                <a:gd name="connsiteY2" fmla="*/ 88376 h 88376"/>
                <a:gd name="connsiteX3" fmla="*/ 0 w 61933"/>
                <a:gd name="connsiteY3" fmla="*/ 88376 h 88376"/>
                <a:gd name="connsiteX4" fmla="*/ 0 w 61933"/>
                <a:gd name="connsiteY4" fmla="*/ 0 h 88376"/>
                <a:gd name="connsiteX5" fmla="*/ 30596 w 61933"/>
                <a:gd name="connsiteY5" fmla="*/ 0 h 88376"/>
                <a:gd name="connsiteX6" fmla="*/ 61933 w 61933"/>
                <a:gd name="connsiteY6" fmla="*/ 26317 h 88376"/>
                <a:gd name="connsiteX7" fmla="*/ 30596 w 61933"/>
                <a:gd name="connsiteY7" fmla="*/ 52523 h 88376"/>
                <a:gd name="connsiteX8" fmla="*/ 30596 w 61933"/>
                <a:gd name="connsiteY8" fmla="*/ 40695 h 88376"/>
                <a:gd name="connsiteX9" fmla="*/ 47043 w 61933"/>
                <a:gd name="connsiteY9" fmla="*/ 26317 h 88376"/>
                <a:gd name="connsiteX10" fmla="*/ 30596 w 61933"/>
                <a:gd name="connsiteY10" fmla="*/ 11828 h 88376"/>
                <a:gd name="connsiteX11" fmla="*/ 14520 w 61933"/>
                <a:gd name="connsiteY11" fmla="*/ 11828 h 88376"/>
                <a:gd name="connsiteX12" fmla="*/ 14520 w 61933"/>
                <a:gd name="connsiteY12" fmla="*/ 40695 h 88376"/>
                <a:gd name="connsiteX13" fmla="*/ 30596 w 61933"/>
                <a:gd name="connsiteY13" fmla="*/ 40695 h 8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933" h="88376">
                  <a:moveTo>
                    <a:pt x="30596" y="52523"/>
                  </a:moveTo>
                  <a:lnTo>
                    <a:pt x="14520" y="52523"/>
                  </a:lnTo>
                  <a:lnTo>
                    <a:pt x="14520" y="88376"/>
                  </a:lnTo>
                  <a:lnTo>
                    <a:pt x="0" y="88376"/>
                  </a:lnTo>
                  <a:lnTo>
                    <a:pt x="0" y="0"/>
                  </a:lnTo>
                  <a:lnTo>
                    <a:pt x="30596" y="0"/>
                  </a:lnTo>
                  <a:cubicBezTo>
                    <a:pt x="51636" y="0"/>
                    <a:pt x="61933" y="11939"/>
                    <a:pt x="61933" y="26317"/>
                  </a:cubicBezTo>
                  <a:cubicBezTo>
                    <a:pt x="61933" y="38921"/>
                    <a:pt x="53636" y="52523"/>
                    <a:pt x="30596" y="52523"/>
                  </a:cubicBezTo>
                  <a:close/>
                  <a:moveTo>
                    <a:pt x="30596" y="40695"/>
                  </a:moveTo>
                  <a:cubicBezTo>
                    <a:pt x="41931" y="40695"/>
                    <a:pt x="47043" y="35225"/>
                    <a:pt x="47043" y="26317"/>
                  </a:cubicBezTo>
                  <a:cubicBezTo>
                    <a:pt x="47043" y="17409"/>
                    <a:pt x="41931" y="11828"/>
                    <a:pt x="30596" y="11828"/>
                  </a:cubicBezTo>
                  <a:lnTo>
                    <a:pt x="14520" y="11828"/>
                  </a:lnTo>
                  <a:lnTo>
                    <a:pt x="14520" y="40695"/>
                  </a:lnTo>
                  <a:lnTo>
                    <a:pt x="30596" y="40695"/>
                  </a:lnTo>
                  <a:close/>
                </a:path>
              </a:pathLst>
            </a:custGeom>
            <a:grpFill/>
            <a:ln w="3692" cap="flat">
              <a:noFill/>
              <a:prstDash val="solid"/>
              <a:miter/>
            </a:ln>
          </p:spPr>
          <p:txBody>
            <a:bodyPr rtlCol="0" anchor="ctr"/>
            <a:lstStyle/>
            <a:p>
              <a:endParaRPr lang="en-US">
                <a:solidFill>
                  <a:schemeClr val="bg2"/>
                </a:solidFill>
              </a:endParaRPr>
            </a:p>
          </p:txBody>
        </p:sp>
        <p:sp>
          <p:nvSpPr>
            <p:cNvPr id="103" name="Freeform 102">
              <a:extLst>
                <a:ext uri="{FF2B5EF4-FFF2-40B4-BE49-F238E27FC236}">
                  <a16:creationId xmlns:a16="http://schemas.microsoft.com/office/drawing/2014/main" id="{F19A70B1-4CD9-665C-2E80-08294159DB0B}"/>
                </a:ext>
              </a:extLst>
            </p:cNvPr>
            <p:cNvSpPr/>
            <p:nvPr/>
          </p:nvSpPr>
          <p:spPr>
            <a:xfrm>
              <a:off x="4505117" y="6007735"/>
              <a:ext cx="14520" cy="94105"/>
            </a:xfrm>
            <a:custGeom>
              <a:avLst/>
              <a:gdLst>
                <a:gd name="connsiteX0" fmla="*/ 0 w 14520"/>
                <a:gd name="connsiteY0" fmla="*/ 0 h 94105"/>
                <a:gd name="connsiteX1" fmla="*/ 14520 w 14520"/>
                <a:gd name="connsiteY1" fmla="*/ 0 h 94105"/>
                <a:gd name="connsiteX2" fmla="*/ 14520 w 14520"/>
                <a:gd name="connsiteY2" fmla="*/ 94105 h 94105"/>
                <a:gd name="connsiteX3" fmla="*/ 0 w 14520"/>
                <a:gd name="connsiteY3" fmla="*/ 94105 h 94105"/>
                <a:gd name="connsiteX4" fmla="*/ 0 w 14520"/>
                <a:gd name="connsiteY4" fmla="*/ 0 h 94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0" h="94105">
                  <a:moveTo>
                    <a:pt x="0" y="0"/>
                  </a:moveTo>
                  <a:lnTo>
                    <a:pt x="14520" y="0"/>
                  </a:lnTo>
                  <a:lnTo>
                    <a:pt x="14520" y="94105"/>
                  </a:lnTo>
                  <a:lnTo>
                    <a:pt x="0" y="94105"/>
                  </a:lnTo>
                  <a:lnTo>
                    <a:pt x="0" y="0"/>
                  </a:lnTo>
                  <a:close/>
                </a:path>
              </a:pathLst>
            </a:custGeom>
            <a:grpFill/>
            <a:ln w="3692" cap="flat">
              <a:noFill/>
              <a:prstDash val="solid"/>
              <a:miter/>
            </a:ln>
          </p:spPr>
          <p:txBody>
            <a:bodyPr rtlCol="0" anchor="ctr"/>
            <a:lstStyle/>
            <a:p>
              <a:endParaRPr lang="en-US">
                <a:solidFill>
                  <a:schemeClr val="bg2"/>
                </a:solidFill>
              </a:endParaRPr>
            </a:p>
          </p:txBody>
        </p:sp>
        <p:sp>
          <p:nvSpPr>
            <p:cNvPr id="104" name="Freeform 103">
              <a:extLst>
                <a:ext uri="{FF2B5EF4-FFF2-40B4-BE49-F238E27FC236}">
                  <a16:creationId xmlns:a16="http://schemas.microsoft.com/office/drawing/2014/main" id="{E9E89432-8CE9-9591-7102-DAA61DA37ADE}"/>
                </a:ext>
              </a:extLst>
            </p:cNvPr>
            <p:cNvSpPr/>
            <p:nvPr/>
          </p:nvSpPr>
          <p:spPr>
            <a:xfrm>
              <a:off x="4532861" y="6030615"/>
              <a:ext cx="72157" cy="72371"/>
            </a:xfrm>
            <a:custGeom>
              <a:avLst/>
              <a:gdLst>
                <a:gd name="connsiteX0" fmla="*/ 33152 w 72157"/>
                <a:gd name="connsiteY0" fmla="*/ 0 h 72371"/>
                <a:gd name="connsiteX1" fmla="*/ 57489 w 72157"/>
                <a:gd name="connsiteY1" fmla="*/ 11310 h 72371"/>
                <a:gd name="connsiteX2" fmla="*/ 57489 w 72157"/>
                <a:gd name="connsiteY2" fmla="*/ 1146 h 72371"/>
                <a:gd name="connsiteX3" fmla="*/ 72157 w 72157"/>
                <a:gd name="connsiteY3" fmla="*/ 1146 h 72371"/>
                <a:gd name="connsiteX4" fmla="*/ 72157 w 72157"/>
                <a:gd name="connsiteY4" fmla="*/ 71226 h 72371"/>
                <a:gd name="connsiteX5" fmla="*/ 57489 w 72157"/>
                <a:gd name="connsiteY5" fmla="*/ 71226 h 72371"/>
                <a:gd name="connsiteX6" fmla="*/ 57489 w 72157"/>
                <a:gd name="connsiteY6" fmla="*/ 60802 h 72371"/>
                <a:gd name="connsiteX7" fmla="*/ 32893 w 72157"/>
                <a:gd name="connsiteY7" fmla="*/ 72372 h 72371"/>
                <a:gd name="connsiteX8" fmla="*/ 0 w 72157"/>
                <a:gd name="connsiteY8" fmla="*/ 35853 h 72371"/>
                <a:gd name="connsiteX9" fmla="*/ 33152 w 72157"/>
                <a:gd name="connsiteY9" fmla="*/ 0 h 72371"/>
                <a:gd name="connsiteX10" fmla="*/ 36190 w 72157"/>
                <a:gd name="connsiteY10" fmla="*/ 12604 h 72371"/>
                <a:gd name="connsiteX11" fmla="*/ 14891 w 72157"/>
                <a:gd name="connsiteY11" fmla="*/ 35890 h 72371"/>
                <a:gd name="connsiteX12" fmla="*/ 36190 w 72157"/>
                <a:gd name="connsiteY12" fmla="*/ 59804 h 72371"/>
                <a:gd name="connsiteX13" fmla="*/ 57489 w 72157"/>
                <a:gd name="connsiteY13" fmla="*/ 36149 h 72371"/>
                <a:gd name="connsiteX14" fmla="*/ 36190 w 72157"/>
                <a:gd name="connsiteY14" fmla="*/ 12604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2157" h="72371">
                  <a:moveTo>
                    <a:pt x="33152" y="0"/>
                  </a:moveTo>
                  <a:cubicBezTo>
                    <a:pt x="45006" y="0"/>
                    <a:pt x="53155" y="5581"/>
                    <a:pt x="57489" y="11310"/>
                  </a:cubicBezTo>
                  <a:lnTo>
                    <a:pt x="57489" y="1146"/>
                  </a:lnTo>
                  <a:lnTo>
                    <a:pt x="72157" y="1146"/>
                  </a:lnTo>
                  <a:lnTo>
                    <a:pt x="72157" y="71226"/>
                  </a:lnTo>
                  <a:lnTo>
                    <a:pt x="57489" y="71226"/>
                  </a:lnTo>
                  <a:lnTo>
                    <a:pt x="57489" y="60802"/>
                  </a:lnTo>
                  <a:cubicBezTo>
                    <a:pt x="53044" y="66790"/>
                    <a:pt x="44635" y="72372"/>
                    <a:pt x="32893" y="72372"/>
                  </a:cubicBezTo>
                  <a:cubicBezTo>
                    <a:pt x="14669" y="72372"/>
                    <a:pt x="0" y="57476"/>
                    <a:pt x="0" y="35853"/>
                  </a:cubicBezTo>
                  <a:cubicBezTo>
                    <a:pt x="0" y="14230"/>
                    <a:pt x="14669" y="0"/>
                    <a:pt x="33152" y="0"/>
                  </a:cubicBezTo>
                  <a:close/>
                  <a:moveTo>
                    <a:pt x="36190" y="12604"/>
                  </a:moveTo>
                  <a:cubicBezTo>
                    <a:pt x="25374" y="12604"/>
                    <a:pt x="14891" y="20736"/>
                    <a:pt x="14891" y="35890"/>
                  </a:cubicBezTo>
                  <a:cubicBezTo>
                    <a:pt x="14891" y="51044"/>
                    <a:pt x="25337" y="59804"/>
                    <a:pt x="36190" y="59804"/>
                  </a:cubicBezTo>
                  <a:cubicBezTo>
                    <a:pt x="47043" y="59804"/>
                    <a:pt x="57489" y="51266"/>
                    <a:pt x="57489" y="36149"/>
                  </a:cubicBezTo>
                  <a:cubicBezTo>
                    <a:pt x="57489" y="21031"/>
                    <a:pt x="47154" y="12604"/>
                    <a:pt x="36190" y="12604"/>
                  </a:cubicBezTo>
                  <a:close/>
                </a:path>
              </a:pathLst>
            </a:custGeom>
            <a:grpFill/>
            <a:ln w="3692" cap="flat">
              <a:noFill/>
              <a:prstDash val="solid"/>
              <a:miter/>
            </a:ln>
          </p:spPr>
          <p:txBody>
            <a:bodyPr rtlCol="0" anchor="ctr"/>
            <a:lstStyle/>
            <a:p>
              <a:endParaRPr lang="en-US">
                <a:solidFill>
                  <a:schemeClr val="bg2"/>
                </a:solidFill>
              </a:endParaRPr>
            </a:p>
          </p:txBody>
        </p:sp>
        <p:sp>
          <p:nvSpPr>
            <p:cNvPr id="105" name="Freeform 104">
              <a:extLst>
                <a:ext uri="{FF2B5EF4-FFF2-40B4-BE49-F238E27FC236}">
                  <a16:creationId xmlns:a16="http://schemas.microsoft.com/office/drawing/2014/main" id="{AEB15FB4-4016-F486-3C97-5881B8D5734C}"/>
                </a:ext>
              </a:extLst>
            </p:cNvPr>
            <p:cNvSpPr/>
            <p:nvPr/>
          </p:nvSpPr>
          <p:spPr>
            <a:xfrm>
              <a:off x="4616427" y="6014352"/>
              <a:ext cx="40041" cy="87488"/>
            </a:xfrm>
            <a:custGeom>
              <a:avLst/>
              <a:gdLst>
                <a:gd name="connsiteX0" fmla="*/ 8297 w 40041"/>
                <a:gd name="connsiteY0" fmla="*/ 29237 h 87488"/>
                <a:gd name="connsiteX1" fmla="*/ 0 w 40041"/>
                <a:gd name="connsiteY1" fmla="*/ 29237 h 87488"/>
                <a:gd name="connsiteX2" fmla="*/ 0 w 40041"/>
                <a:gd name="connsiteY2" fmla="*/ 17409 h 87488"/>
                <a:gd name="connsiteX3" fmla="*/ 8297 w 40041"/>
                <a:gd name="connsiteY3" fmla="*/ 17409 h 87488"/>
                <a:gd name="connsiteX4" fmla="*/ 8297 w 40041"/>
                <a:gd name="connsiteY4" fmla="*/ 0 h 87488"/>
                <a:gd name="connsiteX5" fmla="*/ 22966 w 40041"/>
                <a:gd name="connsiteY5" fmla="*/ 0 h 87488"/>
                <a:gd name="connsiteX6" fmla="*/ 22966 w 40041"/>
                <a:gd name="connsiteY6" fmla="*/ 17409 h 87488"/>
                <a:gd name="connsiteX7" fmla="*/ 40042 w 40041"/>
                <a:gd name="connsiteY7" fmla="*/ 17409 h 87488"/>
                <a:gd name="connsiteX8" fmla="*/ 40042 w 40041"/>
                <a:gd name="connsiteY8" fmla="*/ 29237 h 87488"/>
                <a:gd name="connsiteX9" fmla="*/ 22966 w 40041"/>
                <a:gd name="connsiteY9" fmla="*/ 29237 h 87488"/>
                <a:gd name="connsiteX10" fmla="*/ 22966 w 40041"/>
                <a:gd name="connsiteY10" fmla="*/ 68010 h 87488"/>
                <a:gd name="connsiteX11" fmla="*/ 31115 w 40041"/>
                <a:gd name="connsiteY11" fmla="*/ 75402 h 87488"/>
                <a:gd name="connsiteX12" fmla="*/ 40042 w 40041"/>
                <a:gd name="connsiteY12" fmla="*/ 75402 h 87488"/>
                <a:gd name="connsiteX13" fmla="*/ 40042 w 40041"/>
                <a:gd name="connsiteY13" fmla="*/ 87489 h 87488"/>
                <a:gd name="connsiteX14" fmla="*/ 28559 w 40041"/>
                <a:gd name="connsiteY14" fmla="*/ 87489 h 87488"/>
                <a:gd name="connsiteX15" fmla="*/ 8297 w 40041"/>
                <a:gd name="connsiteY15" fmla="*/ 68047 h 87488"/>
                <a:gd name="connsiteX16" fmla="*/ 8297 w 40041"/>
                <a:gd name="connsiteY16" fmla="*/ 29274 h 8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041" h="87488">
                  <a:moveTo>
                    <a:pt x="8297" y="29237"/>
                  </a:moveTo>
                  <a:lnTo>
                    <a:pt x="0" y="29237"/>
                  </a:lnTo>
                  <a:lnTo>
                    <a:pt x="0" y="17409"/>
                  </a:lnTo>
                  <a:lnTo>
                    <a:pt x="8297" y="17409"/>
                  </a:lnTo>
                  <a:lnTo>
                    <a:pt x="8297" y="0"/>
                  </a:lnTo>
                  <a:lnTo>
                    <a:pt x="22966" y="0"/>
                  </a:lnTo>
                  <a:lnTo>
                    <a:pt x="22966" y="17409"/>
                  </a:lnTo>
                  <a:lnTo>
                    <a:pt x="40042" y="17409"/>
                  </a:lnTo>
                  <a:lnTo>
                    <a:pt x="40042" y="29237"/>
                  </a:lnTo>
                  <a:lnTo>
                    <a:pt x="22966" y="29237"/>
                  </a:lnTo>
                  <a:lnTo>
                    <a:pt x="22966" y="68010"/>
                  </a:lnTo>
                  <a:cubicBezTo>
                    <a:pt x="22966" y="73222"/>
                    <a:pt x="25003" y="75402"/>
                    <a:pt x="31115" y="75402"/>
                  </a:cubicBezTo>
                  <a:lnTo>
                    <a:pt x="40042" y="75402"/>
                  </a:lnTo>
                  <a:lnTo>
                    <a:pt x="40042" y="87489"/>
                  </a:lnTo>
                  <a:lnTo>
                    <a:pt x="28559" y="87489"/>
                  </a:lnTo>
                  <a:cubicBezTo>
                    <a:pt x="16076" y="87489"/>
                    <a:pt x="8297" y="82277"/>
                    <a:pt x="8297" y="68047"/>
                  </a:cubicBezTo>
                  <a:lnTo>
                    <a:pt x="8297" y="29274"/>
                  </a:lnTo>
                  <a:close/>
                </a:path>
              </a:pathLst>
            </a:custGeom>
            <a:grpFill/>
            <a:ln w="3692" cap="flat">
              <a:noFill/>
              <a:prstDash val="solid"/>
              <a:miter/>
            </a:ln>
          </p:spPr>
          <p:txBody>
            <a:bodyPr rtlCol="0" anchor="ctr"/>
            <a:lstStyle/>
            <a:p>
              <a:endParaRPr lang="en-US">
                <a:solidFill>
                  <a:schemeClr val="bg2"/>
                </a:solidFill>
              </a:endParaRPr>
            </a:p>
          </p:txBody>
        </p:sp>
        <p:sp>
          <p:nvSpPr>
            <p:cNvPr id="106" name="Freeform 105">
              <a:extLst>
                <a:ext uri="{FF2B5EF4-FFF2-40B4-BE49-F238E27FC236}">
                  <a16:creationId xmlns:a16="http://schemas.microsoft.com/office/drawing/2014/main" id="{7299B3B3-816A-34D3-457C-FB69B9F7F393}"/>
                </a:ext>
              </a:extLst>
            </p:cNvPr>
            <p:cNvSpPr/>
            <p:nvPr/>
          </p:nvSpPr>
          <p:spPr>
            <a:xfrm>
              <a:off x="4663804" y="6003670"/>
              <a:ext cx="35967" cy="98170"/>
            </a:xfrm>
            <a:custGeom>
              <a:avLst/>
              <a:gdLst>
                <a:gd name="connsiteX0" fmla="*/ 8297 w 35967"/>
                <a:gd name="connsiteY0" fmla="*/ 39919 h 98170"/>
                <a:gd name="connsiteX1" fmla="*/ 0 w 35967"/>
                <a:gd name="connsiteY1" fmla="*/ 39919 h 98170"/>
                <a:gd name="connsiteX2" fmla="*/ 0 w 35967"/>
                <a:gd name="connsiteY2" fmla="*/ 28091 h 98170"/>
                <a:gd name="connsiteX3" fmla="*/ 8297 w 35967"/>
                <a:gd name="connsiteY3" fmla="*/ 28091 h 98170"/>
                <a:gd name="connsiteX4" fmla="*/ 8297 w 35967"/>
                <a:gd name="connsiteY4" fmla="*/ 23138 h 98170"/>
                <a:gd name="connsiteX5" fmla="*/ 34930 w 35967"/>
                <a:gd name="connsiteY5" fmla="*/ 0 h 98170"/>
                <a:gd name="connsiteX6" fmla="*/ 34930 w 35967"/>
                <a:gd name="connsiteY6" fmla="*/ 12087 h 98170"/>
                <a:gd name="connsiteX7" fmla="*/ 22966 w 35967"/>
                <a:gd name="connsiteY7" fmla="*/ 23138 h 98170"/>
                <a:gd name="connsiteX8" fmla="*/ 22966 w 35967"/>
                <a:gd name="connsiteY8" fmla="*/ 28091 h 98170"/>
                <a:gd name="connsiteX9" fmla="*/ 35967 w 35967"/>
                <a:gd name="connsiteY9" fmla="*/ 28091 h 98170"/>
                <a:gd name="connsiteX10" fmla="*/ 35967 w 35967"/>
                <a:gd name="connsiteY10" fmla="*/ 39919 h 98170"/>
                <a:gd name="connsiteX11" fmla="*/ 22966 w 35967"/>
                <a:gd name="connsiteY11" fmla="*/ 39919 h 98170"/>
                <a:gd name="connsiteX12" fmla="*/ 22966 w 35967"/>
                <a:gd name="connsiteY12" fmla="*/ 98171 h 98170"/>
                <a:gd name="connsiteX13" fmla="*/ 8297 w 35967"/>
                <a:gd name="connsiteY13" fmla="*/ 98171 h 98170"/>
                <a:gd name="connsiteX14" fmla="*/ 8297 w 35967"/>
                <a:gd name="connsiteY14" fmla="*/ 39919 h 9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967" h="98170">
                  <a:moveTo>
                    <a:pt x="8297" y="39919"/>
                  </a:moveTo>
                  <a:lnTo>
                    <a:pt x="0" y="39919"/>
                  </a:lnTo>
                  <a:lnTo>
                    <a:pt x="0" y="28091"/>
                  </a:lnTo>
                  <a:lnTo>
                    <a:pt x="8297" y="28091"/>
                  </a:lnTo>
                  <a:lnTo>
                    <a:pt x="8297" y="23138"/>
                  </a:lnTo>
                  <a:cubicBezTo>
                    <a:pt x="8297" y="6986"/>
                    <a:pt x="16595" y="0"/>
                    <a:pt x="34930" y="0"/>
                  </a:cubicBezTo>
                  <a:lnTo>
                    <a:pt x="34930" y="12087"/>
                  </a:lnTo>
                  <a:cubicBezTo>
                    <a:pt x="26003" y="12087"/>
                    <a:pt x="22966" y="15154"/>
                    <a:pt x="22966" y="23138"/>
                  </a:cubicBezTo>
                  <a:lnTo>
                    <a:pt x="22966" y="28091"/>
                  </a:lnTo>
                  <a:lnTo>
                    <a:pt x="35967" y="28091"/>
                  </a:lnTo>
                  <a:lnTo>
                    <a:pt x="35967" y="39919"/>
                  </a:lnTo>
                  <a:lnTo>
                    <a:pt x="22966" y="39919"/>
                  </a:lnTo>
                  <a:lnTo>
                    <a:pt x="22966" y="98171"/>
                  </a:lnTo>
                  <a:lnTo>
                    <a:pt x="8297" y="98171"/>
                  </a:lnTo>
                  <a:lnTo>
                    <a:pt x="8297" y="39919"/>
                  </a:lnTo>
                  <a:close/>
                </a:path>
              </a:pathLst>
            </a:custGeom>
            <a:grpFill/>
            <a:ln w="3692" cap="flat">
              <a:noFill/>
              <a:prstDash val="solid"/>
              <a:miter/>
            </a:ln>
          </p:spPr>
          <p:txBody>
            <a:bodyPr rtlCol="0" anchor="ctr"/>
            <a:lstStyle/>
            <a:p>
              <a:endParaRPr lang="en-US">
                <a:solidFill>
                  <a:schemeClr val="bg2"/>
                </a:solidFill>
              </a:endParaRPr>
            </a:p>
          </p:txBody>
        </p:sp>
        <p:sp>
          <p:nvSpPr>
            <p:cNvPr id="107" name="Freeform 106">
              <a:extLst>
                <a:ext uri="{FF2B5EF4-FFF2-40B4-BE49-F238E27FC236}">
                  <a16:creationId xmlns:a16="http://schemas.microsoft.com/office/drawing/2014/main" id="{DCD241B0-2E8F-F4AA-6F07-41BFFA00B280}"/>
                </a:ext>
              </a:extLst>
            </p:cNvPr>
            <p:cNvSpPr/>
            <p:nvPr/>
          </p:nvSpPr>
          <p:spPr>
            <a:xfrm>
              <a:off x="4704364" y="6030615"/>
              <a:ext cx="71638" cy="72371"/>
            </a:xfrm>
            <a:custGeom>
              <a:avLst/>
              <a:gdLst>
                <a:gd name="connsiteX0" fmla="*/ 35190 w 71638"/>
                <a:gd name="connsiteY0" fmla="*/ 72372 h 72371"/>
                <a:gd name="connsiteX1" fmla="*/ 0 w 71638"/>
                <a:gd name="connsiteY1" fmla="*/ 36112 h 72371"/>
                <a:gd name="connsiteX2" fmla="*/ 35819 w 71638"/>
                <a:gd name="connsiteY2" fmla="*/ 0 h 72371"/>
                <a:gd name="connsiteX3" fmla="*/ 71639 w 71638"/>
                <a:gd name="connsiteY3" fmla="*/ 36112 h 72371"/>
                <a:gd name="connsiteX4" fmla="*/ 35190 w 71638"/>
                <a:gd name="connsiteY4" fmla="*/ 72372 h 72371"/>
                <a:gd name="connsiteX5" fmla="*/ 35190 w 71638"/>
                <a:gd name="connsiteY5" fmla="*/ 59767 h 72371"/>
                <a:gd name="connsiteX6" fmla="*/ 56711 w 71638"/>
                <a:gd name="connsiteY6" fmla="*/ 36112 h 72371"/>
                <a:gd name="connsiteX7" fmla="*/ 35560 w 71638"/>
                <a:gd name="connsiteY7" fmla="*/ 12567 h 72371"/>
                <a:gd name="connsiteX8" fmla="*/ 14780 w 71638"/>
                <a:gd name="connsiteY8" fmla="*/ 36112 h 72371"/>
                <a:gd name="connsiteX9" fmla="*/ 35190 w 71638"/>
                <a:gd name="connsiteY9" fmla="*/ 59767 h 7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638" h="72371">
                  <a:moveTo>
                    <a:pt x="35190" y="72372"/>
                  </a:moveTo>
                  <a:cubicBezTo>
                    <a:pt x="15187" y="72372"/>
                    <a:pt x="0" y="58141"/>
                    <a:pt x="0" y="36112"/>
                  </a:cubicBezTo>
                  <a:cubicBezTo>
                    <a:pt x="0" y="14083"/>
                    <a:pt x="15817" y="0"/>
                    <a:pt x="35819" y="0"/>
                  </a:cubicBezTo>
                  <a:cubicBezTo>
                    <a:pt x="55822" y="0"/>
                    <a:pt x="71639" y="14119"/>
                    <a:pt x="71639" y="36112"/>
                  </a:cubicBezTo>
                  <a:cubicBezTo>
                    <a:pt x="71639" y="58104"/>
                    <a:pt x="55340" y="72372"/>
                    <a:pt x="35190" y="72372"/>
                  </a:cubicBezTo>
                  <a:close/>
                  <a:moveTo>
                    <a:pt x="35190" y="59767"/>
                  </a:moveTo>
                  <a:cubicBezTo>
                    <a:pt x="46006" y="59767"/>
                    <a:pt x="56711" y="52006"/>
                    <a:pt x="56711" y="36112"/>
                  </a:cubicBezTo>
                  <a:cubicBezTo>
                    <a:pt x="56711" y="20218"/>
                    <a:pt x="46376" y="12567"/>
                    <a:pt x="35560" y="12567"/>
                  </a:cubicBezTo>
                  <a:cubicBezTo>
                    <a:pt x="24744" y="12567"/>
                    <a:pt x="14780" y="20181"/>
                    <a:pt x="14780" y="36112"/>
                  </a:cubicBezTo>
                  <a:cubicBezTo>
                    <a:pt x="14780" y="52042"/>
                    <a:pt x="24225" y="59767"/>
                    <a:pt x="35190" y="59767"/>
                  </a:cubicBezTo>
                  <a:close/>
                </a:path>
              </a:pathLst>
            </a:custGeom>
            <a:grpFill/>
            <a:ln w="3692" cap="flat">
              <a:noFill/>
              <a:prstDash val="solid"/>
              <a:miter/>
            </a:ln>
          </p:spPr>
          <p:txBody>
            <a:bodyPr rtlCol="0" anchor="ctr"/>
            <a:lstStyle/>
            <a:p>
              <a:endParaRPr lang="en-US">
                <a:solidFill>
                  <a:schemeClr val="bg2"/>
                </a:solidFill>
              </a:endParaRPr>
            </a:p>
          </p:txBody>
        </p:sp>
        <p:sp>
          <p:nvSpPr>
            <p:cNvPr id="108" name="Freeform 107">
              <a:extLst>
                <a:ext uri="{FF2B5EF4-FFF2-40B4-BE49-F238E27FC236}">
                  <a16:creationId xmlns:a16="http://schemas.microsoft.com/office/drawing/2014/main" id="{36D18A6E-5908-2516-DA06-422691169A53}"/>
                </a:ext>
              </a:extLst>
            </p:cNvPr>
            <p:cNvSpPr/>
            <p:nvPr/>
          </p:nvSpPr>
          <p:spPr>
            <a:xfrm>
              <a:off x="4786560" y="6030615"/>
              <a:ext cx="35560" cy="71225"/>
            </a:xfrm>
            <a:custGeom>
              <a:avLst/>
              <a:gdLst>
                <a:gd name="connsiteX0" fmla="*/ 14520 w 35560"/>
                <a:gd name="connsiteY0" fmla="*/ 71226 h 71225"/>
                <a:gd name="connsiteX1" fmla="*/ 0 w 35560"/>
                <a:gd name="connsiteY1" fmla="*/ 71226 h 71225"/>
                <a:gd name="connsiteX2" fmla="*/ 0 w 35560"/>
                <a:gd name="connsiteY2" fmla="*/ 1146 h 71225"/>
                <a:gd name="connsiteX3" fmla="*/ 14520 w 35560"/>
                <a:gd name="connsiteY3" fmla="*/ 1146 h 71225"/>
                <a:gd name="connsiteX4" fmla="*/ 14520 w 35560"/>
                <a:gd name="connsiteY4" fmla="*/ 11310 h 71225"/>
                <a:gd name="connsiteX5" fmla="*/ 35560 w 35560"/>
                <a:gd name="connsiteY5" fmla="*/ 0 h 71225"/>
                <a:gd name="connsiteX6" fmla="*/ 35560 w 35560"/>
                <a:gd name="connsiteY6" fmla="*/ 15007 h 71225"/>
                <a:gd name="connsiteX7" fmla="*/ 31856 w 35560"/>
                <a:gd name="connsiteY7" fmla="*/ 15007 h 71225"/>
                <a:gd name="connsiteX8" fmla="*/ 14520 w 35560"/>
                <a:gd name="connsiteY8" fmla="*/ 34338 h 71225"/>
                <a:gd name="connsiteX9" fmla="*/ 14520 w 35560"/>
                <a:gd name="connsiteY9" fmla="*/ 7122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60" h="71225">
                  <a:moveTo>
                    <a:pt x="14520" y="71226"/>
                  </a:moveTo>
                  <a:lnTo>
                    <a:pt x="0" y="71226"/>
                  </a:lnTo>
                  <a:lnTo>
                    <a:pt x="0" y="1146"/>
                  </a:lnTo>
                  <a:lnTo>
                    <a:pt x="14520" y="1146"/>
                  </a:lnTo>
                  <a:lnTo>
                    <a:pt x="14520" y="11310"/>
                  </a:lnTo>
                  <a:cubicBezTo>
                    <a:pt x="18595" y="4325"/>
                    <a:pt x="25596" y="0"/>
                    <a:pt x="35560" y="0"/>
                  </a:cubicBezTo>
                  <a:lnTo>
                    <a:pt x="35560" y="15007"/>
                  </a:lnTo>
                  <a:lnTo>
                    <a:pt x="31856" y="15007"/>
                  </a:lnTo>
                  <a:cubicBezTo>
                    <a:pt x="21151" y="15007"/>
                    <a:pt x="14520" y="19479"/>
                    <a:pt x="14520" y="34338"/>
                  </a:cubicBezTo>
                  <a:lnTo>
                    <a:pt x="14520" y="71226"/>
                  </a:lnTo>
                  <a:close/>
                </a:path>
              </a:pathLst>
            </a:custGeom>
            <a:grpFill/>
            <a:ln w="3692" cap="flat">
              <a:noFill/>
              <a:prstDash val="solid"/>
              <a:miter/>
            </a:ln>
          </p:spPr>
          <p:txBody>
            <a:bodyPr rtlCol="0" anchor="ctr"/>
            <a:lstStyle/>
            <a:p>
              <a:endParaRPr lang="en-US">
                <a:solidFill>
                  <a:schemeClr val="bg2"/>
                </a:solidFill>
              </a:endParaRPr>
            </a:p>
          </p:txBody>
        </p:sp>
        <p:sp>
          <p:nvSpPr>
            <p:cNvPr id="109" name="Freeform 108">
              <a:extLst>
                <a:ext uri="{FF2B5EF4-FFF2-40B4-BE49-F238E27FC236}">
                  <a16:creationId xmlns:a16="http://schemas.microsoft.com/office/drawing/2014/main" id="{788E7052-9F4C-8012-86F1-1E18B8B2FBCD}"/>
                </a:ext>
              </a:extLst>
            </p:cNvPr>
            <p:cNvSpPr/>
            <p:nvPr/>
          </p:nvSpPr>
          <p:spPr>
            <a:xfrm>
              <a:off x="4832602" y="6030615"/>
              <a:ext cx="113939" cy="71225"/>
            </a:xfrm>
            <a:custGeom>
              <a:avLst/>
              <a:gdLst>
                <a:gd name="connsiteX0" fmla="*/ 99531 w 113939"/>
                <a:gd name="connsiteY0" fmla="*/ 32046 h 71225"/>
                <a:gd name="connsiteX1" fmla="*/ 81936 w 113939"/>
                <a:gd name="connsiteY1" fmla="*/ 12604 h 71225"/>
                <a:gd name="connsiteX2" fmla="*/ 64230 w 113939"/>
                <a:gd name="connsiteY2" fmla="*/ 32046 h 71225"/>
                <a:gd name="connsiteX3" fmla="*/ 64230 w 113939"/>
                <a:gd name="connsiteY3" fmla="*/ 71226 h 71225"/>
                <a:gd name="connsiteX4" fmla="*/ 49821 w 113939"/>
                <a:gd name="connsiteY4" fmla="*/ 71226 h 71225"/>
                <a:gd name="connsiteX5" fmla="*/ 49821 w 113939"/>
                <a:gd name="connsiteY5" fmla="*/ 32046 h 71225"/>
                <a:gd name="connsiteX6" fmla="*/ 32226 w 113939"/>
                <a:gd name="connsiteY6" fmla="*/ 12604 h 71225"/>
                <a:gd name="connsiteX7" fmla="*/ 14520 w 113939"/>
                <a:gd name="connsiteY7" fmla="*/ 32046 h 71225"/>
                <a:gd name="connsiteX8" fmla="*/ 14520 w 113939"/>
                <a:gd name="connsiteY8" fmla="*/ 71226 h 71225"/>
                <a:gd name="connsiteX9" fmla="*/ 0 w 113939"/>
                <a:gd name="connsiteY9" fmla="*/ 71226 h 71225"/>
                <a:gd name="connsiteX10" fmla="*/ 0 w 113939"/>
                <a:gd name="connsiteY10" fmla="*/ 1146 h 71225"/>
                <a:gd name="connsiteX11" fmla="*/ 14520 w 113939"/>
                <a:gd name="connsiteY11" fmla="*/ 1146 h 71225"/>
                <a:gd name="connsiteX12" fmla="*/ 14520 w 113939"/>
                <a:gd name="connsiteY12" fmla="*/ 9167 h 71225"/>
                <a:gd name="connsiteX13" fmla="*/ 35301 w 113939"/>
                <a:gd name="connsiteY13" fmla="*/ 0 h 71225"/>
                <a:gd name="connsiteX14" fmla="*/ 60526 w 113939"/>
                <a:gd name="connsiteY14" fmla="*/ 13861 h 71225"/>
                <a:gd name="connsiteX15" fmla="*/ 85010 w 113939"/>
                <a:gd name="connsiteY15" fmla="*/ 0 h 71225"/>
                <a:gd name="connsiteX16" fmla="*/ 113940 w 113939"/>
                <a:gd name="connsiteY16" fmla="*/ 29902 h 71225"/>
                <a:gd name="connsiteX17" fmla="*/ 113940 w 113939"/>
                <a:gd name="connsiteY17" fmla="*/ 71226 h 71225"/>
                <a:gd name="connsiteX18" fmla="*/ 99531 w 113939"/>
                <a:gd name="connsiteY18" fmla="*/ 71226 h 71225"/>
                <a:gd name="connsiteX19" fmla="*/ 99531 w 113939"/>
                <a:gd name="connsiteY19" fmla="*/ 32046 h 7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939" h="71225">
                  <a:moveTo>
                    <a:pt x="99531" y="32046"/>
                  </a:moveTo>
                  <a:cubicBezTo>
                    <a:pt x="99531" y="19183"/>
                    <a:pt x="92530" y="12604"/>
                    <a:pt x="81936" y="12604"/>
                  </a:cubicBezTo>
                  <a:cubicBezTo>
                    <a:pt x="71342" y="12604"/>
                    <a:pt x="64230" y="19220"/>
                    <a:pt x="64230" y="32046"/>
                  </a:cubicBezTo>
                  <a:lnTo>
                    <a:pt x="64230" y="71226"/>
                  </a:lnTo>
                  <a:lnTo>
                    <a:pt x="49821" y="71226"/>
                  </a:lnTo>
                  <a:lnTo>
                    <a:pt x="49821" y="32046"/>
                  </a:lnTo>
                  <a:cubicBezTo>
                    <a:pt x="49821" y="19183"/>
                    <a:pt x="42820" y="12604"/>
                    <a:pt x="32226" y="12604"/>
                  </a:cubicBezTo>
                  <a:cubicBezTo>
                    <a:pt x="21632" y="12604"/>
                    <a:pt x="14520" y="19220"/>
                    <a:pt x="14520" y="32046"/>
                  </a:cubicBezTo>
                  <a:lnTo>
                    <a:pt x="14520" y="71226"/>
                  </a:lnTo>
                  <a:lnTo>
                    <a:pt x="0" y="71226"/>
                  </a:lnTo>
                  <a:lnTo>
                    <a:pt x="0" y="1146"/>
                  </a:lnTo>
                  <a:lnTo>
                    <a:pt x="14520" y="1146"/>
                  </a:lnTo>
                  <a:lnTo>
                    <a:pt x="14520" y="9167"/>
                  </a:lnTo>
                  <a:cubicBezTo>
                    <a:pt x="19224" y="3437"/>
                    <a:pt x="26892" y="0"/>
                    <a:pt x="35301" y="0"/>
                  </a:cubicBezTo>
                  <a:cubicBezTo>
                    <a:pt x="46376" y="0"/>
                    <a:pt x="55673" y="4694"/>
                    <a:pt x="60526" y="13861"/>
                  </a:cubicBezTo>
                  <a:cubicBezTo>
                    <a:pt x="64860" y="5359"/>
                    <a:pt x="74787" y="0"/>
                    <a:pt x="85010" y="0"/>
                  </a:cubicBezTo>
                  <a:cubicBezTo>
                    <a:pt x="101457" y="0"/>
                    <a:pt x="113940" y="10312"/>
                    <a:pt x="113940" y="29902"/>
                  </a:cubicBezTo>
                  <a:lnTo>
                    <a:pt x="113940" y="71226"/>
                  </a:lnTo>
                  <a:lnTo>
                    <a:pt x="99531" y="71226"/>
                  </a:lnTo>
                  <a:lnTo>
                    <a:pt x="99531" y="32046"/>
                  </a:lnTo>
                  <a:close/>
                </a:path>
              </a:pathLst>
            </a:custGeom>
            <a:grpFill/>
            <a:ln w="3692" cap="flat">
              <a:noFill/>
              <a:prstDash val="solid"/>
              <a:miter/>
            </a:ln>
          </p:spPr>
          <p:txBody>
            <a:bodyPr rtlCol="0" anchor="ctr"/>
            <a:lstStyle/>
            <a:p>
              <a:endParaRPr lang="en-US">
                <a:solidFill>
                  <a:schemeClr val="bg2"/>
                </a:solidFill>
              </a:endParaRPr>
            </a:p>
          </p:txBody>
        </p:sp>
      </p:grpSp>
    </p:spTree>
    <p:extLst>
      <p:ext uri="{BB962C8B-B14F-4D97-AF65-F5344CB8AC3E}">
        <p14:creationId xmlns:p14="http://schemas.microsoft.com/office/powerpoint/2010/main" val="7963405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Blank Title and Content">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53F29630-9080-94E2-CEFB-2B9716A290A6}"/>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rgbClr val="301E03"/>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a:p>
        </p:txBody>
      </p:sp>
      <p:sp>
        <p:nvSpPr>
          <p:cNvPr id="2" name="Title 1">
            <a:extLst>
              <a:ext uri="{FF2B5EF4-FFF2-40B4-BE49-F238E27FC236}">
                <a16:creationId xmlns:a16="http://schemas.microsoft.com/office/drawing/2014/main" id="{45A08B61-1799-AD35-A31A-870310BD3A80}"/>
              </a:ext>
            </a:extLst>
          </p:cNvPr>
          <p:cNvSpPr>
            <a:spLocks noGrp="1"/>
          </p:cNvSpPr>
          <p:nvPr>
            <p:ph type="title"/>
          </p:nvPr>
        </p:nvSpPr>
        <p:spPr>
          <a:xfrm>
            <a:off x="838200" y="704741"/>
            <a:ext cx="10515600" cy="646331"/>
          </a:xfrm>
        </p:spPr>
        <p:txBody>
          <a:bodyPr anchor="ctr" anchorCtr="0">
            <a:spAutoFit/>
          </a:bodyPr>
          <a:lstStyle>
            <a:lvl1pPr algn="ctr">
              <a:defRPr sz="4000"/>
            </a:lvl1pPr>
          </a:lstStyle>
          <a:p>
            <a:r>
              <a:rPr lang="en-US"/>
              <a:t>Click to edit Master title style</a:t>
            </a:r>
            <a:endParaRPr lang="en-IL"/>
          </a:p>
        </p:txBody>
      </p:sp>
      <p:pic>
        <p:nvPicPr>
          <p:cNvPr id="9" name="Picture 8" descr="A black background with green letters&#10;&#10;Description automatically generated">
            <a:extLst>
              <a:ext uri="{FF2B5EF4-FFF2-40B4-BE49-F238E27FC236}">
                <a16:creationId xmlns:a16="http://schemas.microsoft.com/office/drawing/2014/main" id="{888011F8-D3D1-FBD6-02FF-0ABD10BE7F6E}"/>
              </a:ext>
            </a:extLst>
          </p:cNvPr>
          <p:cNvPicPr>
            <a:picLocks noChangeAspect="1"/>
          </p:cNvPicPr>
          <p:nvPr userDrawn="1"/>
        </p:nvPicPr>
        <p:blipFill>
          <a:blip r:embed="rId3"/>
          <a:stretch>
            <a:fillRect/>
          </a:stretch>
        </p:blipFill>
        <p:spPr>
          <a:xfrm>
            <a:off x="838200" y="6091637"/>
            <a:ext cx="1702169" cy="614672"/>
          </a:xfrm>
          <a:prstGeom prst="rect">
            <a:avLst/>
          </a:prstGeom>
        </p:spPr>
      </p:pic>
      <p:sp>
        <p:nvSpPr>
          <p:cNvPr id="3" name="Slide Number Placeholder 5">
            <a:extLst>
              <a:ext uri="{FF2B5EF4-FFF2-40B4-BE49-F238E27FC236}">
                <a16:creationId xmlns:a16="http://schemas.microsoft.com/office/drawing/2014/main" id="{876960C9-9BF4-F564-7D7F-BC8AEDFE6404}"/>
              </a:ext>
            </a:extLst>
          </p:cNvPr>
          <p:cNvSpPr>
            <a:spLocks noGrp="1"/>
          </p:cNvSpPr>
          <p:nvPr>
            <p:ph type="sldNum" sz="quarter" idx="12"/>
          </p:nvPr>
        </p:nvSpPr>
        <p:spPr>
          <a:xfrm>
            <a:off x="7315200" y="6275862"/>
            <a:ext cx="4038600" cy="246221"/>
          </a:xfrm>
        </p:spPr>
        <p:txBody>
          <a:bodyPr/>
          <a:lstStyle>
            <a:lvl1pPr>
              <a:defRPr sz="1000" b="1">
                <a:solidFill>
                  <a:schemeClr val="tx2"/>
                </a:solidFill>
                <a:latin typeface="Verdana" panose="020B0604030504040204" pitchFamily="34" charset="0"/>
                <a:ea typeface="Verdana" panose="020B0604030504040204" pitchFamily="34" charset="0"/>
                <a:cs typeface="Verdana" panose="020B0604030504040204" pitchFamily="34" charset="0"/>
              </a:defRPr>
            </a:lvl1pPr>
          </a:lstStyle>
          <a:p>
            <a:fld id="{B002F54D-7D95-6247-85C9-F38D4611B8D4}" type="slidenum">
              <a:rPr lang="en-IL" smtClean="0"/>
              <a:pPr/>
              <a:t>‹#›</a:t>
            </a:fld>
            <a:endParaRPr lang="en-US"/>
          </a:p>
        </p:txBody>
      </p:sp>
      <p:sp>
        <p:nvSpPr>
          <p:cNvPr id="4" name="TextBox 3">
            <a:extLst>
              <a:ext uri="{FF2B5EF4-FFF2-40B4-BE49-F238E27FC236}">
                <a16:creationId xmlns:a16="http://schemas.microsoft.com/office/drawing/2014/main" id="{F9AA551E-5A67-252D-4CFD-6D6A04D28201}"/>
              </a:ext>
            </a:extLst>
          </p:cNvPr>
          <p:cNvSpPr txBox="1"/>
          <p:nvPr userDrawn="1"/>
        </p:nvSpPr>
        <p:spPr>
          <a:xfrm>
            <a:off x="2464169" y="6298733"/>
            <a:ext cx="3949700" cy="215444"/>
          </a:xfrm>
          <a:prstGeom prst="rect">
            <a:avLst/>
          </a:prstGeom>
          <a:noFill/>
        </p:spPr>
        <p:txBody>
          <a:bodyPr wrap="square">
            <a:spAutoFit/>
          </a:bodyPr>
          <a:lstStyle/>
          <a:p>
            <a:pPr marL="0" algn="l" defTabSz="914400" rtl="0" eaLnBrk="1" latinLnBrk="0" hangingPunct="1"/>
            <a:r>
              <a:rPr lang="en-IL" sz="800" b="1" i="0" kern="1400" spc="200" baseline="0">
                <a:solidFill>
                  <a:schemeClr val="tx2"/>
                </a:solidFill>
                <a:latin typeface="Verdana" panose="020B0604030504040204" pitchFamily="34" charset="0"/>
                <a:ea typeface="Verdana" panose="020B0604030504040204" pitchFamily="34" charset="0"/>
                <a:cs typeface="Verdana" panose="020B0604030504040204" pitchFamily="34" charset="0"/>
              </a:rPr>
              <a:t>|  </a:t>
            </a:r>
            <a:r>
              <a:rPr lang="en-US" sz="800" b="0" i="0" kern="1400" spc="200" baseline="0">
                <a:solidFill>
                  <a:schemeClr val="tx2"/>
                </a:solidFill>
                <a:latin typeface="Verdana" panose="020B0604030504040204" pitchFamily="34" charset="0"/>
                <a:ea typeface="Verdana" panose="020B0604030504040204" pitchFamily="34" charset="0"/>
                <a:cs typeface="Verdana" panose="020B0604030504040204" pitchFamily="34" charset="0"/>
              </a:rPr>
              <a:t>CONFIDENTIAL AND PROPRIETARY </a:t>
            </a:r>
            <a:endParaRPr lang="en-IL" sz="800" b="0" i="0" kern="1400" spc="200" baseline="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44652446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13"/>
        <p:cNvGrpSpPr/>
        <p:nvPr/>
      </p:nvGrpSpPr>
      <p:grpSpPr>
        <a:xfrm>
          <a:off x="0" y="0"/>
          <a:ext cx="0" cy="0"/>
          <a:chOff x="0" y="0"/>
          <a:chExt cx="0" cy="0"/>
        </a:xfrm>
      </p:grpSpPr>
      <p:sp>
        <p:nvSpPr>
          <p:cNvPr id="14" name="Google Shape;14;p5"/>
          <p:cNvSpPr txBox="1">
            <a:spLocks noGrp="1"/>
          </p:cNvSpPr>
          <p:nvPr>
            <p:ph type="title"/>
          </p:nvPr>
        </p:nvSpPr>
        <p:spPr>
          <a:xfrm>
            <a:off x="457200" y="457200"/>
            <a:ext cx="11279868" cy="960474"/>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dk2"/>
              </a:buClr>
              <a:buSzPts val="3600"/>
              <a:buFont typeface="Arial"/>
              <a:buNone/>
              <a:defRPr b="0" i="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5"/>
          <p:cNvSpPr txBox="1">
            <a:spLocks noGrp="1"/>
          </p:cNvSpPr>
          <p:nvPr>
            <p:ph type="body" idx="1"/>
          </p:nvPr>
        </p:nvSpPr>
        <p:spPr>
          <a:xfrm>
            <a:off x="457200" y="1882587"/>
            <a:ext cx="11279868" cy="4307076"/>
          </a:xfrm>
          <a:prstGeom prst="rect">
            <a:avLst/>
          </a:prstGeom>
          <a:noFill/>
          <a:ln>
            <a:noFill/>
          </a:ln>
        </p:spPr>
        <p:txBody>
          <a:bodyPr spcFirstLastPara="1" wrap="square" lIns="0" tIns="0" rIns="0" bIns="0" anchor="t" anchorCtr="0">
            <a:noAutofit/>
          </a:bodyPr>
          <a:lstStyle>
            <a:lvl1pPr marL="457200" lvl="0" indent="-330200" algn="l">
              <a:lnSpc>
                <a:spcPct val="100000"/>
              </a:lnSpc>
              <a:spcBef>
                <a:spcPts val="1000"/>
              </a:spcBef>
              <a:spcAft>
                <a:spcPts val="0"/>
              </a:spcAft>
              <a:buClr>
                <a:srgbClr val="301E03"/>
              </a:buClr>
              <a:buSzPts val="1600"/>
              <a:buChar char="•"/>
              <a:defRPr b="0" i="0"/>
            </a:lvl1pPr>
            <a:lvl2pPr marL="914400" lvl="1" indent="-330200" algn="l">
              <a:lnSpc>
                <a:spcPct val="100000"/>
              </a:lnSpc>
              <a:spcBef>
                <a:spcPts val="500"/>
              </a:spcBef>
              <a:spcAft>
                <a:spcPts val="0"/>
              </a:spcAft>
              <a:buClr>
                <a:srgbClr val="301E03"/>
              </a:buClr>
              <a:buSzPts val="1600"/>
              <a:buChar char="•"/>
              <a:defRPr b="0" i="0"/>
            </a:lvl2pPr>
            <a:lvl3pPr marL="1371600" lvl="2" indent="-330200" algn="l">
              <a:lnSpc>
                <a:spcPct val="100000"/>
              </a:lnSpc>
              <a:spcBef>
                <a:spcPts val="500"/>
              </a:spcBef>
              <a:spcAft>
                <a:spcPts val="0"/>
              </a:spcAft>
              <a:buClr>
                <a:srgbClr val="301E03"/>
              </a:buClr>
              <a:buSzPts val="1600"/>
              <a:buChar char="•"/>
              <a:defRPr b="0" i="0"/>
            </a:lvl3pPr>
            <a:lvl4pPr marL="1828800" lvl="3" indent="-330200" algn="l">
              <a:lnSpc>
                <a:spcPct val="100000"/>
              </a:lnSpc>
              <a:spcBef>
                <a:spcPts val="500"/>
              </a:spcBef>
              <a:spcAft>
                <a:spcPts val="0"/>
              </a:spcAft>
              <a:buClr>
                <a:srgbClr val="301E03"/>
              </a:buClr>
              <a:buSzPts val="1600"/>
              <a:buChar char="•"/>
              <a:defRPr b="0" i="0"/>
            </a:lvl4pPr>
            <a:lvl5pPr marL="2286000" lvl="4" indent="-330200" algn="l">
              <a:lnSpc>
                <a:spcPct val="100000"/>
              </a:lnSpc>
              <a:spcBef>
                <a:spcPts val="500"/>
              </a:spcBef>
              <a:spcAft>
                <a:spcPts val="0"/>
              </a:spcAft>
              <a:buClr>
                <a:srgbClr val="301E03"/>
              </a:buClr>
              <a:buSzPts val="1600"/>
              <a:buChar char="•"/>
              <a:defRPr b="0" i="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 name="Google Shape;16;p5"/>
          <p:cNvSpPr txBox="1">
            <a:spLocks noGrp="1"/>
          </p:cNvSpPr>
          <p:nvPr>
            <p:ph type="sldNum" idx="12"/>
          </p:nvPr>
        </p:nvSpPr>
        <p:spPr>
          <a:xfrm>
            <a:off x="8988552" y="6356350"/>
            <a:ext cx="2748516" cy="365125"/>
          </a:xfrm>
          <a:prstGeom prst="rect">
            <a:avLst/>
          </a:prstGeom>
          <a:noFill/>
          <a:ln>
            <a:noFill/>
          </a:ln>
        </p:spPr>
        <p:txBody>
          <a:bodyPr spcFirstLastPara="1" wrap="square" lIns="0" tIns="0" rIns="0" bIns="0" anchor="ctr" anchorCtr="0">
            <a:noAutofit/>
          </a:bodyPr>
          <a:lstStyle>
            <a:lvl1pPr marL="0" lvl="0" indent="0" algn="r">
              <a:spcBef>
                <a:spcPts val="0"/>
              </a:spcBef>
              <a:buNone/>
              <a:defRPr>
                <a:latin typeface="Arial"/>
                <a:ea typeface="Arial"/>
                <a:cs typeface="Arial"/>
                <a:sym typeface="Arial"/>
              </a:defRPr>
            </a:lvl1pPr>
            <a:lvl2pPr marL="0" lvl="1" indent="0" algn="r">
              <a:spcBef>
                <a:spcPts val="0"/>
              </a:spcBef>
              <a:buNone/>
              <a:defRPr>
                <a:latin typeface="Arial"/>
                <a:ea typeface="Arial"/>
                <a:cs typeface="Arial"/>
                <a:sym typeface="Arial"/>
              </a:defRPr>
            </a:lvl2pPr>
            <a:lvl3pPr marL="0" lvl="2" indent="0" algn="r">
              <a:spcBef>
                <a:spcPts val="0"/>
              </a:spcBef>
              <a:buNone/>
              <a:defRPr>
                <a:latin typeface="Arial"/>
                <a:ea typeface="Arial"/>
                <a:cs typeface="Arial"/>
                <a:sym typeface="Arial"/>
              </a:defRPr>
            </a:lvl3pPr>
            <a:lvl4pPr marL="0" lvl="3" indent="0" algn="r">
              <a:spcBef>
                <a:spcPts val="0"/>
              </a:spcBef>
              <a:buNone/>
              <a:defRPr>
                <a:latin typeface="Arial"/>
                <a:ea typeface="Arial"/>
                <a:cs typeface="Arial"/>
                <a:sym typeface="Arial"/>
              </a:defRPr>
            </a:lvl4pPr>
            <a:lvl5pPr marL="0" lvl="4" indent="0" algn="r">
              <a:spcBef>
                <a:spcPts val="0"/>
              </a:spcBef>
              <a:buNone/>
              <a:defRPr>
                <a:latin typeface="Arial"/>
                <a:ea typeface="Arial"/>
                <a:cs typeface="Arial"/>
                <a:sym typeface="Arial"/>
              </a:defRPr>
            </a:lvl5pPr>
            <a:lvl6pPr marL="0" lvl="5" indent="0" algn="r">
              <a:spcBef>
                <a:spcPts val="0"/>
              </a:spcBef>
              <a:buNone/>
              <a:defRPr>
                <a:latin typeface="Arial"/>
                <a:ea typeface="Arial"/>
                <a:cs typeface="Arial"/>
                <a:sym typeface="Arial"/>
              </a:defRPr>
            </a:lvl6pPr>
            <a:lvl7pPr marL="0" lvl="6" indent="0" algn="r">
              <a:spcBef>
                <a:spcPts val="0"/>
              </a:spcBef>
              <a:buNone/>
              <a:defRPr>
                <a:latin typeface="Arial"/>
                <a:ea typeface="Arial"/>
                <a:cs typeface="Arial"/>
                <a:sym typeface="Arial"/>
              </a:defRPr>
            </a:lvl7pPr>
            <a:lvl8pPr marL="0" lvl="7" indent="0" algn="r">
              <a:spcBef>
                <a:spcPts val="0"/>
              </a:spcBef>
              <a:buNone/>
              <a:defRPr>
                <a:latin typeface="Arial"/>
                <a:ea typeface="Arial"/>
                <a:cs typeface="Arial"/>
                <a:sym typeface="Arial"/>
              </a:defRPr>
            </a:lvl8pPr>
            <a:lvl9pPr marL="0" lvl="8" indent="0" algn="r">
              <a:spcBef>
                <a:spcPts val="0"/>
              </a:spcBef>
              <a:buNone/>
              <a:defRPr>
                <a:latin typeface="Arial"/>
                <a:ea typeface="Arial"/>
                <a:cs typeface="Arial"/>
                <a:sym typeface="Arial"/>
              </a:defRPr>
            </a:lvl9pPr>
          </a:lstStyle>
          <a:p>
            <a:pPr marL="0" lvl="0" indent="0" algn="r" rtl="0">
              <a:spcBef>
                <a:spcPts val="0"/>
              </a:spcBef>
              <a:spcAft>
                <a:spcPts val="0"/>
              </a:spcAft>
              <a:buNone/>
            </a:pPr>
            <a:r>
              <a:rPr lang="en-US"/>
              <a:t>Confidential and Proprietary   |   </a:t>
            </a:r>
            <a:fld id="{00000000-1234-1234-1234-123412341234}" type="slidenum">
              <a:rPr lang="en-US"/>
              <a:t>‹#›</a:t>
            </a:fld>
            <a:endParaRPr/>
          </a:p>
        </p:txBody>
      </p:sp>
      <p:pic>
        <p:nvPicPr>
          <p:cNvPr id="17" name="Google Shape;17;p5"/>
          <p:cNvPicPr preferRelativeResize="0"/>
          <p:nvPr/>
        </p:nvPicPr>
        <p:blipFill rotWithShape="1">
          <a:blip r:embed="rId2">
            <a:alphaModFix/>
          </a:blip>
          <a:srcRect/>
          <a:stretch/>
        </p:blipFill>
        <p:spPr>
          <a:xfrm>
            <a:off x="454932" y="6394767"/>
            <a:ext cx="1314262" cy="288290"/>
          </a:xfrm>
          <a:prstGeom prst="rect">
            <a:avLst/>
          </a:prstGeom>
          <a:noFill/>
          <a:ln>
            <a:noFill/>
          </a:ln>
        </p:spPr>
      </p:pic>
    </p:spTree>
    <p:extLst>
      <p:ext uri="{BB962C8B-B14F-4D97-AF65-F5344CB8AC3E}">
        <p14:creationId xmlns:p14="http://schemas.microsoft.com/office/powerpoint/2010/main" val="380344131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Titl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9B886-3D22-A41B-E7C6-EFDD624BDA69}"/>
              </a:ext>
            </a:extLst>
          </p:cNvPr>
          <p:cNvSpPr>
            <a:spLocks noGrp="1"/>
          </p:cNvSpPr>
          <p:nvPr>
            <p:ph type="title"/>
          </p:nvPr>
        </p:nvSpPr>
        <p:spPr>
          <a:xfrm>
            <a:off x="457200" y="457200"/>
            <a:ext cx="11279868" cy="960474"/>
          </a:xfrm>
        </p:spPr>
        <p:txBody>
          <a:bodyPr>
            <a:noAutofit/>
          </a:bodyPr>
          <a:lstStyle>
            <a:lvl1pPr>
              <a:defRPr b="0" i="0">
                <a:solidFill>
                  <a:schemeClr val="tx2"/>
                </a:solidFill>
              </a:defRPr>
            </a:lvl1pPr>
          </a:lstStyle>
          <a:p>
            <a:r>
              <a:rPr lang="en-US"/>
              <a:t>Click to edit Master title style</a:t>
            </a:r>
          </a:p>
        </p:txBody>
      </p:sp>
      <p:sp>
        <p:nvSpPr>
          <p:cNvPr id="12" name="Content Placeholder 3">
            <a:extLst>
              <a:ext uri="{FF2B5EF4-FFF2-40B4-BE49-F238E27FC236}">
                <a16:creationId xmlns:a16="http://schemas.microsoft.com/office/drawing/2014/main" id="{ABAE0FF6-E767-A15C-CA99-078BF2D68B9A}"/>
              </a:ext>
            </a:extLst>
          </p:cNvPr>
          <p:cNvSpPr>
            <a:spLocks noGrp="1"/>
          </p:cNvSpPr>
          <p:nvPr>
            <p:ph sz="half" idx="2"/>
          </p:nvPr>
        </p:nvSpPr>
        <p:spPr>
          <a:xfrm>
            <a:off x="457200" y="1882587"/>
            <a:ext cx="11279868" cy="4307076"/>
          </a:xfrm>
        </p:spPr>
        <p:txBody>
          <a:bodyPr>
            <a:noAutofit/>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D5643C7F-3B1A-8767-FEE6-B232717A03C9}"/>
              </a:ext>
            </a:extLst>
          </p:cNvPr>
          <p:cNvSpPr>
            <a:spLocks noGrp="1" noRot="1" noMove="1" noResize="1" noEditPoints="1" noAdjustHandles="1" noChangeArrowheads="1" noChangeShapeType="1"/>
          </p:cNvSpPr>
          <p:nvPr>
            <p:ph type="sldNum" sz="quarter" idx="10"/>
          </p:nvPr>
        </p:nvSpPr>
        <p:spPr/>
        <p:txBody>
          <a:body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4" name="Graphic 3">
            <a:extLst>
              <a:ext uri="{FF2B5EF4-FFF2-40B4-BE49-F238E27FC236}">
                <a16:creationId xmlns:a16="http://schemas.microsoft.com/office/drawing/2014/main" id="{75BBDBBD-B090-77EC-B31A-D255F627A3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4932" y="6394767"/>
            <a:ext cx="1314262" cy="288290"/>
          </a:xfrm>
          <a:prstGeom prst="rect">
            <a:avLst/>
          </a:prstGeom>
        </p:spPr>
      </p:pic>
    </p:spTree>
    <p:extLst>
      <p:ext uri="{BB962C8B-B14F-4D97-AF65-F5344CB8AC3E}">
        <p14:creationId xmlns:p14="http://schemas.microsoft.com/office/powerpoint/2010/main" val="216066744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itle Content Image Right">
    <p:spTree>
      <p:nvGrpSpPr>
        <p:cNvPr id="1" name=""/>
        <p:cNvGrpSpPr/>
        <p:nvPr/>
      </p:nvGrpSpPr>
      <p:grpSpPr>
        <a:xfrm>
          <a:off x="0" y="0"/>
          <a:ext cx="0" cy="0"/>
          <a:chOff x="0" y="0"/>
          <a:chExt cx="0" cy="0"/>
        </a:xfrm>
      </p:grpSpPr>
      <p:sp>
        <p:nvSpPr>
          <p:cNvPr id="4" name="Picture Placeholder 19">
            <a:extLst>
              <a:ext uri="{FF2B5EF4-FFF2-40B4-BE49-F238E27FC236}">
                <a16:creationId xmlns:a16="http://schemas.microsoft.com/office/drawing/2014/main" id="{B3142742-B736-AAFE-5085-4F21F41CA297}"/>
              </a:ext>
            </a:extLst>
          </p:cNvPr>
          <p:cNvSpPr>
            <a:spLocks noGrp="1"/>
          </p:cNvSpPr>
          <p:nvPr>
            <p:ph type="pic" sz="quarter" idx="13"/>
          </p:nvPr>
        </p:nvSpPr>
        <p:spPr>
          <a:xfrm>
            <a:off x="7937291" y="0"/>
            <a:ext cx="4254708" cy="6858000"/>
          </a:xfrm>
          <a:solidFill>
            <a:schemeClr val="bg2"/>
          </a:solidFill>
        </p:spPr>
        <p:txBody>
          <a:bodyPr tIns="548640"/>
          <a:lstStyle>
            <a:lvl1pPr marL="0" indent="0" algn="ctr">
              <a:buFontTx/>
              <a:buNone/>
              <a:defRPr b="0" i="0">
                <a:solidFill>
                  <a:schemeClr val="tx1"/>
                </a:solidFill>
              </a:defRPr>
            </a:lvl1pPr>
          </a:lstStyle>
          <a:p>
            <a:endParaRPr lang="en-US"/>
          </a:p>
        </p:txBody>
      </p:sp>
      <p:sp>
        <p:nvSpPr>
          <p:cNvPr id="2" name="Title 1">
            <a:extLst>
              <a:ext uri="{FF2B5EF4-FFF2-40B4-BE49-F238E27FC236}">
                <a16:creationId xmlns:a16="http://schemas.microsoft.com/office/drawing/2014/main" id="{B8F9B886-3D22-A41B-E7C6-EFDD624BDA69}"/>
              </a:ext>
            </a:extLst>
          </p:cNvPr>
          <p:cNvSpPr>
            <a:spLocks noGrp="1"/>
          </p:cNvSpPr>
          <p:nvPr>
            <p:ph type="title"/>
          </p:nvPr>
        </p:nvSpPr>
        <p:spPr>
          <a:xfrm>
            <a:off x="457200" y="457200"/>
            <a:ext cx="7007902" cy="960474"/>
          </a:xfrm>
        </p:spPr>
        <p:txBody>
          <a:bodyPr>
            <a:noAutofit/>
          </a:bodyPr>
          <a:lstStyle>
            <a:lvl1pPr>
              <a:defRPr b="0" i="0">
                <a:solidFill>
                  <a:srgbClr val="301E03"/>
                </a:solidFill>
              </a:defRPr>
            </a:lvl1pPr>
          </a:lstStyle>
          <a:p>
            <a:r>
              <a:rPr lang="en-US"/>
              <a:t>Click to edit Master title style</a:t>
            </a:r>
          </a:p>
        </p:txBody>
      </p:sp>
      <p:sp>
        <p:nvSpPr>
          <p:cNvPr id="5" name="Text Placeholder 2">
            <a:extLst>
              <a:ext uri="{FF2B5EF4-FFF2-40B4-BE49-F238E27FC236}">
                <a16:creationId xmlns:a16="http://schemas.microsoft.com/office/drawing/2014/main" id="{F699D387-89E2-34BE-9F7D-6CB45312D97D}"/>
              </a:ext>
            </a:extLst>
          </p:cNvPr>
          <p:cNvSpPr>
            <a:spLocks noGrp="1"/>
          </p:cNvSpPr>
          <p:nvPr>
            <p:ph type="body" idx="1"/>
          </p:nvPr>
        </p:nvSpPr>
        <p:spPr>
          <a:xfrm>
            <a:off x="457200" y="1882587"/>
            <a:ext cx="7007902" cy="622487"/>
          </a:xfrm>
        </p:spPr>
        <p:txBody>
          <a:bodyPr anchor="b">
            <a:noAutofit/>
          </a:bodyPr>
          <a:lstStyle>
            <a:lvl1pPr marL="0" indent="0">
              <a:lnSpc>
                <a:spcPts val="2200"/>
              </a:lnSpc>
              <a:buNone/>
              <a:defRPr sz="1800" b="0" i="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F889AF84-A406-D1D9-1D6A-96BDC6E3D4EA}"/>
              </a:ext>
            </a:extLst>
          </p:cNvPr>
          <p:cNvSpPr>
            <a:spLocks noGrp="1"/>
          </p:cNvSpPr>
          <p:nvPr>
            <p:ph sz="half" idx="2"/>
          </p:nvPr>
        </p:nvSpPr>
        <p:spPr>
          <a:xfrm>
            <a:off x="457200" y="2669241"/>
            <a:ext cx="7007902" cy="3520422"/>
          </a:xfrm>
        </p:spPr>
        <p:txBody>
          <a:bodyPr>
            <a:noAutofit/>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8562B27E-B7F0-3906-51BC-30843A3D9B51}"/>
              </a:ext>
            </a:extLst>
          </p:cNvPr>
          <p:cNvSpPr>
            <a:spLocks noGrp="1" noRot="1" noMove="1" noResize="1" noEditPoints="1" noAdjustHandles="1" noChangeArrowheads="1" noChangeShapeType="1"/>
          </p:cNvSpPr>
          <p:nvPr>
            <p:ph type="sldNum" sz="quarter" idx="12"/>
          </p:nvPr>
        </p:nvSpPr>
        <p:spPr/>
        <p:txBody>
          <a:body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7" name="Graphic 6">
            <a:extLst>
              <a:ext uri="{FF2B5EF4-FFF2-40B4-BE49-F238E27FC236}">
                <a16:creationId xmlns:a16="http://schemas.microsoft.com/office/drawing/2014/main" id="{3E2B40A7-1936-9C3F-1537-B64B3FD04AB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4932" y="6394767"/>
            <a:ext cx="1314262" cy="288290"/>
          </a:xfrm>
          <a:prstGeom prst="rect">
            <a:avLst/>
          </a:prstGeom>
        </p:spPr>
      </p:pic>
    </p:spTree>
    <p:extLst>
      <p:ext uri="{BB962C8B-B14F-4D97-AF65-F5344CB8AC3E}">
        <p14:creationId xmlns:p14="http://schemas.microsoft.com/office/powerpoint/2010/main" val="958265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Blank w/ title">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930FB9DB-0B33-9760-9DEE-4BD518576C75}"/>
              </a:ext>
            </a:extLst>
          </p:cNvPr>
          <p:cNvSpPr>
            <a:spLocks noGrp="1"/>
          </p:cNvSpPr>
          <p:nvPr>
            <p:ph type="body" sz="quarter" idx="10" hasCustomPrompt="1"/>
          </p:nvPr>
        </p:nvSpPr>
        <p:spPr>
          <a:xfrm>
            <a:off x="423863" y="466916"/>
            <a:ext cx="11352212" cy="576359"/>
          </a:xfrm>
          <a:prstGeom prst="rect">
            <a:avLst/>
          </a:prstGeom>
        </p:spPr>
        <p:txBody>
          <a:bodyPr>
            <a:noAutofit/>
          </a:bodyPr>
          <a:lstStyle>
            <a:lvl1pPr marL="0" indent="0" algn="l" defTabSz="914400" rtl="0" eaLnBrk="1" latinLnBrk="0" hangingPunct="1">
              <a:buNone/>
              <a:defRPr lang="en-US" sz="4000" b="1" kern="1200" dirty="0">
                <a:solidFill>
                  <a:schemeClr val="tx1"/>
                </a:solidFill>
                <a:latin typeface="Arial Black" panose="020B0A04020102020204" pitchFamily="34" charset="0"/>
                <a:ea typeface="Roboto" panose="02000000000000000000" pitchFamily="2" charset="0"/>
                <a:cs typeface="Roboto" panose="02000000000000000000" pitchFamily="2" charset="0"/>
              </a:defRPr>
            </a:lvl1pPr>
          </a:lstStyle>
          <a:p>
            <a:pPr lvl="0"/>
            <a:r>
              <a:rPr lang="en-US"/>
              <a:t>Slide Title</a:t>
            </a:r>
          </a:p>
        </p:txBody>
      </p:sp>
    </p:spTree>
    <p:extLst>
      <p:ext uri="{BB962C8B-B14F-4D97-AF65-F5344CB8AC3E}">
        <p14:creationId xmlns:p14="http://schemas.microsoft.com/office/powerpoint/2010/main" val="11659177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Blank Title and Content Gradien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5CC07B-1D98-99C6-4235-86280EC7959C}"/>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5A08B61-1799-AD35-A31A-870310BD3A80}"/>
              </a:ext>
            </a:extLst>
          </p:cNvPr>
          <p:cNvSpPr>
            <a:spLocks noGrp="1"/>
          </p:cNvSpPr>
          <p:nvPr>
            <p:ph type="title"/>
          </p:nvPr>
        </p:nvSpPr>
        <p:spPr>
          <a:xfrm>
            <a:off x="838200" y="704741"/>
            <a:ext cx="10515600" cy="646331"/>
          </a:xfrm>
        </p:spPr>
        <p:txBody>
          <a:bodyPr anchor="b" anchorCtr="0">
            <a:spAutoFit/>
          </a:bodyPr>
          <a:lstStyle>
            <a:lvl1pPr>
              <a:defRPr sz="4000"/>
            </a:lvl1pPr>
          </a:lstStyle>
          <a:p>
            <a:r>
              <a:rPr lang="en-US"/>
              <a:t>Click to edit Master title style</a:t>
            </a:r>
            <a:endParaRPr lang="en-IL"/>
          </a:p>
        </p:txBody>
      </p:sp>
      <p:sp>
        <p:nvSpPr>
          <p:cNvPr id="7" name="Text Placeholder 2">
            <a:extLst>
              <a:ext uri="{FF2B5EF4-FFF2-40B4-BE49-F238E27FC236}">
                <a16:creationId xmlns:a16="http://schemas.microsoft.com/office/drawing/2014/main" id="{789DDEE2-848C-11BB-B73F-9FF6BE88C060}"/>
              </a:ext>
            </a:extLst>
          </p:cNvPr>
          <p:cNvSpPr>
            <a:spLocks noGrp="1"/>
          </p:cNvSpPr>
          <p:nvPr>
            <p:ph idx="1"/>
          </p:nvPr>
        </p:nvSpPr>
        <p:spPr>
          <a:xfrm>
            <a:off x="838199" y="1690688"/>
            <a:ext cx="5117757" cy="1836400"/>
          </a:xfrm>
          <a:prstGeom prst="rect">
            <a:avLst/>
          </a:prstGeom>
        </p:spPr>
        <p:txBody>
          <a:bodyPr vert="horz" lIns="91440" tIns="45720" rIns="91440" bIns="45720" rtlCol="0">
            <a:spAutoFit/>
          </a:bodyPr>
          <a:lstStyle>
            <a:lvl1pPr marL="0" indent="0" algn="l" defTabSz="914400" rtl="0" eaLnBrk="1" latinLnBrk="0" hangingPunct="1">
              <a:lnSpc>
                <a:spcPct val="100000"/>
              </a:lnSpc>
              <a:spcBef>
                <a:spcPts val="1000"/>
              </a:spcBef>
              <a:buFontTx/>
              <a:buNone/>
              <a:defRPr lang="en-US" sz="1600"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lgn="l" defTabSz="914400" rtl="0" eaLnBrk="1" latinLnBrk="0" hangingPunct="1">
              <a:lnSpc>
                <a:spcPct val="100000"/>
              </a:lnSpc>
              <a:spcBef>
                <a:spcPts val="1000"/>
              </a:spcBef>
              <a:buFontTx/>
              <a:buNone/>
              <a:defRPr lang="en-US" sz="1600"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914400" indent="0" algn="l" defTabSz="914400" rtl="0" eaLnBrk="1" latinLnBrk="0" hangingPunct="1">
              <a:lnSpc>
                <a:spcPct val="100000"/>
              </a:lnSpc>
              <a:spcBef>
                <a:spcPts val="1000"/>
              </a:spcBef>
              <a:buFontTx/>
              <a:buNone/>
              <a:defRPr lang="en-US" sz="1600"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371600" indent="0" algn="l" defTabSz="914400" rtl="0" eaLnBrk="1" latinLnBrk="0" hangingPunct="1">
              <a:lnSpc>
                <a:spcPct val="100000"/>
              </a:lnSpc>
              <a:spcBef>
                <a:spcPts val="1000"/>
              </a:spcBef>
              <a:buFontTx/>
              <a:buNone/>
              <a:defRPr lang="en-US" sz="1600"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1828800" indent="0" algn="l" defTabSz="914400" rtl="0" eaLnBrk="1" latinLnBrk="0" hangingPunct="1">
              <a:lnSpc>
                <a:spcPct val="100000"/>
              </a:lnSpc>
              <a:spcBef>
                <a:spcPts val="1000"/>
              </a:spcBef>
              <a:buFontTx/>
              <a:buNone/>
              <a:defRPr lang="en-IL" sz="1600" kern="1200" dirty="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pic>
        <p:nvPicPr>
          <p:cNvPr id="9" name="Picture 8" descr="A black background with green letters&#10;&#10;Description automatically generated">
            <a:extLst>
              <a:ext uri="{FF2B5EF4-FFF2-40B4-BE49-F238E27FC236}">
                <a16:creationId xmlns:a16="http://schemas.microsoft.com/office/drawing/2014/main" id="{888011F8-D3D1-FBD6-02FF-0ABD10BE7F6E}"/>
              </a:ext>
            </a:extLst>
          </p:cNvPr>
          <p:cNvPicPr>
            <a:picLocks noChangeAspect="1"/>
          </p:cNvPicPr>
          <p:nvPr userDrawn="1"/>
        </p:nvPicPr>
        <p:blipFill>
          <a:blip r:embed="rId3"/>
          <a:stretch>
            <a:fillRect/>
          </a:stretch>
        </p:blipFill>
        <p:spPr>
          <a:xfrm>
            <a:off x="838200" y="6091637"/>
            <a:ext cx="1702169" cy="614672"/>
          </a:xfrm>
          <a:prstGeom prst="rect">
            <a:avLst/>
          </a:prstGeom>
        </p:spPr>
      </p:pic>
      <p:sp>
        <p:nvSpPr>
          <p:cNvPr id="16" name="Text Placeholder 2">
            <a:extLst>
              <a:ext uri="{FF2B5EF4-FFF2-40B4-BE49-F238E27FC236}">
                <a16:creationId xmlns:a16="http://schemas.microsoft.com/office/drawing/2014/main" id="{047A1E5E-9C3C-3BB4-C0A0-F4CE1CA77550}"/>
              </a:ext>
            </a:extLst>
          </p:cNvPr>
          <p:cNvSpPr>
            <a:spLocks noGrp="1"/>
          </p:cNvSpPr>
          <p:nvPr>
            <p:ph idx="13"/>
          </p:nvPr>
        </p:nvSpPr>
        <p:spPr>
          <a:xfrm>
            <a:off x="6238101" y="1690688"/>
            <a:ext cx="5117757" cy="1836400"/>
          </a:xfrm>
          <a:prstGeom prst="rect">
            <a:avLst/>
          </a:prstGeom>
        </p:spPr>
        <p:txBody>
          <a:bodyPr vert="horz" lIns="91440" tIns="45720" rIns="91440" bIns="45720" rtlCol="0">
            <a:spAutoFit/>
          </a:bodyPr>
          <a:lstStyle>
            <a:lvl1pPr marL="0" indent="0" algn="l" defTabSz="914400" rtl="0" eaLnBrk="1" latinLnBrk="0" hangingPunct="1">
              <a:lnSpc>
                <a:spcPct val="100000"/>
              </a:lnSpc>
              <a:spcBef>
                <a:spcPts val="1000"/>
              </a:spcBef>
              <a:buFontTx/>
              <a:buNone/>
              <a:defRPr lang="en-US" sz="1600"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lgn="l" defTabSz="914400" rtl="0" eaLnBrk="1" latinLnBrk="0" hangingPunct="1">
              <a:lnSpc>
                <a:spcPct val="100000"/>
              </a:lnSpc>
              <a:spcBef>
                <a:spcPts val="1000"/>
              </a:spcBef>
              <a:buFontTx/>
              <a:buNone/>
              <a:defRPr lang="en-US" sz="1600"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914400" indent="0" algn="l" defTabSz="914400" rtl="0" eaLnBrk="1" latinLnBrk="0" hangingPunct="1">
              <a:lnSpc>
                <a:spcPct val="100000"/>
              </a:lnSpc>
              <a:spcBef>
                <a:spcPts val="1000"/>
              </a:spcBef>
              <a:buFontTx/>
              <a:buNone/>
              <a:defRPr lang="en-US" sz="1600"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371600" indent="0" algn="l" defTabSz="914400" rtl="0" eaLnBrk="1" latinLnBrk="0" hangingPunct="1">
              <a:lnSpc>
                <a:spcPct val="100000"/>
              </a:lnSpc>
              <a:spcBef>
                <a:spcPts val="1000"/>
              </a:spcBef>
              <a:buFontTx/>
              <a:buNone/>
              <a:defRPr lang="en-US" sz="1600"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1828800" indent="0" algn="l" defTabSz="914400" rtl="0" eaLnBrk="1" latinLnBrk="0" hangingPunct="1">
              <a:lnSpc>
                <a:spcPct val="100000"/>
              </a:lnSpc>
              <a:spcBef>
                <a:spcPts val="1000"/>
              </a:spcBef>
              <a:buFontTx/>
              <a:buNone/>
              <a:defRPr lang="en-IL" sz="1600" kern="1200" dirty="0" smtClean="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Slide Number Placeholder 5">
            <a:extLst>
              <a:ext uri="{FF2B5EF4-FFF2-40B4-BE49-F238E27FC236}">
                <a16:creationId xmlns:a16="http://schemas.microsoft.com/office/drawing/2014/main" id="{20A40999-992A-A082-93CC-F965BCB3638C}"/>
              </a:ext>
            </a:extLst>
          </p:cNvPr>
          <p:cNvSpPr>
            <a:spLocks noGrp="1"/>
          </p:cNvSpPr>
          <p:nvPr>
            <p:ph type="sldNum" sz="quarter" idx="12"/>
          </p:nvPr>
        </p:nvSpPr>
        <p:spPr>
          <a:xfrm>
            <a:off x="7315200" y="6275862"/>
            <a:ext cx="4038600" cy="246221"/>
          </a:xfrm>
        </p:spPr>
        <p:txBody>
          <a:bodyPr/>
          <a:lstStyle>
            <a:lvl1pPr>
              <a:defRPr sz="1000" b="1">
                <a:solidFill>
                  <a:schemeClr val="tx2"/>
                </a:solidFill>
                <a:latin typeface="Verdana" panose="020B0604030504040204" pitchFamily="34" charset="0"/>
                <a:ea typeface="Verdana" panose="020B0604030504040204" pitchFamily="34" charset="0"/>
                <a:cs typeface="Verdana" panose="020B0604030504040204" pitchFamily="34" charset="0"/>
              </a:defRPr>
            </a:lvl1pPr>
          </a:lstStyle>
          <a:p>
            <a:fld id="{B002F54D-7D95-6247-85C9-F38D4611B8D4}" type="slidenum">
              <a:rPr lang="en-IL" smtClean="0"/>
              <a:pPr/>
              <a:t>‹#›</a:t>
            </a:fld>
            <a:endParaRPr lang="en-US"/>
          </a:p>
        </p:txBody>
      </p:sp>
      <p:sp>
        <p:nvSpPr>
          <p:cNvPr id="4" name="TextBox 3">
            <a:extLst>
              <a:ext uri="{FF2B5EF4-FFF2-40B4-BE49-F238E27FC236}">
                <a16:creationId xmlns:a16="http://schemas.microsoft.com/office/drawing/2014/main" id="{7FB53022-CEBD-4AEE-FCB3-69B92AD987DF}"/>
              </a:ext>
            </a:extLst>
          </p:cNvPr>
          <p:cNvSpPr txBox="1"/>
          <p:nvPr userDrawn="1"/>
        </p:nvSpPr>
        <p:spPr>
          <a:xfrm>
            <a:off x="2464169" y="6298733"/>
            <a:ext cx="3949700" cy="215444"/>
          </a:xfrm>
          <a:prstGeom prst="rect">
            <a:avLst/>
          </a:prstGeom>
          <a:noFill/>
        </p:spPr>
        <p:txBody>
          <a:bodyPr wrap="square">
            <a:spAutoFit/>
          </a:bodyPr>
          <a:lstStyle/>
          <a:p>
            <a:pPr marL="0" algn="l" defTabSz="914400" rtl="0" eaLnBrk="1" latinLnBrk="0" hangingPunct="1"/>
            <a:r>
              <a:rPr lang="en-IL" sz="800" b="1" i="0" kern="1400" spc="200" baseline="0">
                <a:solidFill>
                  <a:schemeClr val="tx2"/>
                </a:solidFill>
                <a:latin typeface="Verdana" panose="020B0604030504040204" pitchFamily="34" charset="0"/>
                <a:ea typeface="Verdana" panose="020B0604030504040204" pitchFamily="34" charset="0"/>
                <a:cs typeface="Verdana" panose="020B0604030504040204" pitchFamily="34" charset="0"/>
              </a:rPr>
              <a:t>|  </a:t>
            </a:r>
            <a:r>
              <a:rPr lang="en-US" sz="800" b="0" i="0" kern="1400" spc="200" baseline="0">
                <a:solidFill>
                  <a:schemeClr val="tx2"/>
                </a:solidFill>
                <a:latin typeface="Verdana" panose="020B0604030504040204" pitchFamily="34" charset="0"/>
                <a:ea typeface="Verdana" panose="020B0604030504040204" pitchFamily="34" charset="0"/>
                <a:cs typeface="Verdana" panose="020B0604030504040204" pitchFamily="34" charset="0"/>
              </a:rPr>
              <a:t>CONFIDENTIAL AND PROPRIETARY </a:t>
            </a:r>
            <a:endParaRPr lang="en-IL" sz="800" b="0" i="0" kern="1400" spc="200" baseline="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1150223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itle Content 3 Colum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9B886-3D22-A41B-E7C6-EFDD624BDA69}"/>
              </a:ext>
            </a:extLst>
          </p:cNvPr>
          <p:cNvSpPr>
            <a:spLocks noGrp="1"/>
          </p:cNvSpPr>
          <p:nvPr>
            <p:ph type="title"/>
          </p:nvPr>
        </p:nvSpPr>
        <p:spPr>
          <a:xfrm>
            <a:off x="457200" y="457200"/>
            <a:ext cx="11293602" cy="960474"/>
          </a:xfrm>
        </p:spPr>
        <p:txBody>
          <a:bodyPr>
            <a:noAutofit/>
          </a:bodyPr>
          <a:lstStyle>
            <a:lvl1pPr>
              <a:defRPr b="0" i="0">
                <a:solidFill>
                  <a:schemeClr val="tx2"/>
                </a:solidFill>
              </a:defRPr>
            </a:lvl1pPr>
          </a:lstStyle>
          <a:p>
            <a:r>
              <a:rPr lang="en-US"/>
              <a:t>Click to edit Master title style</a:t>
            </a:r>
          </a:p>
        </p:txBody>
      </p:sp>
      <p:sp>
        <p:nvSpPr>
          <p:cNvPr id="5" name="Text Placeholder 2">
            <a:extLst>
              <a:ext uri="{FF2B5EF4-FFF2-40B4-BE49-F238E27FC236}">
                <a16:creationId xmlns:a16="http://schemas.microsoft.com/office/drawing/2014/main" id="{F699D387-89E2-34BE-9F7D-6CB45312D97D}"/>
              </a:ext>
            </a:extLst>
          </p:cNvPr>
          <p:cNvSpPr>
            <a:spLocks noGrp="1"/>
          </p:cNvSpPr>
          <p:nvPr>
            <p:ph type="body" idx="1"/>
          </p:nvPr>
        </p:nvSpPr>
        <p:spPr>
          <a:xfrm>
            <a:off x="457200" y="1882587"/>
            <a:ext cx="3607981" cy="622487"/>
          </a:xfrm>
        </p:spPr>
        <p:txBody>
          <a:bodyPr anchor="b">
            <a:noAutofit/>
          </a:bodyPr>
          <a:lstStyle>
            <a:lvl1pPr marL="0" indent="0">
              <a:lnSpc>
                <a:spcPts val="2200"/>
              </a:lnSpc>
              <a:buNone/>
              <a:defRPr sz="1800" b="0" i="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F889AF84-A406-D1D9-1D6A-96BDC6E3D4EA}"/>
              </a:ext>
            </a:extLst>
          </p:cNvPr>
          <p:cNvSpPr>
            <a:spLocks noGrp="1"/>
          </p:cNvSpPr>
          <p:nvPr>
            <p:ph sz="half" idx="2"/>
          </p:nvPr>
        </p:nvSpPr>
        <p:spPr>
          <a:xfrm>
            <a:off x="457200" y="2669241"/>
            <a:ext cx="3607981" cy="3520422"/>
          </a:xfrm>
        </p:spPr>
        <p:txBody>
          <a:bodyPr>
            <a:noAutofit/>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328F9219-DAC8-2DD4-521E-D10B9ABB8A65}"/>
              </a:ext>
            </a:extLst>
          </p:cNvPr>
          <p:cNvSpPr>
            <a:spLocks noGrp="1"/>
          </p:cNvSpPr>
          <p:nvPr>
            <p:ph type="body" idx="10"/>
          </p:nvPr>
        </p:nvSpPr>
        <p:spPr>
          <a:xfrm>
            <a:off x="4292009" y="1882587"/>
            <a:ext cx="3607981" cy="622487"/>
          </a:xfrm>
        </p:spPr>
        <p:txBody>
          <a:bodyPr anchor="b">
            <a:noAutofit/>
          </a:bodyPr>
          <a:lstStyle>
            <a:lvl1pPr marL="0" indent="0">
              <a:lnSpc>
                <a:spcPts val="2200"/>
              </a:lnSpc>
              <a:buNone/>
              <a:defRPr sz="1800" b="0" i="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F00BDD-B847-DDB4-2DF0-1506BC701CC8}"/>
              </a:ext>
            </a:extLst>
          </p:cNvPr>
          <p:cNvSpPr>
            <a:spLocks noGrp="1"/>
          </p:cNvSpPr>
          <p:nvPr>
            <p:ph sz="half" idx="11"/>
          </p:nvPr>
        </p:nvSpPr>
        <p:spPr>
          <a:xfrm>
            <a:off x="4292009" y="2669241"/>
            <a:ext cx="3607981" cy="3520422"/>
          </a:xfrm>
        </p:spPr>
        <p:txBody>
          <a:bodyPr>
            <a:noAutofit/>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AC238EDD-7EEF-3556-1238-FAB0347EC829}"/>
              </a:ext>
            </a:extLst>
          </p:cNvPr>
          <p:cNvSpPr>
            <a:spLocks noGrp="1" noRot="1" noMove="1" noResize="1" noEditPoints="1" noAdjustHandles="1" noChangeArrowheads="1" noChangeShapeType="1"/>
          </p:cNvSpPr>
          <p:nvPr>
            <p:ph type="sldNum" sz="quarter" idx="12"/>
          </p:nvPr>
        </p:nvSpPr>
        <p:spPr/>
        <p:txBody>
          <a:body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9" name="Graphic 8">
            <a:extLst>
              <a:ext uri="{FF2B5EF4-FFF2-40B4-BE49-F238E27FC236}">
                <a16:creationId xmlns:a16="http://schemas.microsoft.com/office/drawing/2014/main" id="{FB141941-C687-89C3-8312-D14BC5CDACA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4932" y="6394767"/>
            <a:ext cx="1314262" cy="288290"/>
          </a:xfrm>
          <a:prstGeom prst="rect">
            <a:avLst/>
          </a:prstGeom>
        </p:spPr>
      </p:pic>
      <p:sp>
        <p:nvSpPr>
          <p:cNvPr id="10" name="Text Placeholder 2">
            <a:extLst>
              <a:ext uri="{FF2B5EF4-FFF2-40B4-BE49-F238E27FC236}">
                <a16:creationId xmlns:a16="http://schemas.microsoft.com/office/drawing/2014/main" id="{BF90F442-DE66-43B4-4B01-C9FC4FD03294}"/>
              </a:ext>
            </a:extLst>
          </p:cNvPr>
          <p:cNvSpPr>
            <a:spLocks noGrp="1"/>
          </p:cNvSpPr>
          <p:nvPr>
            <p:ph type="body" idx="13"/>
          </p:nvPr>
        </p:nvSpPr>
        <p:spPr>
          <a:xfrm>
            <a:off x="8126819" y="1882587"/>
            <a:ext cx="3607981" cy="622487"/>
          </a:xfrm>
        </p:spPr>
        <p:txBody>
          <a:bodyPr anchor="b">
            <a:noAutofit/>
          </a:bodyPr>
          <a:lstStyle>
            <a:lvl1pPr marL="0" indent="0">
              <a:lnSpc>
                <a:spcPts val="2200"/>
              </a:lnSpc>
              <a:buNone/>
              <a:defRPr sz="1800" b="0" i="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3">
            <a:extLst>
              <a:ext uri="{FF2B5EF4-FFF2-40B4-BE49-F238E27FC236}">
                <a16:creationId xmlns:a16="http://schemas.microsoft.com/office/drawing/2014/main" id="{C0678D08-6F25-C9A5-7447-C1EEC6A7C739}"/>
              </a:ext>
            </a:extLst>
          </p:cNvPr>
          <p:cNvSpPr>
            <a:spLocks noGrp="1"/>
          </p:cNvSpPr>
          <p:nvPr>
            <p:ph sz="half" idx="14"/>
          </p:nvPr>
        </p:nvSpPr>
        <p:spPr>
          <a:xfrm>
            <a:off x="8126819" y="2669241"/>
            <a:ext cx="3607981" cy="3520422"/>
          </a:xfrm>
        </p:spPr>
        <p:txBody>
          <a:bodyPr>
            <a:noAutofit/>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15694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Full 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282684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Closing Slide with Contac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710771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ivider (Green)">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113823B-6772-B9C6-3AAF-E190D067F181}"/>
              </a:ext>
            </a:extLst>
          </p:cNvPr>
          <p:cNvSpPr>
            <a:spLocks noGrp="1" noRot="1" noMove="1" noResize="1" noEditPoints="1" noAdjustHandles="1" noChangeArrowheads="1" noChangeShapeType="1"/>
          </p:cNvSpPr>
          <p:nvPr>
            <p:ph type="sldNum" sz="quarter" idx="10"/>
          </p:nvPr>
        </p:nvSpPr>
        <p:spPr>
          <a:xfrm>
            <a:off x="8988552" y="6356350"/>
            <a:ext cx="2748516" cy="365125"/>
          </a:xfrm>
          <a:prstGeom prst="rect">
            <a:avLst/>
          </a:prstGeom>
        </p:spPr>
        <p:txBody>
          <a:bodyPr/>
          <a:lstStyle>
            <a:lvl1pPr>
              <a:defRPr>
                <a:solidFill>
                  <a:schemeClr val="bg2"/>
                </a:solidFill>
              </a:defRPr>
            </a:lvl1p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4" name="Graphic 3">
            <a:extLst>
              <a:ext uri="{FF2B5EF4-FFF2-40B4-BE49-F238E27FC236}">
                <a16:creationId xmlns:a16="http://schemas.microsoft.com/office/drawing/2014/main" id="{FB893045-1075-AAD4-7509-7C2E06BE1FF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4932" y="6394767"/>
            <a:ext cx="1314262" cy="288290"/>
          </a:xfrm>
          <a:prstGeom prst="rect">
            <a:avLst/>
          </a:prstGeom>
        </p:spPr>
      </p:pic>
      <p:sp>
        <p:nvSpPr>
          <p:cNvPr id="5" name="Title 1">
            <a:extLst>
              <a:ext uri="{FF2B5EF4-FFF2-40B4-BE49-F238E27FC236}">
                <a16:creationId xmlns:a16="http://schemas.microsoft.com/office/drawing/2014/main" id="{A6D6417F-E2A5-2E9C-F12C-8B56403B7B22}"/>
              </a:ext>
            </a:extLst>
          </p:cNvPr>
          <p:cNvSpPr>
            <a:spLocks noGrp="1"/>
          </p:cNvSpPr>
          <p:nvPr>
            <p:ph type="ctrTitle"/>
          </p:nvPr>
        </p:nvSpPr>
        <p:spPr>
          <a:xfrm>
            <a:off x="838200" y="1409700"/>
            <a:ext cx="10515598" cy="1950521"/>
          </a:xfrm>
        </p:spPr>
        <p:txBody>
          <a:bodyPr anchor="b">
            <a:noAutofit/>
          </a:bodyPr>
          <a:lstStyle>
            <a:lvl1pPr algn="ctr">
              <a:lnSpc>
                <a:spcPts val="4400"/>
              </a:lnSpc>
              <a:defRPr sz="4000" b="0" i="0">
                <a:solidFill>
                  <a:schemeClr val="bg2"/>
                </a:solidFill>
              </a:defRPr>
            </a:lvl1pPr>
          </a:lstStyle>
          <a:p>
            <a:r>
              <a:rPr lang="en-US"/>
              <a:t>Click to edit Master title style</a:t>
            </a:r>
          </a:p>
        </p:txBody>
      </p:sp>
      <p:sp>
        <p:nvSpPr>
          <p:cNvPr id="6" name="Subtitle 2">
            <a:extLst>
              <a:ext uri="{FF2B5EF4-FFF2-40B4-BE49-F238E27FC236}">
                <a16:creationId xmlns:a16="http://schemas.microsoft.com/office/drawing/2014/main" id="{B857D8A5-91AC-6CAE-9326-F52BE7EA9759}"/>
              </a:ext>
            </a:extLst>
          </p:cNvPr>
          <p:cNvSpPr>
            <a:spLocks noGrp="1"/>
          </p:cNvSpPr>
          <p:nvPr>
            <p:ph type="subTitle" idx="1"/>
          </p:nvPr>
        </p:nvSpPr>
        <p:spPr>
          <a:xfrm>
            <a:off x="838199" y="3588822"/>
            <a:ext cx="10515597" cy="720024"/>
          </a:xfrm>
        </p:spPr>
        <p:txBody>
          <a:bodyPr>
            <a:noAutofit/>
          </a:bodyPr>
          <a:lstStyle>
            <a:lvl1pPr marL="0" indent="0" algn="ctr">
              <a:lnSpc>
                <a:spcPts val="2400"/>
              </a:lnSpc>
              <a:buNone/>
              <a:defRPr sz="2000" b="0" i="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64840126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469F2F16-D2F7-0274-DBB7-C570A009ECCC}"/>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73367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Do not remove" hidden="1">
            <a:extLst>
              <a:ext uri="{FF2B5EF4-FFF2-40B4-BE49-F238E27FC236}">
                <a16:creationId xmlns:a16="http://schemas.microsoft.com/office/drawing/2014/main" id="{85E72D11-8161-CEBE-4A80-04C69AD335AA}"/>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620351-1C34-4A9E-5584-D066B20603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B7982EA-27B0-36F8-23D6-DB7C555A24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1409EAD-A05C-BAF0-BBE9-C17FAD6DA45A}"/>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5" name="Footer Placeholder 4">
            <a:extLst>
              <a:ext uri="{FF2B5EF4-FFF2-40B4-BE49-F238E27FC236}">
                <a16:creationId xmlns:a16="http://schemas.microsoft.com/office/drawing/2014/main" id="{047E5E11-4176-6372-D99D-DBA3C8A876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DE82BC-69C6-1168-7917-9E726777068F}"/>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123008443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A36D483C-670C-66B3-11AE-57933303A887}"/>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C7F433-876C-320E-EA69-6C25E1BB0D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AAB74E-DAF5-C043-9D99-9A64B60EBA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04604D-AED0-D259-C47D-721B201E571E}"/>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5" name="Footer Placeholder 4">
            <a:extLst>
              <a:ext uri="{FF2B5EF4-FFF2-40B4-BE49-F238E27FC236}">
                <a16:creationId xmlns:a16="http://schemas.microsoft.com/office/drawing/2014/main" id="{2EFBA114-F90D-B137-1898-37EDD04806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308F82-467F-766D-4D46-AD9D4095CB06}"/>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386411314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8C5EE-43BB-A0C5-1CED-4D570CE7CD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69ABBB4-81C4-514E-BA40-535BAC11984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8EAAA9-8AA6-1731-27D6-BDCE37DA6B72}"/>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5" name="Footer Placeholder 4">
            <a:extLst>
              <a:ext uri="{FF2B5EF4-FFF2-40B4-BE49-F238E27FC236}">
                <a16:creationId xmlns:a16="http://schemas.microsoft.com/office/drawing/2014/main" id="{59781605-4669-46D2-2DBA-2662C6FB0E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7687A7-15C3-B9B1-2A9D-3BF8F036F38D}"/>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14194276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6ED4E-3096-6F50-CC89-5FE37C3D57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AEF17F-EFE8-A8A5-6E9B-CA3EDF9044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D2B54D-3772-9C58-7A0E-DF1F4187A4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6A5CEC-E857-419A-CAD0-8E3498F35F6C}"/>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6" name="Footer Placeholder 5">
            <a:extLst>
              <a:ext uri="{FF2B5EF4-FFF2-40B4-BE49-F238E27FC236}">
                <a16:creationId xmlns:a16="http://schemas.microsoft.com/office/drawing/2014/main" id="{0716C42E-6C79-AA07-DA57-A764A59469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96C63C-53BB-DF3E-4AD2-EACBAF68C30B}"/>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412078182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6788D-176B-53EF-D248-70E26B2AE6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8E88A2-4A2A-904A-2B91-65E0E2CECA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409754-782D-B7B0-B5AA-63632945C8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E7103C-8578-B13C-B274-921A15D3CF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4EF769-7661-F808-5E5D-2D4DAA6BEC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D5CA8C-54A9-7446-ECBB-DFA22CEA52E7}"/>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8" name="Footer Placeholder 7">
            <a:extLst>
              <a:ext uri="{FF2B5EF4-FFF2-40B4-BE49-F238E27FC236}">
                <a16:creationId xmlns:a16="http://schemas.microsoft.com/office/drawing/2014/main" id="{2EFC58F9-94E1-9F1F-3633-50F8456B53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EBF2793-B600-9AAE-2F62-A6925E3E53CA}"/>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239452990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5CBC4-72C1-8E56-7213-4714CE806C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D41CC5A-256D-3AE1-907F-3E92399E1650}"/>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4" name="Footer Placeholder 3">
            <a:extLst>
              <a:ext uri="{FF2B5EF4-FFF2-40B4-BE49-F238E27FC236}">
                <a16:creationId xmlns:a16="http://schemas.microsoft.com/office/drawing/2014/main" id="{9B0A2296-B12D-6D86-4E02-A125B08B57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A2ADAA2-91F4-2C8B-4101-A8968E05904C}"/>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46161331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9D9768-3260-BC6D-BDE0-6E5ADBA5D2E1}"/>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3" name="Footer Placeholder 2">
            <a:extLst>
              <a:ext uri="{FF2B5EF4-FFF2-40B4-BE49-F238E27FC236}">
                <a16:creationId xmlns:a16="http://schemas.microsoft.com/office/drawing/2014/main" id="{FF8DE572-0D99-A584-0FBA-7D18F4124D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81B6A72-8F89-AC24-B521-2677076B8068}"/>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34495496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ED049-11A9-0836-4286-4F01717618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F76C35-E3D5-BE40-0E4F-B7DE29DD08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9657D48-5A5A-2A25-8CD8-D56213CDB1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DF6C1-5708-18F2-E8F5-69BE93213FDA}"/>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6" name="Footer Placeholder 5">
            <a:extLst>
              <a:ext uri="{FF2B5EF4-FFF2-40B4-BE49-F238E27FC236}">
                <a16:creationId xmlns:a16="http://schemas.microsoft.com/office/drawing/2014/main" id="{77EB67FD-0323-7D1A-BFA6-4544D34A96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C7F38E-4559-C072-CB17-56B89CA8C708}"/>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15934517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A7AA0-0CF2-4AA8-8790-5F5A0396EC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353602-4980-95F6-4E5D-33A8A438FE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FFD064-0B29-36A6-CC03-EF00D1B588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3426E3-1FC6-314A-718A-7394650FAA6C}"/>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6" name="Footer Placeholder 5">
            <a:extLst>
              <a:ext uri="{FF2B5EF4-FFF2-40B4-BE49-F238E27FC236}">
                <a16:creationId xmlns:a16="http://schemas.microsoft.com/office/drawing/2014/main" id="{716ACBCD-2A32-0DB0-CD8E-D97C18B0F6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09F099-342C-3ECA-C318-61294670FA13}"/>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191603998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FAC39-CD97-E00B-6BFA-E44F134A8D2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19A301-3B1D-4B24-35F0-77425BB7E1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6440C3-1CA5-9F49-2CEA-DBF7601607CB}"/>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5" name="Footer Placeholder 4">
            <a:extLst>
              <a:ext uri="{FF2B5EF4-FFF2-40B4-BE49-F238E27FC236}">
                <a16:creationId xmlns:a16="http://schemas.microsoft.com/office/drawing/2014/main" id="{0F94BF4B-6060-E22F-7E52-7BE1FFF0A4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0AD08F-476D-BBB0-39DE-124ECCE28E9C}"/>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173078468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6DE490-B896-4B93-B2A3-3490E6CAE3A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96527A-B814-1A1B-DF0D-BDABCCED04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ABE91C-600B-A296-B059-E569F4BB23C6}"/>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5" name="Footer Placeholder 4">
            <a:extLst>
              <a:ext uri="{FF2B5EF4-FFF2-40B4-BE49-F238E27FC236}">
                <a16:creationId xmlns:a16="http://schemas.microsoft.com/office/drawing/2014/main" id="{E9F9546D-6C9B-7BF2-4959-F51D568198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FE1F6B-A6DB-A502-DEF6-0655419C4E60}"/>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278681777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6_Title Only ">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B84B65A0-2FB2-210E-0775-B24F2ECE7F4F}"/>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rgbClr val="301E03"/>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a:p>
        </p:txBody>
      </p:sp>
      <p:sp>
        <p:nvSpPr>
          <p:cNvPr id="3" name="Slide Number Placeholder 2">
            <a:extLst>
              <a:ext uri="{FF2B5EF4-FFF2-40B4-BE49-F238E27FC236}">
                <a16:creationId xmlns:a16="http://schemas.microsoft.com/office/drawing/2014/main" id="{0D6FADE3-E265-E716-9ECF-29C2C3BC0733}"/>
              </a:ext>
            </a:extLst>
          </p:cNvPr>
          <p:cNvSpPr>
            <a:spLocks noGrp="1" noRot="1" noMove="1" noResize="1" noEditPoints="1" noAdjustHandles="1" noChangeArrowheads="1" noChangeShapeType="1"/>
          </p:cNvSpPr>
          <p:nvPr>
            <p:ph type="sldNum" sz="quarter" idx="10"/>
          </p:nvPr>
        </p:nvSpPr>
        <p:spPr/>
        <p:txBody>
          <a:bodyPr/>
          <a:lstStyle>
            <a:lvl1pPr>
              <a:defRPr>
                <a:solidFill>
                  <a:schemeClr val="bg1"/>
                </a:solidFill>
              </a:defRPr>
            </a:lvl1p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4" name="Picture 3" descr="A black background with green text&#10;&#10;AI-generated content may be incorrect.">
            <a:extLst>
              <a:ext uri="{FF2B5EF4-FFF2-40B4-BE49-F238E27FC236}">
                <a16:creationId xmlns:a16="http://schemas.microsoft.com/office/drawing/2014/main" id="{B2D656AA-7F5B-73E2-500A-D52E2C4219E6}"/>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463833" y="2639532"/>
            <a:ext cx="2800008" cy="1144448"/>
          </a:xfrm>
          <a:prstGeom prst="rect">
            <a:avLst/>
          </a:prstGeom>
        </p:spPr>
      </p:pic>
      <p:sp>
        <p:nvSpPr>
          <p:cNvPr id="6" name="Picture Placeholder 9">
            <a:extLst>
              <a:ext uri="{FF2B5EF4-FFF2-40B4-BE49-F238E27FC236}">
                <a16:creationId xmlns:a16="http://schemas.microsoft.com/office/drawing/2014/main" id="{63121224-C22E-A1EF-5A95-33571A6E6C7A}"/>
              </a:ext>
            </a:extLst>
          </p:cNvPr>
          <p:cNvSpPr>
            <a:spLocks noGrp="1"/>
          </p:cNvSpPr>
          <p:nvPr>
            <p:ph type="pic" sz="quarter" idx="13"/>
          </p:nvPr>
        </p:nvSpPr>
        <p:spPr>
          <a:xfrm>
            <a:off x="3836669" y="2910363"/>
            <a:ext cx="2248237" cy="658835"/>
          </a:xfrm>
        </p:spPr>
        <p:txBody>
          <a:bodyPr/>
          <a:lstStyle>
            <a:lvl1pPr marL="0" indent="0" algn="ctr">
              <a:buNone/>
              <a:defRPr b="0" i="0">
                <a:solidFill>
                  <a:srgbClr val="301E03"/>
                </a:solidFill>
              </a:defRPr>
            </a:lvl1pPr>
          </a:lstStyle>
          <a:p>
            <a:r>
              <a:rPr lang="en-US"/>
              <a:t>Click icon to add picture</a:t>
            </a:r>
            <a:endParaRPr lang="en-IL"/>
          </a:p>
        </p:txBody>
      </p:sp>
      <p:cxnSp>
        <p:nvCxnSpPr>
          <p:cNvPr id="7" name="Straight Connector 6">
            <a:extLst>
              <a:ext uri="{FF2B5EF4-FFF2-40B4-BE49-F238E27FC236}">
                <a16:creationId xmlns:a16="http://schemas.microsoft.com/office/drawing/2014/main" id="{6757FFDE-DB62-2B30-26E1-0BB00F573270}"/>
              </a:ext>
            </a:extLst>
          </p:cNvPr>
          <p:cNvCxnSpPr>
            <a:cxnSpLocks/>
          </p:cNvCxnSpPr>
          <p:nvPr userDrawn="1"/>
        </p:nvCxnSpPr>
        <p:spPr>
          <a:xfrm>
            <a:off x="3415518" y="2795666"/>
            <a:ext cx="0" cy="848483"/>
          </a:xfrm>
          <a:prstGeom prst="line">
            <a:avLst/>
          </a:prstGeom>
          <a:ln w="9525">
            <a:solidFill>
              <a:srgbClr val="301E03">
                <a:alpha val="25000"/>
              </a:srgbClr>
            </a:solidFill>
          </a:ln>
        </p:spPr>
        <p:style>
          <a:lnRef idx="2">
            <a:schemeClr val="accent1"/>
          </a:lnRef>
          <a:fillRef idx="0">
            <a:schemeClr val="accent1"/>
          </a:fillRef>
          <a:effectRef idx="1">
            <a:schemeClr val="accent1"/>
          </a:effectRef>
          <a:fontRef idx="minor">
            <a:schemeClr val="tx1"/>
          </a:fontRef>
        </p:style>
      </p:cxnSp>
      <p:sp>
        <p:nvSpPr>
          <p:cNvPr id="8" name="Text Placeholder 2">
            <a:extLst>
              <a:ext uri="{FF2B5EF4-FFF2-40B4-BE49-F238E27FC236}">
                <a16:creationId xmlns:a16="http://schemas.microsoft.com/office/drawing/2014/main" id="{BA71AB8E-6A41-EDF5-830D-D803933169E1}"/>
              </a:ext>
            </a:extLst>
          </p:cNvPr>
          <p:cNvSpPr>
            <a:spLocks noGrp="1"/>
          </p:cNvSpPr>
          <p:nvPr>
            <p:ph type="body" idx="1"/>
          </p:nvPr>
        </p:nvSpPr>
        <p:spPr>
          <a:xfrm>
            <a:off x="711842" y="5003757"/>
            <a:ext cx="4502895" cy="658835"/>
          </a:xfrm>
        </p:spPr>
        <p:txBody>
          <a:bodyPr wrap="square" anchor="t" anchorCtr="0">
            <a:spAutoFit/>
          </a:bodyPr>
          <a:lstStyle>
            <a:lvl1pPr marL="0" indent="0" algn="l">
              <a:lnSpc>
                <a:spcPts val="1800"/>
              </a:lnSpc>
              <a:spcBef>
                <a:spcPts val="1600"/>
              </a:spcBef>
              <a:buNone/>
              <a:defRPr sz="1400" b="0" i="0">
                <a:solidFill>
                  <a:srgbClr val="301E03"/>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35443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Title Only ">
    <p:spTree>
      <p:nvGrpSpPr>
        <p:cNvPr id="1" name=""/>
        <p:cNvGrpSpPr/>
        <p:nvPr/>
      </p:nvGrpSpPr>
      <p:grpSpPr>
        <a:xfrm>
          <a:off x="0" y="0"/>
          <a:ext cx="0" cy="0"/>
          <a:chOff x="0" y="0"/>
          <a:chExt cx="0" cy="0"/>
        </a:xfrm>
      </p:grpSpPr>
      <p:sp>
        <p:nvSpPr>
          <p:cNvPr id="9" name="Do not remove" hidden="1">
            <a:extLst>
              <a:ext uri="{FF2B5EF4-FFF2-40B4-BE49-F238E27FC236}">
                <a16:creationId xmlns:a16="http://schemas.microsoft.com/office/drawing/2014/main" id="{DF627D87-4B3B-64E7-C890-FDCB14C6F428}"/>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F9B886-3D22-A41B-E7C6-EFDD624BDA69}"/>
              </a:ext>
            </a:extLst>
          </p:cNvPr>
          <p:cNvSpPr>
            <a:spLocks noGrp="1"/>
          </p:cNvSpPr>
          <p:nvPr>
            <p:ph type="title"/>
          </p:nvPr>
        </p:nvSpPr>
        <p:spPr>
          <a:xfrm>
            <a:off x="457200" y="457200"/>
            <a:ext cx="11277600" cy="960474"/>
          </a:xfrm>
        </p:spPr>
        <p:txBody>
          <a:bodyPr>
            <a:noAutofit/>
          </a:bodyPr>
          <a:lstStyle>
            <a:lvl1pPr algn="l">
              <a:defRPr b="0" i="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0D6FADE3-E265-E716-9ECF-29C2C3BC0733}"/>
              </a:ext>
            </a:extLst>
          </p:cNvPr>
          <p:cNvSpPr>
            <a:spLocks noGrp="1" noRot="1" noMove="1" noResize="1" noEditPoints="1" noAdjustHandles="1" noChangeArrowheads="1" noChangeShapeType="1"/>
          </p:cNvSpPr>
          <p:nvPr>
            <p:ph type="sldNum" sz="quarter" idx="10"/>
          </p:nvPr>
        </p:nvSpPr>
        <p:spPr>
          <a:xfrm>
            <a:off x="8988552" y="6356350"/>
            <a:ext cx="2748516" cy="365125"/>
          </a:xfrm>
          <a:prstGeom prst="rect">
            <a:avLst/>
          </a:prstGeom>
        </p:spPr>
        <p:txBody>
          <a:body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4" name="Graphic 3">
            <a:extLst>
              <a:ext uri="{FF2B5EF4-FFF2-40B4-BE49-F238E27FC236}">
                <a16:creationId xmlns:a16="http://schemas.microsoft.com/office/drawing/2014/main" id="{6B51AB0C-6DF7-5BB1-4AC4-DE948FC6A24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4932" y="6394767"/>
            <a:ext cx="1314262" cy="288290"/>
          </a:xfrm>
          <a:prstGeom prst="rect">
            <a:avLst/>
          </a:prstGeom>
        </p:spPr>
      </p:pic>
      <p:sp>
        <p:nvSpPr>
          <p:cNvPr id="5" name="Text Placeholder 2">
            <a:extLst>
              <a:ext uri="{FF2B5EF4-FFF2-40B4-BE49-F238E27FC236}">
                <a16:creationId xmlns:a16="http://schemas.microsoft.com/office/drawing/2014/main" id="{DAA2EB73-048C-072F-DC50-C3DE0E8DCECB}"/>
              </a:ext>
            </a:extLst>
          </p:cNvPr>
          <p:cNvSpPr>
            <a:spLocks noGrp="1"/>
          </p:cNvSpPr>
          <p:nvPr>
            <p:ph type="body" idx="1"/>
          </p:nvPr>
        </p:nvSpPr>
        <p:spPr>
          <a:xfrm>
            <a:off x="457200" y="1514287"/>
            <a:ext cx="11279866" cy="622487"/>
          </a:xfrm>
        </p:spPr>
        <p:txBody>
          <a:bodyPr anchor="t" anchorCtr="0">
            <a:noAutofit/>
          </a:bodyPr>
          <a:lstStyle>
            <a:lvl1pPr marL="0" indent="0">
              <a:lnSpc>
                <a:spcPts val="2200"/>
              </a:lnSpc>
              <a:buNone/>
              <a:defRPr sz="18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89608705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Title Only ">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A2F2C103-9D4B-AD72-1079-5F11F2D131AF}"/>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F9B886-3D22-A41B-E7C6-EFDD624BDA69}"/>
              </a:ext>
            </a:extLst>
          </p:cNvPr>
          <p:cNvSpPr>
            <a:spLocks noGrp="1"/>
          </p:cNvSpPr>
          <p:nvPr>
            <p:ph type="title"/>
          </p:nvPr>
        </p:nvSpPr>
        <p:spPr>
          <a:xfrm>
            <a:off x="457200" y="457200"/>
            <a:ext cx="11277600" cy="960474"/>
          </a:xfrm>
        </p:spPr>
        <p:txBody>
          <a:bodyPr>
            <a:noAutofit/>
          </a:bodyPr>
          <a:lstStyle>
            <a:lvl1pPr algn="l">
              <a:defRPr b="0" i="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0D6FADE3-E265-E716-9ECF-29C2C3BC0733}"/>
              </a:ext>
            </a:extLst>
          </p:cNvPr>
          <p:cNvSpPr>
            <a:spLocks noGrp="1" noRot="1" noMove="1" noResize="1" noEditPoints="1" noAdjustHandles="1" noChangeArrowheads="1" noChangeShapeType="1"/>
          </p:cNvSpPr>
          <p:nvPr>
            <p:ph type="sldNum" sz="quarter" idx="10"/>
          </p:nvPr>
        </p:nvSpPr>
        <p:spPr>
          <a:xfrm>
            <a:off x="8988552" y="6356350"/>
            <a:ext cx="2748516" cy="365125"/>
          </a:xfrm>
          <a:prstGeom prst="rect">
            <a:avLst/>
          </a:prstGeom>
        </p:spPr>
        <p:txBody>
          <a:body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4" name="Graphic 3">
            <a:extLst>
              <a:ext uri="{FF2B5EF4-FFF2-40B4-BE49-F238E27FC236}">
                <a16:creationId xmlns:a16="http://schemas.microsoft.com/office/drawing/2014/main" id="{6B51AB0C-6DF7-5BB1-4AC4-DE948FC6A24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4932" y="6394767"/>
            <a:ext cx="1314262" cy="288290"/>
          </a:xfrm>
          <a:prstGeom prst="rect">
            <a:avLst/>
          </a:prstGeom>
        </p:spPr>
      </p:pic>
      <p:sp>
        <p:nvSpPr>
          <p:cNvPr id="5" name="Text Placeholder 2">
            <a:extLst>
              <a:ext uri="{FF2B5EF4-FFF2-40B4-BE49-F238E27FC236}">
                <a16:creationId xmlns:a16="http://schemas.microsoft.com/office/drawing/2014/main" id="{DAA2EB73-048C-072F-DC50-C3DE0E8DCECB}"/>
              </a:ext>
            </a:extLst>
          </p:cNvPr>
          <p:cNvSpPr>
            <a:spLocks noGrp="1"/>
          </p:cNvSpPr>
          <p:nvPr>
            <p:ph type="body" idx="1"/>
          </p:nvPr>
        </p:nvSpPr>
        <p:spPr>
          <a:xfrm>
            <a:off x="457200" y="1514287"/>
            <a:ext cx="11279866" cy="622487"/>
          </a:xfrm>
        </p:spPr>
        <p:txBody>
          <a:bodyPr anchor="t" anchorCtr="0">
            <a:noAutofit/>
          </a:bodyPr>
          <a:lstStyle>
            <a:lvl1pPr marL="0" indent="0">
              <a:lnSpc>
                <a:spcPts val="2200"/>
              </a:lnSpc>
              <a:buNone/>
              <a:defRPr sz="18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89608705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Title Only ">
    <p:spTree>
      <p:nvGrpSpPr>
        <p:cNvPr id="1" name=""/>
        <p:cNvGrpSpPr/>
        <p:nvPr/>
      </p:nvGrpSpPr>
      <p:grpSpPr>
        <a:xfrm>
          <a:off x="0" y="0"/>
          <a:ext cx="0" cy="0"/>
          <a:chOff x="0" y="0"/>
          <a:chExt cx="0" cy="0"/>
        </a:xfrm>
      </p:grpSpPr>
      <p:sp>
        <p:nvSpPr>
          <p:cNvPr id="14" name="Do not remove" hidden="1">
            <a:extLst>
              <a:ext uri="{FF2B5EF4-FFF2-40B4-BE49-F238E27FC236}">
                <a16:creationId xmlns:a16="http://schemas.microsoft.com/office/drawing/2014/main" id="{D44BB6C5-6720-0B17-C9E2-F52425CD2E51}"/>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F9B886-3D22-A41B-E7C6-EFDD624BDA69}"/>
              </a:ext>
            </a:extLst>
          </p:cNvPr>
          <p:cNvSpPr>
            <a:spLocks noGrp="1"/>
          </p:cNvSpPr>
          <p:nvPr>
            <p:ph type="title"/>
          </p:nvPr>
        </p:nvSpPr>
        <p:spPr>
          <a:xfrm>
            <a:off x="457200" y="457200"/>
            <a:ext cx="11277600" cy="960474"/>
          </a:xfrm>
        </p:spPr>
        <p:txBody>
          <a:bodyPr>
            <a:noAutofit/>
          </a:bodyPr>
          <a:lstStyle>
            <a:lvl1pPr algn="l">
              <a:defRPr b="0" i="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0D6FADE3-E265-E716-9ECF-29C2C3BC0733}"/>
              </a:ext>
            </a:extLst>
          </p:cNvPr>
          <p:cNvSpPr>
            <a:spLocks noGrp="1" noRot="1" noMove="1" noResize="1" noEditPoints="1" noAdjustHandles="1" noChangeArrowheads="1" noChangeShapeType="1"/>
          </p:cNvSpPr>
          <p:nvPr>
            <p:ph type="sldNum" sz="quarter" idx="10"/>
          </p:nvPr>
        </p:nvSpPr>
        <p:spPr>
          <a:xfrm>
            <a:off x="8988552" y="6356350"/>
            <a:ext cx="2748516" cy="365125"/>
          </a:xfrm>
          <a:prstGeom prst="rect">
            <a:avLst/>
          </a:prstGeom>
        </p:spPr>
        <p:txBody>
          <a:body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4" name="Graphic 3">
            <a:extLst>
              <a:ext uri="{FF2B5EF4-FFF2-40B4-BE49-F238E27FC236}">
                <a16:creationId xmlns:a16="http://schemas.microsoft.com/office/drawing/2014/main" id="{6B51AB0C-6DF7-5BB1-4AC4-DE948FC6A24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4932" y="6394767"/>
            <a:ext cx="1314262" cy="288290"/>
          </a:xfrm>
          <a:prstGeom prst="rect">
            <a:avLst/>
          </a:prstGeom>
        </p:spPr>
      </p:pic>
      <p:sp>
        <p:nvSpPr>
          <p:cNvPr id="5" name="Text Placeholder 2">
            <a:extLst>
              <a:ext uri="{FF2B5EF4-FFF2-40B4-BE49-F238E27FC236}">
                <a16:creationId xmlns:a16="http://schemas.microsoft.com/office/drawing/2014/main" id="{DAA2EB73-048C-072F-DC50-C3DE0E8DCECB}"/>
              </a:ext>
            </a:extLst>
          </p:cNvPr>
          <p:cNvSpPr>
            <a:spLocks noGrp="1"/>
          </p:cNvSpPr>
          <p:nvPr>
            <p:ph type="body" idx="1"/>
          </p:nvPr>
        </p:nvSpPr>
        <p:spPr>
          <a:xfrm>
            <a:off x="457200" y="1514287"/>
            <a:ext cx="11279866" cy="622487"/>
          </a:xfrm>
        </p:spPr>
        <p:txBody>
          <a:bodyPr anchor="t" anchorCtr="0">
            <a:noAutofit/>
          </a:bodyPr>
          <a:lstStyle>
            <a:lvl1pPr marL="0" indent="0">
              <a:lnSpc>
                <a:spcPts val="2200"/>
              </a:lnSpc>
              <a:buNone/>
              <a:defRPr sz="18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89608705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Title Only ">
    <p:spTree>
      <p:nvGrpSpPr>
        <p:cNvPr id="1" name=""/>
        <p:cNvGrpSpPr/>
        <p:nvPr/>
      </p:nvGrpSpPr>
      <p:grpSpPr>
        <a:xfrm>
          <a:off x="0" y="0"/>
          <a:ext cx="0" cy="0"/>
          <a:chOff x="0" y="0"/>
          <a:chExt cx="0" cy="0"/>
        </a:xfrm>
      </p:grpSpPr>
      <p:sp>
        <p:nvSpPr>
          <p:cNvPr id="14" name="Do not remove" hidden="1">
            <a:extLst>
              <a:ext uri="{FF2B5EF4-FFF2-40B4-BE49-F238E27FC236}">
                <a16:creationId xmlns:a16="http://schemas.microsoft.com/office/drawing/2014/main" id="{D44BB6C5-6720-0B17-C9E2-F52425CD2E51}"/>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F9B886-3D22-A41B-E7C6-EFDD624BDA69}"/>
              </a:ext>
            </a:extLst>
          </p:cNvPr>
          <p:cNvSpPr>
            <a:spLocks noGrp="1"/>
          </p:cNvSpPr>
          <p:nvPr>
            <p:ph type="title"/>
          </p:nvPr>
        </p:nvSpPr>
        <p:spPr>
          <a:xfrm>
            <a:off x="457200" y="457200"/>
            <a:ext cx="11277600" cy="960474"/>
          </a:xfrm>
        </p:spPr>
        <p:txBody>
          <a:bodyPr>
            <a:noAutofit/>
          </a:bodyPr>
          <a:lstStyle>
            <a:lvl1pPr algn="l">
              <a:defRPr b="0" i="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0D6FADE3-E265-E716-9ECF-29C2C3BC0733}"/>
              </a:ext>
            </a:extLst>
          </p:cNvPr>
          <p:cNvSpPr>
            <a:spLocks noGrp="1" noRot="1" noMove="1" noResize="1" noEditPoints="1" noAdjustHandles="1" noChangeArrowheads="1" noChangeShapeType="1"/>
          </p:cNvSpPr>
          <p:nvPr>
            <p:ph type="sldNum" sz="quarter" idx="10"/>
          </p:nvPr>
        </p:nvSpPr>
        <p:spPr>
          <a:xfrm>
            <a:off x="8988552" y="6356350"/>
            <a:ext cx="2748516" cy="365125"/>
          </a:xfrm>
          <a:prstGeom prst="rect">
            <a:avLst/>
          </a:prstGeom>
        </p:spPr>
        <p:txBody>
          <a:body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4" name="Graphic 3">
            <a:extLst>
              <a:ext uri="{FF2B5EF4-FFF2-40B4-BE49-F238E27FC236}">
                <a16:creationId xmlns:a16="http://schemas.microsoft.com/office/drawing/2014/main" id="{6B51AB0C-6DF7-5BB1-4AC4-DE948FC6A24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4932" y="6394767"/>
            <a:ext cx="1314262" cy="288290"/>
          </a:xfrm>
          <a:prstGeom prst="rect">
            <a:avLst/>
          </a:prstGeom>
        </p:spPr>
      </p:pic>
      <p:sp>
        <p:nvSpPr>
          <p:cNvPr id="5" name="Text Placeholder 2">
            <a:extLst>
              <a:ext uri="{FF2B5EF4-FFF2-40B4-BE49-F238E27FC236}">
                <a16:creationId xmlns:a16="http://schemas.microsoft.com/office/drawing/2014/main" id="{DAA2EB73-048C-072F-DC50-C3DE0E8DCECB}"/>
              </a:ext>
            </a:extLst>
          </p:cNvPr>
          <p:cNvSpPr>
            <a:spLocks noGrp="1"/>
          </p:cNvSpPr>
          <p:nvPr>
            <p:ph type="body" idx="1"/>
          </p:nvPr>
        </p:nvSpPr>
        <p:spPr>
          <a:xfrm>
            <a:off x="457200" y="1514287"/>
            <a:ext cx="11279866" cy="622487"/>
          </a:xfrm>
        </p:spPr>
        <p:txBody>
          <a:bodyPr anchor="t" anchorCtr="0">
            <a:noAutofit/>
          </a:bodyPr>
          <a:lstStyle>
            <a:lvl1pPr marL="0" indent="0">
              <a:lnSpc>
                <a:spcPts val="2200"/>
              </a:lnSpc>
              <a:buNone/>
              <a:defRPr sz="18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89608705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Title Only ">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A2F2C103-9D4B-AD72-1079-5F11F2D131AF}"/>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F9B886-3D22-A41B-E7C6-EFDD624BDA69}"/>
              </a:ext>
            </a:extLst>
          </p:cNvPr>
          <p:cNvSpPr>
            <a:spLocks noGrp="1"/>
          </p:cNvSpPr>
          <p:nvPr>
            <p:ph type="title"/>
          </p:nvPr>
        </p:nvSpPr>
        <p:spPr>
          <a:xfrm>
            <a:off x="457200" y="457200"/>
            <a:ext cx="11277600" cy="960474"/>
          </a:xfrm>
        </p:spPr>
        <p:txBody>
          <a:bodyPr>
            <a:noAutofit/>
          </a:bodyPr>
          <a:lstStyle>
            <a:lvl1pPr algn="l">
              <a:defRPr b="0" i="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0D6FADE3-E265-E716-9ECF-29C2C3BC0733}"/>
              </a:ext>
            </a:extLst>
          </p:cNvPr>
          <p:cNvSpPr>
            <a:spLocks noGrp="1" noRot="1" noMove="1" noResize="1" noEditPoints="1" noAdjustHandles="1" noChangeArrowheads="1" noChangeShapeType="1"/>
          </p:cNvSpPr>
          <p:nvPr>
            <p:ph type="sldNum" sz="quarter" idx="10"/>
          </p:nvPr>
        </p:nvSpPr>
        <p:spPr>
          <a:xfrm>
            <a:off x="8988552" y="6356350"/>
            <a:ext cx="2748516" cy="365125"/>
          </a:xfrm>
          <a:prstGeom prst="rect">
            <a:avLst/>
          </a:prstGeom>
        </p:spPr>
        <p:txBody>
          <a:body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4" name="Graphic 3">
            <a:extLst>
              <a:ext uri="{FF2B5EF4-FFF2-40B4-BE49-F238E27FC236}">
                <a16:creationId xmlns:a16="http://schemas.microsoft.com/office/drawing/2014/main" id="{6B51AB0C-6DF7-5BB1-4AC4-DE948FC6A24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4932" y="6394767"/>
            <a:ext cx="1314262" cy="288290"/>
          </a:xfrm>
          <a:prstGeom prst="rect">
            <a:avLst/>
          </a:prstGeom>
        </p:spPr>
      </p:pic>
      <p:sp>
        <p:nvSpPr>
          <p:cNvPr id="5" name="Text Placeholder 2">
            <a:extLst>
              <a:ext uri="{FF2B5EF4-FFF2-40B4-BE49-F238E27FC236}">
                <a16:creationId xmlns:a16="http://schemas.microsoft.com/office/drawing/2014/main" id="{DAA2EB73-048C-072F-DC50-C3DE0E8DCECB}"/>
              </a:ext>
            </a:extLst>
          </p:cNvPr>
          <p:cNvSpPr>
            <a:spLocks noGrp="1"/>
          </p:cNvSpPr>
          <p:nvPr>
            <p:ph type="body" idx="1"/>
          </p:nvPr>
        </p:nvSpPr>
        <p:spPr>
          <a:xfrm>
            <a:off x="457200" y="1514287"/>
            <a:ext cx="11279866" cy="622487"/>
          </a:xfrm>
        </p:spPr>
        <p:txBody>
          <a:bodyPr anchor="t" anchorCtr="0">
            <a:noAutofit/>
          </a:bodyPr>
          <a:lstStyle>
            <a:lvl1pPr marL="0" indent="0">
              <a:lnSpc>
                <a:spcPts val="2200"/>
              </a:lnSpc>
              <a:buNone/>
              <a:defRPr sz="18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89608705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6E4727AC-E92A-77AF-4106-DA3EE6CF7305}"/>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620351-1C34-4A9E-5584-D066B20603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B7982EA-27B0-36F8-23D6-DB7C555A24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1409EAD-A05C-BAF0-BBE9-C17FAD6DA45A}"/>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5" name="Footer Placeholder 4">
            <a:extLst>
              <a:ext uri="{FF2B5EF4-FFF2-40B4-BE49-F238E27FC236}">
                <a16:creationId xmlns:a16="http://schemas.microsoft.com/office/drawing/2014/main" id="{047E5E11-4176-6372-D99D-DBA3C8A876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DE82BC-69C6-1168-7917-9E726777068F}"/>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123008443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A36D483C-670C-66B3-11AE-57933303A887}"/>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C7F433-876C-320E-EA69-6C25E1BB0D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AAB74E-DAF5-C043-9D99-9A64B60EBA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04604D-AED0-D259-C47D-721B201E571E}"/>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5" name="Footer Placeholder 4">
            <a:extLst>
              <a:ext uri="{FF2B5EF4-FFF2-40B4-BE49-F238E27FC236}">
                <a16:creationId xmlns:a16="http://schemas.microsoft.com/office/drawing/2014/main" id="{2EFBA114-F90D-B137-1898-37EDD04806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308F82-467F-766D-4D46-AD9D4095CB06}"/>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386411314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8C5EE-43BB-A0C5-1CED-4D570CE7CD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69ABBB4-81C4-514E-BA40-535BAC11984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8EAAA9-8AA6-1731-27D6-BDCE37DA6B72}"/>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5" name="Footer Placeholder 4">
            <a:extLst>
              <a:ext uri="{FF2B5EF4-FFF2-40B4-BE49-F238E27FC236}">
                <a16:creationId xmlns:a16="http://schemas.microsoft.com/office/drawing/2014/main" id="{59781605-4669-46D2-2DBA-2662C6FB0E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7687A7-15C3-B9B1-2A9D-3BF8F036F38D}"/>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141942765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6ED4E-3096-6F50-CC89-5FE37C3D57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AEF17F-EFE8-A8A5-6E9B-CA3EDF9044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D2B54D-3772-9C58-7A0E-DF1F4187A4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6A5CEC-E857-419A-CAD0-8E3498F35F6C}"/>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6" name="Footer Placeholder 5">
            <a:extLst>
              <a:ext uri="{FF2B5EF4-FFF2-40B4-BE49-F238E27FC236}">
                <a16:creationId xmlns:a16="http://schemas.microsoft.com/office/drawing/2014/main" id="{0716C42E-6C79-AA07-DA57-A764A59469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96C63C-53BB-DF3E-4AD2-EACBAF68C30B}"/>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412078182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6788D-176B-53EF-D248-70E26B2AE6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8E88A2-4A2A-904A-2B91-65E0E2CECA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409754-782D-B7B0-B5AA-63632945C8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E7103C-8578-B13C-B274-921A15D3CF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4EF769-7661-F808-5E5D-2D4DAA6BEC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D5CA8C-54A9-7446-ECBB-DFA22CEA52E7}"/>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8" name="Footer Placeholder 7">
            <a:extLst>
              <a:ext uri="{FF2B5EF4-FFF2-40B4-BE49-F238E27FC236}">
                <a16:creationId xmlns:a16="http://schemas.microsoft.com/office/drawing/2014/main" id="{2EFC58F9-94E1-9F1F-3633-50F8456B53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EBF2793-B600-9AAE-2F62-A6925E3E53CA}"/>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239452990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5CBC4-72C1-8E56-7213-4714CE806C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D41CC5A-256D-3AE1-907F-3E92399E1650}"/>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4" name="Footer Placeholder 3">
            <a:extLst>
              <a:ext uri="{FF2B5EF4-FFF2-40B4-BE49-F238E27FC236}">
                <a16:creationId xmlns:a16="http://schemas.microsoft.com/office/drawing/2014/main" id="{9B0A2296-B12D-6D86-4E02-A125B08B57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A2ADAA2-91F4-2C8B-4101-A8968E05904C}"/>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46161331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9D9768-3260-BC6D-BDE0-6E5ADBA5D2E1}"/>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3" name="Footer Placeholder 2">
            <a:extLst>
              <a:ext uri="{FF2B5EF4-FFF2-40B4-BE49-F238E27FC236}">
                <a16:creationId xmlns:a16="http://schemas.microsoft.com/office/drawing/2014/main" id="{FF8DE572-0D99-A584-0FBA-7D18F4124D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81B6A72-8F89-AC24-B521-2677076B8068}"/>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344954961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ED049-11A9-0836-4286-4F01717618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F76C35-E3D5-BE40-0E4F-B7DE29DD08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9657D48-5A5A-2A25-8CD8-D56213CDB1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DF6C1-5708-18F2-E8F5-69BE93213FDA}"/>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6" name="Footer Placeholder 5">
            <a:extLst>
              <a:ext uri="{FF2B5EF4-FFF2-40B4-BE49-F238E27FC236}">
                <a16:creationId xmlns:a16="http://schemas.microsoft.com/office/drawing/2014/main" id="{77EB67FD-0323-7D1A-BFA6-4544D34A96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C7F38E-4559-C072-CB17-56B89CA8C708}"/>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15934517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A7AA0-0CF2-4AA8-8790-5F5A0396EC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353602-4980-95F6-4E5D-33A8A438FE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FFD064-0B29-36A6-CC03-EF00D1B588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3426E3-1FC6-314A-718A-7394650FAA6C}"/>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6" name="Footer Placeholder 5">
            <a:extLst>
              <a:ext uri="{FF2B5EF4-FFF2-40B4-BE49-F238E27FC236}">
                <a16:creationId xmlns:a16="http://schemas.microsoft.com/office/drawing/2014/main" id="{716ACBCD-2A32-0DB0-CD8E-D97C18B0F6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09F099-342C-3ECA-C318-61294670FA13}"/>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191603998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1_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FAC39-CD97-E00B-6BFA-E44F134A8D2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19A301-3B1D-4B24-35F0-77425BB7E1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6440C3-1CA5-9F49-2CEA-DBF7601607CB}"/>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5" name="Footer Placeholder 4">
            <a:extLst>
              <a:ext uri="{FF2B5EF4-FFF2-40B4-BE49-F238E27FC236}">
                <a16:creationId xmlns:a16="http://schemas.microsoft.com/office/drawing/2014/main" id="{0F94BF4B-6060-E22F-7E52-7BE1FFF0A4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0AD08F-476D-BBB0-39DE-124ECCE28E9C}"/>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173078468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1_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6DE490-B896-4B93-B2A3-3490E6CAE3A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96527A-B814-1A1B-DF0D-BDABCCED04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ABE91C-600B-A296-B059-E569F4BB23C6}"/>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5" name="Footer Placeholder 4">
            <a:extLst>
              <a:ext uri="{FF2B5EF4-FFF2-40B4-BE49-F238E27FC236}">
                <a16:creationId xmlns:a16="http://schemas.microsoft.com/office/drawing/2014/main" id="{E9F9546D-6C9B-7BF2-4959-F51D568198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FE1F6B-A6DB-A502-DEF6-0655419C4E60}"/>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278681777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7_Title Only ">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B84B65A0-2FB2-210E-0775-B24F2ECE7F4F}"/>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rgbClr val="301E03"/>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a:p>
        </p:txBody>
      </p:sp>
      <p:sp>
        <p:nvSpPr>
          <p:cNvPr id="3" name="Slide Number Placeholder 2">
            <a:extLst>
              <a:ext uri="{FF2B5EF4-FFF2-40B4-BE49-F238E27FC236}">
                <a16:creationId xmlns:a16="http://schemas.microsoft.com/office/drawing/2014/main" id="{0D6FADE3-E265-E716-9ECF-29C2C3BC0733}"/>
              </a:ext>
            </a:extLst>
          </p:cNvPr>
          <p:cNvSpPr>
            <a:spLocks noGrp="1" noRot="1" noMove="1" noResize="1" noEditPoints="1" noAdjustHandles="1" noChangeArrowheads="1" noChangeShapeType="1"/>
          </p:cNvSpPr>
          <p:nvPr>
            <p:ph type="sldNum" sz="quarter" idx="10"/>
          </p:nvPr>
        </p:nvSpPr>
        <p:spPr/>
        <p:txBody>
          <a:bodyPr/>
          <a:lstStyle>
            <a:lvl1pPr>
              <a:defRPr>
                <a:solidFill>
                  <a:schemeClr val="bg1"/>
                </a:solidFill>
              </a:defRPr>
            </a:lvl1p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4" name="Picture 3" descr="A black background with green text&#10;&#10;AI-generated content may be incorrect.">
            <a:extLst>
              <a:ext uri="{FF2B5EF4-FFF2-40B4-BE49-F238E27FC236}">
                <a16:creationId xmlns:a16="http://schemas.microsoft.com/office/drawing/2014/main" id="{B2D656AA-7F5B-73E2-500A-D52E2C4219E6}"/>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463833" y="2639532"/>
            <a:ext cx="2800008" cy="1144448"/>
          </a:xfrm>
          <a:prstGeom prst="rect">
            <a:avLst/>
          </a:prstGeom>
        </p:spPr>
      </p:pic>
      <p:sp>
        <p:nvSpPr>
          <p:cNvPr id="6" name="Picture Placeholder 9">
            <a:extLst>
              <a:ext uri="{FF2B5EF4-FFF2-40B4-BE49-F238E27FC236}">
                <a16:creationId xmlns:a16="http://schemas.microsoft.com/office/drawing/2014/main" id="{63121224-C22E-A1EF-5A95-33571A6E6C7A}"/>
              </a:ext>
            </a:extLst>
          </p:cNvPr>
          <p:cNvSpPr>
            <a:spLocks noGrp="1"/>
          </p:cNvSpPr>
          <p:nvPr>
            <p:ph type="pic" sz="quarter" idx="13"/>
          </p:nvPr>
        </p:nvSpPr>
        <p:spPr>
          <a:xfrm>
            <a:off x="3836669" y="2910363"/>
            <a:ext cx="2248237" cy="658835"/>
          </a:xfrm>
        </p:spPr>
        <p:txBody>
          <a:bodyPr/>
          <a:lstStyle>
            <a:lvl1pPr marL="0" indent="0" algn="ctr">
              <a:buNone/>
              <a:defRPr b="0" i="0">
                <a:solidFill>
                  <a:srgbClr val="301E03"/>
                </a:solidFill>
              </a:defRPr>
            </a:lvl1pPr>
          </a:lstStyle>
          <a:p>
            <a:r>
              <a:rPr lang="en-US"/>
              <a:t>Click icon to add picture</a:t>
            </a:r>
            <a:endParaRPr lang="en-IL"/>
          </a:p>
        </p:txBody>
      </p:sp>
      <p:cxnSp>
        <p:nvCxnSpPr>
          <p:cNvPr id="7" name="Straight Connector 6">
            <a:extLst>
              <a:ext uri="{FF2B5EF4-FFF2-40B4-BE49-F238E27FC236}">
                <a16:creationId xmlns:a16="http://schemas.microsoft.com/office/drawing/2014/main" id="{6757FFDE-DB62-2B30-26E1-0BB00F573270}"/>
              </a:ext>
            </a:extLst>
          </p:cNvPr>
          <p:cNvCxnSpPr>
            <a:cxnSpLocks/>
          </p:cNvCxnSpPr>
          <p:nvPr userDrawn="1"/>
        </p:nvCxnSpPr>
        <p:spPr>
          <a:xfrm>
            <a:off x="3415518" y="2795666"/>
            <a:ext cx="0" cy="848483"/>
          </a:xfrm>
          <a:prstGeom prst="line">
            <a:avLst/>
          </a:prstGeom>
          <a:ln w="9525">
            <a:solidFill>
              <a:srgbClr val="301E03">
                <a:alpha val="25000"/>
              </a:srgbClr>
            </a:solidFill>
          </a:ln>
        </p:spPr>
        <p:style>
          <a:lnRef idx="2">
            <a:schemeClr val="accent1"/>
          </a:lnRef>
          <a:fillRef idx="0">
            <a:schemeClr val="accent1"/>
          </a:fillRef>
          <a:effectRef idx="1">
            <a:schemeClr val="accent1"/>
          </a:effectRef>
          <a:fontRef idx="minor">
            <a:schemeClr val="tx1"/>
          </a:fontRef>
        </p:style>
      </p:cxnSp>
      <p:sp>
        <p:nvSpPr>
          <p:cNvPr id="8" name="Text Placeholder 2">
            <a:extLst>
              <a:ext uri="{FF2B5EF4-FFF2-40B4-BE49-F238E27FC236}">
                <a16:creationId xmlns:a16="http://schemas.microsoft.com/office/drawing/2014/main" id="{BA71AB8E-6A41-EDF5-830D-D803933169E1}"/>
              </a:ext>
            </a:extLst>
          </p:cNvPr>
          <p:cNvSpPr>
            <a:spLocks noGrp="1"/>
          </p:cNvSpPr>
          <p:nvPr>
            <p:ph type="body" idx="1"/>
          </p:nvPr>
        </p:nvSpPr>
        <p:spPr>
          <a:xfrm>
            <a:off x="711842" y="5003757"/>
            <a:ext cx="4502895" cy="658835"/>
          </a:xfrm>
        </p:spPr>
        <p:txBody>
          <a:bodyPr wrap="square" anchor="t" anchorCtr="0">
            <a:spAutoFit/>
          </a:bodyPr>
          <a:lstStyle>
            <a:lvl1pPr marL="0" indent="0" algn="l">
              <a:lnSpc>
                <a:spcPts val="1800"/>
              </a:lnSpc>
              <a:spcBef>
                <a:spcPts val="1600"/>
              </a:spcBef>
              <a:buNone/>
              <a:defRPr sz="1400" b="0" i="0">
                <a:solidFill>
                  <a:srgbClr val="301E03"/>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35443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Title Only ">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2C52A66D-D024-692F-D82F-60F47ABE11C6}"/>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F9B886-3D22-A41B-E7C6-EFDD624BDA69}"/>
              </a:ext>
            </a:extLst>
          </p:cNvPr>
          <p:cNvSpPr>
            <a:spLocks noGrp="1"/>
          </p:cNvSpPr>
          <p:nvPr>
            <p:ph type="title"/>
          </p:nvPr>
        </p:nvSpPr>
        <p:spPr>
          <a:xfrm>
            <a:off x="457200" y="457200"/>
            <a:ext cx="11277600" cy="960474"/>
          </a:xfrm>
        </p:spPr>
        <p:txBody>
          <a:bodyPr>
            <a:noAutofit/>
          </a:bodyPr>
          <a:lstStyle>
            <a:lvl1pPr algn="l">
              <a:defRPr b="0" i="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0D6FADE3-E265-E716-9ECF-29C2C3BC0733}"/>
              </a:ext>
            </a:extLst>
          </p:cNvPr>
          <p:cNvSpPr>
            <a:spLocks noGrp="1" noRot="1" noMove="1" noResize="1" noEditPoints="1" noAdjustHandles="1" noChangeArrowheads="1" noChangeShapeType="1"/>
          </p:cNvSpPr>
          <p:nvPr>
            <p:ph type="sldNum" sz="quarter" idx="10"/>
          </p:nvPr>
        </p:nvSpPr>
        <p:spPr>
          <a:xfrm>
            <a:off x="8988552" y="6356350"/>
            <a:ext cx="2748516" cy="365125"/>
          </a:xfrm>
          <a:prstGeom prst="rect">
            <a:avLst/>
          </a:prstGeom>
        </p:spPr>
        <p:txBody>
          <a:body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4" name="Graphic 3">
            <a:extLst>
              <a:ext uri="{FF2B5EF4-FFF2-40B4-BE49-F238E27FC236}">
                <a16:creationId xmlns:a16="http://schemas.microsoft.com/office/drawing/2014/main" id="{6B51AB0C-6DF7-5BB1-4AC4-DE948FC6A24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4932" y="6394767"/>
            <a:ext cx="1314262" cy="288290"/>
          </a:xfrm>
          <a:prstGeom prst="rect">
            <a:avLst/>
          </a:prstGeom>
        </p:spPr>
      </p:pic>
      <p:sp>
        <p:nvSpPr>
          <p:cNvPr id="5" name="Text Placeholder 2">
            <a:extLst>
              <a:ext uri="{FF2B5EF4-FFF2-40B4-BE49-F238E27FC236}">
                <a16:creationId xmlns:a16="http://schemas.microsoft.com/office/drawing/2014/main" id="{DAA2EB73-048C-072F-DC50-C3DE0E8DCECB}"/>
              </a:ext>
            </a:extLst>
          </p:cNvPr>
          <p:cNvSpPr>
            <a:spLocks noGrp="1"/>
          </p:cNvSpPr>
          <p:nvPr>
            <p:ph type="body" idx="1"/>
          </p:nvPr>
        </p:nvSpPr>
        <p:spPr>
          <a:xfrm>
            <a:off x="457200" y="1514287"/>
            <a:ext cx="11279866" cy="622487"/>
          </a:xfrm>
        </p:spPr>
        <p:txBody>
          <a:bodyPr anchor="t" anchorCtr="0">
            <a:noAutofit/>
          </a:bodyPr>
          <a:lstStyle>
            <a:lvl1pPr marL="0" indent="0">
              <a:lnSpc>
                <a:spcPts val="2200"/>
              </a:lnSpc>
              <a:buNone/>
              <a:defRPr sz="18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89608705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54209716-2E72-A0D8-0572-1F6AB2429998}"/>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A6B7F6-0304-F4EE-BF73-F07BA54827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DC76CD-934A-68ED-0077-C11513A724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71CFEE-8AE4-F868-9116-C4B26479D221}"/>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5" name="Footer Placeholder 4">
            <a:extLst>
              <a:ext uri="{FF2B5EF4-FFF2-40B4-BE49-F238E27FC236}">
                <a16:creationId xmlns:a16="http://schemas.microsoft.com/office/drawing/2014/main" id="{CD8A8C09-2BBB-0DFA-EA4B-6DA29E8595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F31C81-0F07-C595-68B1-5D40F73332DD}"/>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51397679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67DBD-084F-F118-EDE1-E4D9D888F4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7F8930-B616-52BE-EA74-62E7078461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E022E6-BC53-B625-0216-CBE825DD12FF}"/>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5" name="Footer Placeholder 4">
            <a:extLst>
              <a:ext uri="{FF2B5EF4-FFF2-40B4-BE49-F238E27FC236}">
                <a16:creationId xmlns:a16="http://schemas.microsoft.com/office/drawing/2014/main" id="{B49B28A4-1DCD-CAB4-C0AA-E4160292B6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3F0F6B-3360-901B-206E-76EF5E719F41}"/>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374229394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52AFF-C6EC-8E25-3C7F-0AF0807B4C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5C5F3D-D8B7-122D-F7A5-B88E13E33D4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4B4183-B5EF-B29D-4844-F66B430A4EE8}"/>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5" name="Footer Placeholder 4">
            <a:extLst>
              <a:ext uri="{FF2B5EF4-FFF2-40B4-BE49-F238E27FC236}">
                <a16:creationId xmlns:a16="http://schemas.microsoft.com/office/drawing/2014/main" id="{B7A0E124-413F-270B-2395-FFC2A0C306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5D56B8-1E90-6E74-307B-15CBAF78D436}"/>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208089543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09408-0EC4-F09A-A107-56EE4F8D94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CB137D-22D0-F739-0BFB-A126DC1E88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3ECCEE-B5C1-AC2E-03A1-8C44AA822E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FAF0CF-769C-F2AA-1841-00C26F12AE9D}"/>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6" name="Footer Placeholder 5">
            <a:extLst>
              <a:ext uri="{FF2B5EF4-FFF2-40B4-BE49-F238E27FC236}">
                <a16:creationId xmlns:a16="http://schemas.microsoft.com/office/drawing/2014/main" id="{42F80AE8-BAEE-8C69-9D94-7889AA91B3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E7B36E-1534-6C85-6586-3044399A8D04}"/>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345948093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TxTwoObj" preserve="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B344B-3F8C-8F9D-6ADA-8F5A2892A4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8EF2481-6243-6F60-66EA-463BC55800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BA743F-11D3-3DAB-E2BA-FE73D451B6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B1D68E2-B9F6-5871-6C33-99F90848C1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02142D-605A-2621-1E44-E6CD7DF665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87F8B2A-9667-7D61-44C2-677332400E8D}"/>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8" name="Footer Placeholder 7">
            <a:extLst>
              <a:ext uri="{FF2B5EF4-FFF2-40B4-BE49-F238E27FC236}">
                <a16:creationId xmlns:a16="http://schemas.microsoft.com/office/drawing/2014/main" id="{485A09D0-2486-E9E5-4982-C897F5817E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C80BB24-C98D-E3C8-821A-5217B5BA878F}"/>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280352280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25163-7431-4505-07BE-B2C0740971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FD4BA1-595A-5EA7-EC7A-A6C21C1E6677}"/>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4" name="Footer Placeholder 3">
            <a:extLst>
              <a:ext uri="{FF2B5EF4-FFF2-40B4-BE49-F238E27FC236}">
                <a16:creationId xmlns:a16="http://schemas.microsoft.com/office/drawing/2014/main" id="{6E36BA1D-4C4F-BE27-E146-81979853DB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3176EDB-C4E4-7678-BF41-3E40BAC70BD4}"/>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53118896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33AF89-C3C6-770B-55CD-20A2ED964A94}"/>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3" name="Footer Placeholder 2">
            <a:extLst>
              <a:ext uri="{FF2B5EF4-FFF2-40B4-BE49-F238E27FC236}">
                <a16:creationId xmlns:a16="http://schemas.microsoft.com/office/drawing/2014/main" id="{7B27A23B-5890-70DF-D929-2A63D3D3E2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B795F66-9141-D539-65AC-32FE89061C54}"/>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88039723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objTx" preserve="1">
  <p:cSld name="2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BEACF-104E-570D-F6F1-20405861BD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A01473-4777-4055-2E7D-3873F81A1C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EBE2F6C-BA7E-34B1-B67D-CF6B1CBBD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1F0317-8D41-1313-ED68-521AA794F819}"/>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6" name="Footer Placeholder 5">
            <a:extLst>
              <a:ext uri="{FF2B5EF4-FFF2-40B4-BE49-F238E27FC236}">
                <a16:creationId xmlns:a16="http://schemas.microsoft.com/office/drawing/2014/main" id="{CD47773F-990A-8112-FE88-108017BFEB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5493E9-9431-7356-2B15-04856DDB8457}"/>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403464209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picTx" preserve="1">
  <p:cSld name="2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B9790-4D9D-D3F2-E10C-6F54FD7491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AFFC64A-C461-6637-2583-36138956F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2DED621-91F9-2686-2748-28A5537ED5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F83E3F-8BDC-A8A6-996D-6EF7D71A26B0}"/>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6" name="Footer Placeholder 5">
            <a:extLst>
              <a:ext uri="{FF2B5EF4-FFF2-40B4-BE49-F238E27FC236}">
                <a16:creationId xmlns:a16="http://schemas.microsoft.com/office/drawing/2014/main" id="{3373DD75-C03F-3E80-BEA2-6456BB45E7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B8D133-B5C1-031F-5AD1-D387F9C45D71}"/>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418052186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x" preserve="1">
  <p:cSld name="2_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93B61-1EB2-28BF-8C90-20F6FC1B0D9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580E6E0-5DCF-7A42-6399-CDBD771C27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46EFF8-F832-C5ED-FA9B-890B10A77FCA}"/>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5" name="Footer Placeholder 4">
            <a:extLst>
              <a:ext uri="{FF2B5EF4-FFF2-40B4-BE49-F238E27FC236}">
                <a16:creationId xmlns:a16="http://schemas.microsoft.com/office/drawing/2014/main" id="{B63A079D-0BF8-1BB3-E10B-9882D6E2CE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4F1B8-5FB1-FAD5-2207-B50A8664E1AA}"/>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160785584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vertTitleAndTx" preserve="1">
  <p:cSld name="2_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AD3AA4-D68F-09D3-53D4-4B9510BCFD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540C3C-9800-DB65-268A-03D507A4A5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D7700C-CB85-6D64-6B80-12EBFC3E7019}"/>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5" name="Footer Placeholder 4">
            <a:extLst>
              <a:ext uri="{FF2B5EF4-FFF2-40B4-BE49-F238E27FC236}">
                <a16:creationId xmlns:a16="http://schemas.microsoft.com/office/drawing/2014/main" id="{501F802B-FB34-2B59-C56A-F8B1175E85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7107FD-E141-3672-C96D-C3FBAC95BBFC}"/>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394072351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Table">
    <p:spTree>
      <p:nvGrpSpPr>
        <p:cNvPr id="1" name=""/>
        <p:cNvGrpSpPr/>
        <p:nvPr/>
      </p:nvGrpSpPr>
      <p:grpSpPr>
        <a:xfrm>
          <a:off x="0" y="0"/>
          <a:ext cx="0" cy="0"/>
          <a:chOff x="0" y="0"/>
          <a:chExt cx="0" cy="0"/>
        </a:xfrm>
      </p:grpSpPr>
      <p:sp>
        <p:nvSpPr>
          <p:cNvPr id="9" name="Do not remove" hidden="1">
            <a:extLst>
              <a:ext uri="{FF2B5EF4-FFF2-40B4-BE49-F238E27FC236}">
                <a16:creationId xmlns:a16="http://schemas.microsoft.com/office/drawing/2014/main" id="{280D9CA3-20FA-6597-B7C6-1F548B05C7F6}"/>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rgbClr val="301E03"/>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a:p>
        </p:txBody>
      </p:sp>
      <p:sp>
        <p:nvSpPr>
          <p:cNvPr id="2" name="Title 1">
            <a:extLst>
              <a:ext uri="{FF2B5EF4-FFF2-40B4-BE49-F238E27FC236}">
                <a16:creationId xmlns:a16="http://schemas.microsoft.com/office/drawing/2014/main" id="{45A08B61-1799-AD35-A31A-870310BD3A80}"/>
              </a:ext>
            </a:extLst>
          </p:cNvPr>
          <p:cNvSpPr>
            <a:spLocks noGrp="1"/>
          </p:cNvSpPr>
          <p:nvPr>
            <p:ph type="title"/>
          </p:nvPr>
        </p:nvSpPr>
        <p:spPr>
          <a:xfrm>
            <a:off x="457200" y="511116"/>
            <a:ext cx="11279868" cy="898583"/>
          </a:xfrm>
        </p:spPr>
        <p:txBody>
          <a:bodyPr wrap="square" anchor="b" anchorCtr="0">
            <a:noAutofit/>
          </a:bodyPr>
          <a:lstStyle>
            <a:lvl1pPr algn="ctr">
              <a:defRPr sz="3200" b="0" i="0"/>
            </a:lvl1pPr>
          </a:lstStyle>
          <a:p>
            <a:r>
              <a:rPr lang="en-US"/>
              <a:t>Click to edit Master title style</a:t>
            </a:r>
            <a:endParaRPr lang="en-IL"/>
          </a:p>
        </p:txBody>
      </p:sp>
      <p:sp>
        <p:nvSpPr>
          <p:cNvPr id="4" name="Table Placeholder 3">
            <a:extLst>
              <a:ext uri="{FF2B5EF4-FFF2-40B4-BE49-F238E27FC236}">
                <a16:creationId xmlns:a16="http://schemas.microsoft.com/office/drawing/2014/main" id="{DAA13DF5-4848-48D8-BABE-E63712D44556}"/>
              </a:ext>
            </a:extLst>
          </p:cNvPr>
          <p:cNvSpPr>
            <a:spLocks noGrp="1"/>
          </p:cNvSpPr>
          <p:nvPr>
            <p:ph type="tbl" sz="quarter" idx="14"/>
          </p:nvPr>
        </p:nvSpPr>
        <p:spPr>
          <a:xfrm>
            <a:off x="454930" y="1551007"/>
            <a:ext cx="11279867" cy="4659293"/>
          </a:xfrm>
        </p:spPr>
        <p:txBody>
          <a:bodyPr/>
          <a:lstStyle>
            <a:lvl1pPr marL="0" indent="0" algn="ctr">
              <a:buFontTx/>
              <a:buNone/>
              <a:defRPr b="0" i="0">
                <a:solidFill>
                  <a:srgbClr val="301E03"/>
                </a:solidFill>
              </a:defRPr>
            </a:lvl1pPr>
          </a:lstStyle>
          <a:p>
            <a:endParaRPr lang="en-US"/>
          </a:p>
        </p:txBody>
      </p:sp>
      <p:sp>
        <p:nvSpPr>
          <p:cNvPr id="3" name="Slide Number Placeholder 2">
            <a:extLst>
              <a:ext uri="{FF2B5EF4-FFF2-40B4-BE49-F238E27FC236}">
                <a16:creationId xmlns:a16="http://schemas.microsoft.com/office/drawing/2014/main" id="{22266991-6449-F5AF-BE0E-93377F433F71}"/>
              </a:ext>
            </a:extLst>
          </p:cNvPr>
          <p:cNvSpPr>
            <a:spLocks noGrp="1" noRot="1" noMove="1" noResize="1" noEditPoints="1" noAdjustHandles="1" noChangeArrowheads="1" noChangeShapeType="1"/>
          </p:cNvSpPr>
          <p:nvPr>
            <p:ph type="sldNum" sz="quarter" idx="15"/>
          </p:nvPr>
        </p:nvSpPr>
        <p:spPr>
          <a:xfrm>
            <a:off x="8988552" y="6356350"/>
            <a:ext cx="2748516" cy="365125"/>
          </a:xfrm>
          <a:prstGeom prst="rect">
            <a:avLst/>
          </a:prstGeom>
        </p:spPr>
        <p:txBody>
          <a:body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6" name="Graphic 5">
            <a:extLst>
              <a:ext uri="{FF2B5EF4-FFF2-40B4-BE49-F238E27FC236}">
                <a16:creationId xmlns:a16="http://schemas.microsoft.com/office/drawing/2014/main" id="{098A96DE-4402-9072-FA87-F59C1794942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4932" y="6394767"/>
            <a:ext cx="1314262" cy="288290"/>
          </a:xfrm>
          <a:prstGeom prst="rect">
            <a:avLst/>
          </a:prstGeom>
        </p:spPr>
      </p:pic>
    </p:spTree>
    <p:extLst>
      <p:ext uri="{BB962C8B-B14F-4D97-AF65-F5344CB8AC3E}">
        <p14:creationId xmlns:p14="http://schemas.microsoft.com/office/powerpoint/2010/main" val="247117006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2_Title Only ">
    <p:spTree>
      <p:nvGrpSpPr>
        <p:cNvPr id="1" name=""/>
        <p:cNvGrpSpPr/>
        <p:nvPr/>
      </p:nvGrpSpPr>
      <p:grpSpPr>
        <a:xfrm>
          <a:off x="0" y="0"/>
          <a:ext cx="0" cy="0"/>
          <a:chOff x="0" y="0"/>
          <a:chExt cx="0" cy="0"/>
        </a:xfrm>
      </p:grpSpPr>
      <p:sp>
        <p:nvSpPr>
          <p:cNvPr id="9" name="Do not remove" hidden="1">
            <a:extLst>
              <a:ext uri="{FF2B5EF4-FFF2-40B4-BE49-F238E27FC236}">
                <a16:creationId xmlns:a16="http://schemas.microsoft.com/office/drawing/2014/main" id="{584EF4FC-991D-0F3A-BDA6-9CE5B75DC472}"/>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rgbClr val="301E03"/>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a:p>
        </p:txBody>
      </p:sp>
      <p:sp>
        <p:nvSpPr>
          <p:cNvPr id="2" name="Title 1">
            <a:extLst>
              <a:ext uri="{FF2B5EF4-FFF2-40B4-BE49-F238E27FC236}">
                <a16:creationId xmlns:a16="http://schemas.microsoft.com/office/drawing/2014/main" id="{B8F9B886-3D22-A41B-E7C6-EFDD624BDA69}"/>
              </a:ext>
            </a:extLst>
          </p:cNvPr>
          <p:cNvSpPr>
            <a:spLocks noGrp="1"/>
          </p:cNvSpPr>
          <p:nvPr>
            <p:ph type="title"/>
          </p:nvPr>
        </p:nvSpPr>
        <p:spPr>
          <a:xfrm>
            <a:off x="457200" y="457200"/>
            <a:ext cx="11277600" cy="960474"/>
          </a:xfrm>
        </p:spPr>
        <p:txBody>
          <a:bodyPr>
            <a:noAutofit/>
          </a:bodyPr>
          <a:lstStyle>
            <a:lvl1pPr algn="l">
              <a:defRPr b="0" i="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0D6FADE3-E265-E716-9ECF-29C2C3BC0733}"/>
              </a:ext>
            </a:extLst>
          </p:cNvPr>
          <p:cNvSpPr>
            <a:spLocks noGrp="1" noRot="1" noMove="1" noResize="1" noEditPoints="1" noAdjustHandles="1" noChangeArrowheads="1" noChangeShapeType="1"/>
          </p:cNvSpPr>
          <p:nvPr>
            <p:ph type="sldNum" sz="quarter" idx="10"/>
          </p:nvPr>
        </p:nvSpPr>
        <p:spPr>
          <a:xfrm>
            <a:off x="8988552" y="6356350"/>
            <a:ext cx="2748516" cy="365125"/>
          </a:xfrm>
          <a:prstGeom prst="rect">
            <a:avLst/>
          </a:prstGeom>
        </p:spPr>
        <p:txBody>
          <a:body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4" name="Graphic 3">
            <a:extLst>
              <a:ext uri="{FF2B5EF4-FFF2-40B4-BE49-F238E27FC236}">
                <a16:creationId xmlns:a16="http://schemas.microsoft.com/office/drawing/2014/main" id="{6B51AB0C-6DF7-5BB1-4AC4-DE948FC6A24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4932" y="6394767"/>
            <a:ext cx="1314262" cy="288290"/>
          </a:xfrm>
          <a:prstGeom prst="rect">
            <a:avLst/>
          </a:prstGeom>
        </p:spPr>
      </p:pic>
      <p:sp>
        <p:nvSpPr>
          <p:cNvPr id="5" name="Text Placeholder 2">
            <a:extLst>
              <a:ext uri="{FF2B5EF4-FFF2-40B4-BE49-F238E27FC236}">
                <a16:creationId xmlns:a16="http://schemas.microsoft.com/office/drawing/2014/main" id="{DAA2EB73-048C-072F-DC50-C3DE0E8DCECB}"/>
              </a:ext>
            </a:extLst>
          </p:cNvPr>
          <p:cNvSpPr>
            <a:spLocks noGrp="1"/>
          </p:cNvSpPr>
          <p:nvPr>
            <p:ph type="body" idx="1"/>
          </p:nvPr>
        </p:nvSpPr>
        <p:spPr>
          <a:xfrm>
            <a:off x="457200" y="1514287"/>
            <a:ext cx="11279866" cy="622487"/>
          </a:xfrm>
        </p:spPr>
        <p:txBody>
          <a:bodyPr anchor="t" anchorCtr="0">
            <a:noAutofit/>
          </a:bodyPr>
          <a:lstStyle>
            <a:lvl1pPr marL="0" indent="0">
              <a:lnSpc>
                <a:spcPts val="2200"/>
              </a:lnSpc>
              <a:buNone/>
              <a:defRPr sz="18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5719305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6E4727AC-E92A-77AF-4106-DA3EE6CF7305}"/>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620351-1C34-4A9E-5584-D066B20603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B7982EA-27B0-36F8-23D6-DB7C555A24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1409EAD-A05C-BAF0-BBE9-C17FAD6DA45A}"/>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5" name="Footer Placeholder 4">
            <a:extLst>
              <a:ext uri="{FF2B5EF4-FFF2-40B4-BE49-F238E27FC236}">
                <a16:creationId xmlns:a16="http://schemas.microsoft.com/office/drawing/2014/main" id="{047E5E11-4176-6372-D99D-DBA3C8A876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DE82BC-69C6-1168-7917-9E726777068F}"/>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123008443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A36D483C-670C-66B3-11AE-57933303A887}"/>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C7F433-876C-320E-EA69-6C25E1BB0D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AAB74E-DAF5-C043-9D99-9A64B60EBA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04604D-AED0-D259-C47D-721B201E571E}"/>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5" name="Footer Placeholder 4">
            <a:extLst>
              <a:ext uri="{FF2B5EF4-FFF2-40B4-BE49-F238E27FC236}">
                <a16:creationId xmlns:a16="http://schemas.microsoft.com/office/drawing/2014/main" id="{2EFBA114-F90D-B137-1898-37EDD04806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308F82-467F-766D-4D46-AD9D4095CB06}"/>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386411314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8C5EE-43BB-A0C5-1CED-4D570CE7CD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69ABBB4-81C4-514E-BA40-535BAC11984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8EAAA9-8AA6-1731-27D6-BDCE37DA6B72}"/>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5" name="Footer Placeholder 4">
            <a:extLst>
              <a:ext uri="{FF2B5EF4-FFF2-40B4-BE49-F238E27FC236}">
                <a16:creationId xmlns:a16="http://schemas.microsoft.com/office/drawing/2014/main" id="{59781605-4669-46D2-2DBA-2662C6FB0E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7687A7-15C3-B9B1-2A9D-3BF8F036F38D}"/>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141942765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6ED4E-3096-6F50-CC89-5FE37C3D57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AEF17F-EFE8-A8A5-6E9B-CA3EDF9044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D2B54D-3772-9C58-7A0E-DF1F4187A4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6A5CEC-E857-419A-CAD0-8E3498F35F6C}"/>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6" name="Footer Placeholder 5">
            <a:extLst>
              <a:ext uri="{FF2B5EF4-FFF2-40B4-BE49-F238E27FC236}">
                <a16:creationId xmlns:a16="http://schemas.microsoft.com/office/drawing/2014/main" id="{0716C42E-6C79-AA07-DA57-A764A59469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96C63C-53BB-DF3E-4AD2-EACBAF68C30B}"/>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412078182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6788D-176B-53EF-D248-70E26B2AE6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8E88A2-4A2A-904A-2B91-65E0E2CECA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409754-782D-B7B0-B5AA-63632945C8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E7103C-8578-B13C-B274-921A15D3CF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4EF769-7661-F808-5E5D-2D4DAA6BEC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D5CA8C-54A9-7446-ECBB-DFA22CEA52E7}"/>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8" name="Footer Placeholder 7">
            <a:extLst>
              <a:ext uri="{FF2B5EF4-FFF2-40B4-BE49-F238E27FC236}">
                <a16:creationId xmlns:a16="http://schemas.microsoft.com/office/drawing/2014/main" id="{2EFC58F9-94E1-9F1F-3633-50F8456B53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EBF2793-B600-9AAE-2F62-A6925E3E53CA}"/>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239452990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5CBC4-72C1-8E56-7213-4714CE806C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D41CC5A-256D-3AE1-907F-3E92399E1650}"/>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4" name="Footer Placeholder 3">
            <a:extLst>
              <a:ext uri="{FF2B5EF4-FFF2-40B4-BE49-F238E27FC236}">
                <a16:creationId xmlns:a16="http://schemas.microsoft.com/office/drawing/2014/main" id="{9B0A2296-B12D-6D86-4E02-A125B08B57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A2ADAA2-91F4-2C8B-4101-A8968E05904C}"/>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46161331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9D9768-3260-BC6D-BDE0-6E5ADBA5D2E1}"/>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3" name="Footer Placeholder 2">
            <a:extLst>
              <a:ext uri="{FF2B5EF4-FFF2-40B4-BE49-F238E27FC236}">
                <a16:creationId xmlns:a16="http://schemas.microsoft.com/office/drawing/2014/main" id="{FF8DE572-0D99-A584-0FBA-7D18F4124D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81B6A72-8F89-AC24-B521-2677076B8068}"/>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344954961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ED049-11A9-0836-4286-4F01717618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F76C35-E3D5-BE40-0E4F-B7DE29DD08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9657D48-5A5A-2A25-8CD8-D56213CDB1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DF6C1-5708-18F2-E8F5-69BE93213FDA}"/>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6" name="Footer Placeholder 5">
            <a:extLst>
              <a:ext uri="{FF2B5EF4-FFF2-40B4-BE49-F238E27FC236}">
                <a16:creationId xmlns:a16="http://schemas.microsoft.com/office/drawing/2014/main" id="{77EB67FD-0323-7D1A-BFA6-4544D34A96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C7F38E-4559-C072-CB17-56B89CA8C708}"/>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15934517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A7AA0-0CF2-4AA8-8790-5F5A0396EC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353602-4980-95F6-4E5D-33A8A438FE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FFD064-0B29-36A6-CC03-EF00D1B588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3426E3-1FC6-314A-718A-7394650FAA6C}"/>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6" name="Footer Placeholder 5">
            <a:extLst>
              <a:ext uri="{FF2B5EF4-FFF2-40B4-BE49-F238E27FC236}">
                <a16:creationId xmlns:a16="http://schemas.microsoft.com/office/drawing/2014/main" id="{716ACBCD-2A32-0DB0-CD8E-D97C18B0F6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09F099-342C-3ECA-C318-61294670FA13}"/>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191603998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vertTx" preserve="1">
  <p:cSld name="1_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FAC39-CD97-E00B-6BFA-E44F134A8D2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19A301-3B1D-4B24-35F0-77425BB7E1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6440C3-1CA5-9F49-2CEA-DBF7601607CB}"/>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5" name="Footer Placeholder 4">
            <a:extLst>
              <a:ext uri="{FF2B5EF4-FFF2-40B4-BE49-F238E27FC236}">
                <a16:creationId xmlns:a16="http://schemas.microsoft.com/office/drawing/2014/main" id="{0F94BF4B-6060-E22F-7E52-7BE1FFF0A4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0AD08F-476D-BBB0-39DE-124ECCE28E9C}"/>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173078468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vertTitleAndTx" preserve="1">
  <p:cSld name="1_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6DE490-B896-4B93-B2A3-3490E6CAE3A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96527A-B814-1A1B-DF0D-BDABCCED04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ABE91C-600B-A296-B059-E569F4BB23C6}"/>
              </a:ext>
            </a:extLst>
          </p:cNvPr>
          <p:cNvSpPr>
            <a:spLocks noGrp="1"/>
          </p:cNvSpPr>
          <p:nvPr>
            <p:ph type="dt" sz="half" idx="10"/>
          </p:nvPr>
        </p:nvSpPr>
        <p:spPr/>
        <p:txBody>
          <a:bodyPr/>
          <a:lstStyle/>
          <a:p>
            <a:fld id="{32F39B60-E3A8-4687-8E1D-1624CDAD2798}" type="datetimeFigureOut">
              <a:rPr lang="en-US" smtClean="0"/>
              <a:t>8/19/2026</a:t>
            </a:fld>
            <a:endParaRPr lang="en-US"/>
          </a:p>
        </p:txBody>
      </p:sp>
      <p:sp>
        <p:nvSpPr>
          <p:cNvPr id="5" name="Footer Placeholder 4">
            <a:extLst>
              <a:ext uri="{FF2B5EF4-FFF2-40B4-BE49-F238E27FC236}">
                <a16:creationId xmlns:a16="http://schemas.microsoft.com/office/drawing/2014/main" id="{E9F9546D-6C9B-7BF2-4959-F51D568198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FE1F6B-A6DB-A502-DEF6-0655419C4E60}"/>
              </a:ext>
            </a:extLst>
          </p:cNvPr>
          <p:cNvSpPr>
            <a:spLocks noGrp="1"/>
          </p:cNvSpPr>
          <p:nvPr>
            <p:ph type="sldNum" sz="quarter" idx="12"/>
          </p:nvPr>
        </p:nvSpPr>
        <p:spPr/>
        <p:txBody>
          <a:bodyPr/>
          <a:lstStyle/>
          <a:p>
            <a:fld id="{6EC9E35A-4788-425B-AB69-FC40868BF327}" type="slidenum">
              <a:rPr lang="en-US" smtClean="0"/>
              <a:t>‹#›</a:t>
            </a:fld>
            <a:endParaRPr lang="en-US"/>
          </a:p>
        </p:txBody>
      </p:sp>
    </p:spTree>
    <p:extLst>
      <p:ext uri="{BB962C8B-B14F-4D97-AF65-F5344CB8AC3E}">
        <p14:creationId xmlns:p14="http://schemas.microsoft.com/office/powerpoint/2010/main" val="2786817772"/>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7_Title Only ">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B84B65A0-2FB2-210E-0775-B24F2ECE7F4F}"/>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rgbClr val="301E03"/>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a:p>
        </p:txBody>
      </p:sp>
      <p:sp>
        <p:nvSpPr>
          <p:cNvPr id="3" name="Slide Number Placeholder 2">
            <a:extLst>
              <a:ext uri="{FF2B5EF4-FFF2-40B4-BE49-F238E27FC236}">
                <a16:creationId xmlns:a16="http://schemas.microsoft.com/office/drawing/2014/main" id="{0D6FADE3-E265-E716-9ECF-29C2C3BC0733}"/>
              </a:ext>
            </a:extLst>
          </p:cNvPr>
          <p:cNvSpPr>
            <a:spLocks noGrp="1" noRot="1" noMove="1" noResize="1" noEditPoints="1" noAdjustHandles="1" noChangeArrowheads="1" noChangeShapeType="1"/>
          </p:cNvSpPr>
          <p:nvPr>
            <p:ph type="sldNum" sz="quarter" idx="10"/>
          </p:nvPr>
        </p:nvSpPr>
        <p:spPr/>
        <p:txBody>
          <a:bodyPr/>
          <a:lstStyle>
            <a:lvl1pPr>
              <a:defRPr>
                <a:solidFill>
                  <a:schemeClr val="bg1"/>
                </a:solidFill>
              </a:defRPr>
            </a:lvl1p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4" name="Picture 3" descr="A black background with green text&#10;&#10;AI-generated content may be incorrect.">
            <a:extLst>
              <a:ext uri="{FF2B5EF4-FFF2-40B4-BE49-F238E27FC236}">
                <a16:creationId xmlns:a16="http://schemas.microsoft.com/office/drawing/2014/main" id="{B2D656AA-7F5B-73E2-500A-D52E2C4219E6}"/>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463833" y="2639532"/>
            <a:ext cx="2800008" cy="1144448"/>
          </a:xfrm>
          <a:prstGeom prst="rect">
            <a:avLst/>
          </a:prstGeom>
        </p:spPr>
      </p:pic>
      <p:sp>
        <p:nvSpPr>
          <p:cNvPr id="6" name="Picture Placeholder 9">
            <a:extLst>
              <a:ext uri="{FF2B5EF4-FFF2-40B4-BE49-F238E27FC236}">
                <a16:creationId xmlns:a16="http://schemas.microsoft.com/office/drawing/2014/main" id="{63121224-C22E-A1EF-5A95-33571A6E6C7A}"/>
              </a:ext>
            </a:extLst>
          </p:cNvPr>
          <p:cNvSpPr>
            <a:spLocks noGrp="1"/>
          </p:cNvSpPr>
          <p:nvPr>
            <p:ph type="pic" sz="quarter" idx="13"/>
          </p:nvPr>
        </p:nvSpPr>
        <p:spPr>
          <a:xfrm>
            <a:off x="3836669" y="2910363"/>
            <a:ext cx="2248237" cy="658835"/>
          </a:xfrm>
        </p:spPr>
        <p:txBody>
          <a:bodyPr/>
          <a:lstStyle>
            <a:lvl1pPr marL="0" indent="0" algn="ctr">
              <a:buNone/>
              <a:defRPr b="0" i="0">
                <a:solidFill>
                  <a:srgbClr val="301E03"/>
                </a:solidFill>
              </a:defRPr>
            </a:lvl1pPr>
          </a:lstStyle>
          <a:p>
            <a:r>
              <a:rPr lang="en-US"/>
              <a:t>Click icon to add picture</a:t>
            </a:r>
            <a:endParaRPr lang="en-IL"/>
          </a:p>
        </p:txBody>
      </p:sp>
      <p:cxnSp>
        <p:nvCxnSpPr>
          <p:cNvPr id="7" name="Straight Connector 6">
            <a:extLst>
              <a:ext uri="{FF2B5EF4-FFF2-40B4-BE49-F238E27FC236}">
                <a16:creationId xmlns:a16="http://schemas.microsoft.com/office/drawing/2014/main" id="{6757FFDE-DB62-2B30-26E1-0BB00F573270}"/>
              </a:ext>
            </a:extLst>
          </p:cNvPr>
          <p:cNvCxnSpPr>
            <a:cxnSpLocks/>
          </p:cNvCxnSpPr>
          <p:nvPr userDrawn="1"/>
        </p:nvCxnSpPr>
        <p:spPr>
          <a:xfrm>
            <a:off x="3415518" y="2795666"/>
            <a:ext cx="0" cy="848483"/>
          </a:xfrm>
          <a:prstGeom prst="line">
            <a:avLst/>
          </a:prstGeom>
          <a:ln w="9525">
            <a:solidFill>
              <a:srgbClr val="301E03">
                <a:alpha val="25000"/>
              </a:srgbClr>
            </a:solidFill>
          </a:ln>
        </p:spPr>
        <p:style>
          <a:lnRef idx="2">
            <a:schemeClr val="accent1"/>
          </a:lnRef>
          <a:fillRef idx="0">
            <a:schemeClr val="accent1"/>
          </a:fillRef>
          <a:effectRef idx="1">
            <a:schemeClr val="accent1"/>
          </a:effectRef>
          <a:fontRef idx="minor">
            <a:schemeClr val="tx1"/>
          </a:fontRef>
        </p:style>
      </p:cxnSp>
      <p:sp>
        <p:nvSpPr>
          <p:cNvPr id="8" name="Text Placeholder 2">
            <a:extLst>
              <a:ext uri="{FF2B5EF4-FFF2-40B4-BE49-F238E27FC236}">
                <a16:creationId xmlns:a16="http://schemas.microsoft.com/office/drawing/2014/main" id="{BA71AB8E-6A41-EDF5-830D-D803933169E1}"/>
              </a:ext>
            </a:extLst>
          </p:cNvPr>
          <p:cNvSpPr>
            <a:spLocks noGrp="1"/>
          </p:cNvSpPr>
          <p:nvPr>
            <p:ph type="body" idx="1"/>
          </p:nvPr>
        </p:nvSpPr>
        <p:spPr>
          <a:xfrm>
            <a:off x="711842" y="5003757"/>
            <a:ext cx="4502895" cy="658835"/>
          </a:xfrm>
        </p:spPr>
        <p:txBody>
          <a:bodyPr wrap="square" anchor="t" anchorCtr="0">
            <a:spAutoFit/>
          </a:bodyPr>
          <a:lstStyle>
            <a:lvl1pPr marL="0" indent="0" algn="l">
              <a:lnSpc>
                <a:spcPts val="1800"/>
              </a:lnSpc>
              <a:spcBef>
                <a:spcPts val="1600"/>
              </a:spcBef>
              <a:buNone/>
              <a:defRPr sz="1400" b="0" i="0">
                <a:solidFill>
                  <a:srgbClr val="301E03"/>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35443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1_Title Only ">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2C52A66D-D024-692F-D82F-60F47ABE11C6}"/>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F9B886-3D22-A41B-E7C6-EFDD624BDA69}"/>
              </a:ext>
            </a:extLst>
          </p:cNvPr>
          <p:cNvSpPr>
            <a:spLocks noGrp="1"/>
          </p:cNvSpPr>
          <p:nvPr>
            <p:ph type="title"/>
          </p:nvPr>
        </p:nvSpPr>
        <p:spPr>
          <a:xfrm>
            <a:off x="457200" y="457200"/>
            <a:ext cx="11277600" cy="960474"/>
          </a:xfrm>
        </p:spPr>
        <p:txBody>
          <a:bodyPr>
            <a:noAutofit/>
          </a:bodyPr>
          <a:lstStyle>
            <a:lvl1pPr algn="l">
              <a:defRPr b="0" i="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0D6FADE3-E265-E716-9ECF-29C2C3BC0733}"/>
              </a:ext>
            </a:extLst>
          </p:cNvPr>
          <p:cNvSpPr>
            <a:spLocks noGrp="1" noRot="1" noMove="1" noResize="1" noEditPoints="1" noAdjustHandles="1" noChangeArrowheads="1" noChangeShapeType="1"/>
          </p:cNvSpPr>
          <p:nvPr>
            <p:ph type="sldNum" sz="quarter" idx="10"/>
          </p:nvPr>
        </p:nvSpPr>
        <p:spPr>
          <a:xfrm>
            <a:off x="8988552" y="6356350"/>
            <a:ext cx="2748516" cy="365125"/>
          </a:xfrm>
          <a:prstGeom prst="rect">
            <a:avLst/>
          </a:prstGeom>
        </p:spPr>
        <p:txBody>
          <a:body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4" name="Graphic 3">
            <a:extLst>
              <a:ext uri="{FF2B5EF4-FFF2-40B4-BE49-F238E27FC236}">
                <a16:creationId xmlns:a16="http://schemas.microsoft.com/office/drawing/2014/main" id="{6B51AB0C-6DF7-5BB1-4AC4-DE948FC6A24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4932" y="6394767"/>
            <a:ext cx="1314262" cy="288290"/>
          </a:xfrm>
          <a:prstGeom prst="rect">
            <a:avLst/>
          </a:prstGeom>
        </p:spPr>
      </p:pic>
      <p:sp>
        <p:nvSpPr>
          <p:cNvPr id="5" name="Text Placeholder 2">
            <a:extLst>
              <a:ext uri="{FF2B5EF4-FFF2-40B4-BE49-F238E27FC236}">
                <a16:creationId xmlns:a16="http://schemas.microsoft.com/office/drawing/2014/main" id="{DAA2EB73-048C-072F-DC50-C3DE0E8DCECB}"/>
              </a:ext>
            </a:extLst>
          </p:cNvPr>
          <p:cNvSpPr>
            <a:spLocks noGrp="1"/>
          </p:cNvSpPr>
          <p:nvPr>
            <p:ph type="body" idx="1"/>
          </p:nvPr>
        </p:nvSpPr>
        <p:spPr>
          <a:xfrm>
            <a:off x="457200" y="1514287"/>
            <a:ext cx="11279866" cy="622487"/>
          </a:xfrm>
        </p:spPr>
        <p:txBody>
          <a:bodyPr anchor="t" anchorCtr="0">
            <a:noAutofit/>
          </a:bodyPr>
          <a:lstStyle>
            <a:lvl1pPr marL="0" indent="0">
              <a:lnSpc>
                <a:spcPts val="2200"/>
              </a:lnSpc>
              <a:buNone/>
              <a:defRPr sz="18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89608705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54209716-2E72-A0D8-0572-1F6AB2429998}"/>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A6B7F6-0304-F4EE-BF73-F07BA54827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DC76CD-934A-68ED-0077-C11513A724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71CFEE-8AE4-F868-9116-C4B26479D221}"/>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5" name="Footer Placeholder 4">
            <a:extLst>
              <a:ext uri="{FF2B5EF4-FFF2-40B4-BE49-F238E27FC236}">
                <a16:creationId xmlns:a16="http://schemas.microsoft.com/office/drawing/2014/main" id="{CD8A8C09-2BBB-0DFA-EA4B-6DA29E8595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F31C81-0F07-C595-68B1-5D40F73332DD}"/>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51397679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67DBD-084F-F118-EDE1-E4D9D888F4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7F8930-B616-52BE-EA74-62E7078461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E022E6-BC53-B625-0216-CBE825DD12FF}"/>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5" name="Footer Placeholder 4">
            <a:extLst>
              <a:ext uri="{FF2B5EF4-FFF2-40B4-BE49-F238E27FC236}">
                <a16:creationId xmlns:a16="http://schemas.microsoft.com/office/drawing/2014/main" id="{B49B28A4-1DCD-CAB4-C0AA-E4160292B6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3F0F6B-3360-901B-206E-76EF5E719F41}"/>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374229394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52AFF-C6EC-8E25-3C7F-0AF0807B4C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5C5F3D-D8B7-122D-F7A5-B88E13E33D4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4B4183-B5EF-B29D-4844-F66B430A4EE8}"/>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5" name="Footer Placeholder 4">
            <a:extLst>
              <a:ext uri="{FF2B5EF4-FFF2-40B4-BE49-F238E27FC236}">
                <a16:creationId xmlns:a16="http://schemas.microsoft.com/office/drawing/2014/main" id="{B7A0E124-413F-270B-2395-FFC2A0C306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5D56B8-1E90-6E74-307B-15CBAF78D436}"/>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208089543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09408-0EC4-F09A-A107-56EE4F8D94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CB137D-22D0-F739-0BFB-A126DC1E88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3ECCEE-B5C1-AC2E-03A1-8C44AA822E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FAF0CF-769C-F2AA-1841-00C26F12AE9D}"/>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6" name="Footer Placeholder 5">
            <a:extLst>
              <a:ext uri="{FF2B5EF4-FFF2-40B4-BE49-F238E27FC236}">
                <a16:creationId xmlns:a16="http://schemas.microsoft.com/office/drawing/2014/main" id="{42F80AE8-BAEE-8C69-9D94-7889AA91B3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E7B36E-1534-6C85-6586-3044399A8D04}"/>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3459480931"/>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TxTwoObj" preserve="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B344B-3F8C-8F9D-6ADA-8F5A2892A4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8EF2481-6243-6F60-66EA-463BC55800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BA743F-11D3-3DAB-E2BA-FE73D451B6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B1D68E2-B9F6-5871-6C33-99F90848C1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02142D-605A-2621-1E44-E6CD7DF665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87F8B2A-9667-7D61-44C2-677332400E8D}"/>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8" name="Footer Placeholder 7">
            <a:extLst>
              <a:ext uri="{FF2B5EF4-FFF2-40B4-BE49-F238E27FC236}">
                <a16:creationId xmlns:a16="http://schemas.microsoft.com/office/drawing/2014/main" id="{485A09D0-2486-E9E5-4982-C897F5817E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C80BB24-C98D-E3C8-821A-5217B5BA878F}"/>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2803522802"/>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25163-7431-4505-07BE-B2C0740971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FD4BA1-595A-5EA7-EC7A-A6C21C1E6677}"/>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4" name="Footer Placeholder 3">
            <a:extLst>
              <a:ext uri="{FF2B5EF4-FFF2-40B4-BE49-F238E27FC236}">
                <a16:creationId xmlns:a16="http://schemas.microsoft.com/office/drawing/2014/main" id="{6E36BA1D-4C4F-BE27-E146-81979853DB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3176EDB-C4E4-7678-BF41-3E40BAC70BD4}"/>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53118896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33AF89-C3C6-770B-55CD-20A2ED964A94}"/>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3" name="Footer Placeholder 2">
            <a:extLst>
              <a:ext uri="{FF2B5EF4-FFF2-40B4-BE49-F238E27FC236}">
                <a16:creationId xmlns:a16="http://schemas.microsoft.com/office/drawing/2014/main" id="{7B27A23B-5890-70DF-D929-2A63D3D3E2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B795F66-9141-D539-65AC-32FE89061C54}"/>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88039723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objTx" preserve="1">
  <p:cSld name="2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BEACF-104E-570D-F6F1-20405861BD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A01473-4777-4055-2E7D-3873F81A1C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EBE2F6C-BA7E-34B1-B67D-CF6B1CBBD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1F0317-8D41-1313-ED68-521AA794F819}"/>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6" name="Footer Placeholder 5">
            <a:extLst>
              <a:ext uri="{FF2B5EF4-FFF2-40B4-BE49-F238E27FC236}">
                <a16:creationId xmlns:a16="http://schemas.microsoft.com/office/drawing/2014/main" id="{CD47773F-990A-8112-FE88-108017BFEB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5493E9-9431-7356-2B15-04856DDB8457}"/>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4034642097"/>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picTx" preserve="1">
  <p:cSld name="2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B9790-4D9D-D3F2-E10C-6F54FD7491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AFFC64A-C461-6637-2583-36138956F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2DED621-91F9-2686-2748-28A5537ED5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F83E3F-8BDC-A8A6-996D-6EF7D71A26B0}"/>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6" name="Footer Placeholder 5">
            <a:extLst>
              <a:ext uri="{FF2B5EF4-FFF2-40B4-BE49-F238E27FC236}">
                <a16:creationId xmlns:a16="http://schemas.microsoft.com/office/drawing/2014/main" id="{3373DD75-C03F-3E80-BEA2-6456BB45E7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B8D133-B5C1-031F-5AD1-D387F9C45D71}"/>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418052186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vertTx" preserve="1">
  <p:cSld name="2_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93B61-1EB2-28BF-8C90-20F6FC1B0D9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580E6E0-5DCF-7A42-6399-CDBD771C27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46EFF8-F832-C5ED-FA9B-890B10A77FCA}"/>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5" name="Footer Placeholder 4">
            <a:extLst>
              <a:ext uri="{FF2B5EF4-FFF2-40B4-BE49-F238E27FC236}">
                <a16:creationId xmlns:a16="http://schemas.microsoft.com/office/drawing/2014/main" id="{B63A079D-0BF8-1BB3-E10B-9882D6E2CE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4F1B8-5FB1-FAD5-2207-B50A8664E1AA}"/>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160785584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itleAndTx" preserve="1">
  <p:cSld name="2_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AD3AA4-D68F-09D3-53D4-4B9510BCFD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540C3C-9800-DB65-268A-03D507A4A5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D7700C-CB85-6D64-6B80-12EBFC3E7019}"/>
              </a:ext>
            </a:extLst>
          </p:cNvPr>
          <p:cNvSpPr>
            <a:spLocks noGrp="1"/>
          </p:cNvSpPr>
          <p:nvPr>
            <p:ph type="dt" sz="half" idx="10"/>
          </p:nvPr>
        </p:nvSpPr>
        <p:spPr/>
        <p:txBody>
          <a:bodyPr/>
          <a:lstStyle/>
          <a:p>
            <a:fld id="{9E5DB663-53A9-4843-8FDF-D80FC868B27F}" type="datetimeFigureOut">
              <a:rPr lang="en-US" smtClean="0"/>
              <a:t>8/19/2026</a:t>
            </a:fld>
            <a:endParaRPr lang="en-US"/>
          </a:p>
        </p:txBody>
      </p:sp>
      <p:sp>
        <p:nvSpPr>
          <p:cNvPr id="5" name="Footer Placeholder 4">
            <a:extLst>
              <a:ext uri="{FF2B5EF4-FFF2-40B4-BE49-F238E27FC236}">
                <a16:creationId xmlns:a16="http://schemas.microsoft.com/office/drawing/2014/main" id="{501F802B-FB34-2B59-C56A-F8B1175E85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7107FD-E141-3672-C96D-C3FBAC95BBFC}"/>
              </a:ext>
            </a:extLst>
          </p:cNvPr>
          <p:cNvSpPr>
            <a:spLocks noGrp="1"/>
          </p:cNvSpPr>
          <p:nvPr>
            <p:ph type="sldNum" sz="quarter" idx="12"/>
          </p:nvPr>
        </p:nvSpPr>
        <p:spPr/>
        <p:txBody>
          <a:bodyPr/>
          <a:lstStyle/>
          <a:p>
            <a:fld id="{BA93B056-ADD4-4B5C-94BA-4B3A25B7FD72}" type="slidenum">
              <a:rPr lang="en-US" smtClean="0"/>
              <a:t>‹#›</a:t>
            </a:fld>
            <a:endParaRPr lang="en-US"/>
          </a:p>
        </p:txBody>
      </p:sp>
    </p:spTree>
    <p:extLst>
      <p:ext uri="{BB962C8B-B14F-4D97-AF65-F5344CB8AC3E}">
        <p14:creationId xmlns:p14="http://schemas.microsoft.com/office/powerpoint/2010/main" val="394072351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Table">
    <p:spTree>
      <p:nvGrpSpPr>
        <p:cNvPr id="1" name=""/>
        <p:cNvGrpSpPr/>
        <p:nvPr/>
      </p:nvGrpSpPr>
      <p:grpSpPr>
        <a:xfrm>
          <a:off x="0" y="0"/>
          <a:ext cx="0" cy="0"/>
          <a:chOff x="0" y="0"/>
          <a:chExt cx="0" cy="0"/>
        </a:xfrm>
      </p:grpSpPr>
      <p:sp>
        <p:nvSpPr>
          <p:cNvPr id="9" name="Do not remove" hidden="1">
            <a:extLst>
              <a:ext uri="{FF2B5EF4-FFF2-40B4-BE49-F238E27FC236}">
                <a16:creationId xmlns:a16="http://schemas.microsoft.com/office/drawing/2014/main" id="{280D9CA3-20FA-6597-B7C6-1F548B05C7F6}"/>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rgbClr val="301E03"/>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a:p>
        </p:txBody>
      </p:sp>
      <p:sp>
        <p:nvSpPr>
          <p:cNvPr id="2" name="Title 1">
            <a:extLst>
              <a:ext uri="{FF2B5EF4-FFF2-40B4-BE49-F238E27FC236}">
                <a16:creationId xmlns:a16="http://schemas.microsoft.com/office/drawing/2014/main" id="{45A08B61-1799-AD35-A31A-870310BD3A80}"/>
              </a:ext>
            </a:extLst>
          </p:cNvPr>
          <p:cNvSpPr>
            <a:spLocks noGrp="1"/>
          </p:cNvSpPr>
          <p:nvPr>
            <p:ph type="title"/>
          </p:nvPr>
        </p:nvSpPr>
        <p:spPr>
          <a:xfrm>
            <a:off x="457200" y="511116"/>
            <a:ext cx="11279868" cy="898583"/>
          </a:xfrm>
        </p:spPr>
        <p:txBody>
          <a:bodyPr wrap="square" anchor="b" anchorCtr="0">
            <a:noAutofit/>
          </a:bodyPr>
          <a:lstStyle>
            <a:lvl1pPr algn="ctr">
              <a:defRPr sz="3200" b="0" i="0"/>
            </a:lvl1pPr>
          </a:lstStyle>
          <a:p>
            <a:r>
              <a:rPr lang="en-US"/>
              <a:t>Click to edit Master title style</a:t>
            </a:r>
            <a:endParaRPr lang="en-IL"/>
          </a:p>
        </p:txBody>
      </p:sp>
      <p:sp>
        <p:nvSpPr>
          <p:cNvPr id="4" name="Table Placeholder 3">
            <a:extLst>
              <a:ext uri="{FF2B5EF4-FFF2-40B4-BE49-F238E27FC236}">
                <a16:creationId xmlns:a16="http://schemas.microsoft.com/office/drawing/2014/main" id="{DAA13DF5-4848-48D8-BABE-E63712D44556}"/>
              </a:ext>
            </a:extLst>
          </p:cNvPr>
          <p:cNvSpPr>
            <a:spLocks noGrp="1"/>
          </p:cNvSpPr>
          <p:nvPr>
            <p:ph type="tbl" sz="quarter" idx="14"/>
          </p:nvPr>
        </p:nvSpPr>
        <p:spPr>
          <a:xfrm>
            <a:off x="454930" y="1551007"/>
            <a:ext cx="11279867" cy="4659293"/>
          </a:xfrm>
        </p:spPr>
        <p:txBody>
          <a:bodyPr/>
          <a:lstStyle>
            <a:lvl1pPr marL="0" indent="0" algn="ctr">
              <a:buFontTx/>
              <a:buNone/>
              <a:defRPr b="0" i="0">
                <a:solidFill>
                  <a:srgbClr val="301E03"/>
                </a:solidFill>
              </a:defRPr>
            </a:lvl1pPr>
          </a:lstStyle>
          <a:p>
            <a:endParaRPr lang="en-US"/>
          </a:p>
        </p:txBody>
      </p:sp>
      <p:sp>
        <p:nvSpPr>
          <p:cNvPr id="3" name="Slide Number Placeholder 2">
            <a:extLst>
              <a:ext uri="{FF2B5EF4-FFF2-40B4-BE49-F238E27FC236}">
                <a16:creationId xmlns:a16="http://schemas.microsoft.com/office/drawing/2014/main" id="{22266991-6449-F5AF-BE0E-93377F433F71}"/>
              </a:ext>
            </a:extLst>
          </p:cNvPr>
          <p:cNvSpPr>
            <a:spLocks noGrp="1" noRot="1" noMove="1" noResize="1" noEditPoints="1" noAdjustHandles="1" noChangeArrowheads="1" noChangeShapeType="1"/>
          </p:cNvSpPr>
          <p:nvPr>
            <p:ph type="sldNum" sz="quarter" idx="15"/>
          </p:nvPr>
        </p:nvSpPr>
        <p:spPr>
          <a:xfrm>
            <a:off x="8988552" y="6356350"/>
            <a:ext cx="2748516" cy="365125"/>
          </a:xfrm>
          <a:prstGeom prst="rect">
            <a:avLst/>
          </a:prstGeom>
        </p:spPr>
        <p:txBody>
          <a:body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6" name="Graphic 5">
            <a:extLst>
              <a:ext uri="{FF2B5EF4-FFF2-40B4-BE49-F238E27FC236}">
                <a16:creationId xmlns:a16="http://schemas.microsoft.com/office/drawing/2014/main" id="{098A96DE-4402-9072-FA87-F59C1794942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4932" y="6394767"/>
            <a:ext cx="1314262" cy="288290"/>
          </a:xfrm>
          <a:prstGeom prst="rect">
            <a:avLst/>
          </a:prstGeom>
        </p:spPr>
      </p:pic>
    </p:spTree>
    <p:extLst>
      <p:ext uri="{BB962C8B-B14F-4D97-AF65-F5344CB8AC3E}">
        <p14:creationId xmlns:p14="http://schemas.microsoft.com/office/powerpoint/2010/main" val="247117006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Title Only ">
    <p:spTree>
      <p:nvGrpSpPr>
        <p:cNvPr id="1" name=""/>
        <p:cNvGrpSpPr/>
        <p:nvPr/>
      </p:nvGrpSpPr>
      <p:grpSpPr>
        <a:xfrm>
          <a:off x="0" y="0"/>
          <a:ext cx="0" cy="0"/>
          <a:chOff x="0" y="0"/>
          <a:chExt cx="0" cy="0"/>
        </a:xfrm>
      </p:grpSpPr>
      <p:sp>
        <p:nvSpPr>
          <p:cNvPr id="9" name="Do not remove" hidden="1">
            <a:extLst>
              <a:ext uri="{FF2B5EF4-FFF2-40B4-BE49-F238E27FC236}">
                <a16:creationId xmlns:a16="http://schemas.microsoft.com/office/drawing/2014/main" id="{584EF4FC-991D-0F3A-BDA6-9CE5B75DC472}"/>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rgbClr val="301E03"/>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a:p>
        </p:txBody>
      </p:sp>
      <p:sp>
        <p:nvSpPr>
          <p:cNvPr id="2" name="Title 1">
            <a:extLst>
              <a:ext uri="{FF2B5EF4-FFF2-40B4-BE49-F238E27FC236}">
                <a16:creationId xmlns:a16="http://schemas.microsoft.com/office/drawing/2014/main" id="{B8F9B886-3D22-A41B-E7C6-EFDD624BDA69}"/>
              </a:ext>
            </a:extLst>
          </p:cNvPr>
          <p:cNvSpPr>
            <a:spLocks noGrp="1"/>
          </p:cNvSpPr>
          <p:nvPr>
            <p:ph type="title"/>
          </p:nvPr>
        </p:nvSpPr>
        <p:spPr>
          <a:xfrm>
            <a:off x="457200" y="457200"/>
            <a:ext cx="11277600" cy="960474"/>
          </a:xfrm>
        </p:spPr>
        <p:txBody>
          <a:bodyPr>
            <a:noAutofit/>
          </a:bodyPr>
          <a:lstStyle>
            <a:lvl1pPr algn="l">
              <a:defRPr b="0" i="0">
                <a:solidFill>
                  <a:schemeClr val="tx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0D6FADE3-E265-E716-9ECF-29C2C3BC0733}"/>
              </a:ext>
            </a:extLst>
          </p:cNvPr>
          <p:cNvSpPr>
            <a:spLocks noGrp="1" noRot="1" noMove="1" noResize="1" noEditPoints="1" noAdjustHandles="1" noChangeArrowheads="1" noChangeShapeType="1"/>
          </p:cNvSpPr>
          <p:nvPr>
            <p:ph type="sldNum" sz="quarter" idx="10"/>
          </p:nvPr>
        </p:nvSpPr>
        <p:spPr>
          <a:xfrm>
            <a:off x="8988552" y="6356350"/>
            <a:ext cx="2748516" cy="365125"/>
          </a:xfrm>
          <a:prstGeom prst="rect">
            <a:avLst/>
          </a:prstGeom>
        </p:spPr>
        <p:txBody>
          <a:body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pic>
        <p:nvPicPr>
          <p:cNvPr id="4" name="Graphic 3">
            <a:extLst>
              <a:ext uri="{FF2B5EF4-FFF2-40B4-BE49-F238E27FC236}">
                <a16:creationId xmlns:a16="http://schemas.microsoft.com/office/drawing/2014/main" id="{6B51AB0C-6DF7-5BB1-4AC4-DE948FC6A24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4932" y="6394767"/>
            <a:ext cx="1314262" cy="288290"/>
          </a:xfrm>
          <a:prstGeom prst="rect">
            <a:avLst/>
          </a:prstGeom>
        </p:spPr>
      </p:pic>
      <p:sp>
        <p:nvSpPr>
          <p:cNvPr id="5" name="Text Placeholder 2">
            <a:extLst>
              <a:ext uri="{FF2B5EF4-FFF2-40B4-BE49-F238E27FC236}">
                <a16:creationId xmlns:a16="http://schemas.microsoft.com/office/drawing/2014/main" id="{DAA2EB73-048C-072F-DC50-C3DE0E8DCECB}"/>
              </a:ext>
            </a:extLst>
          </p:cNvPr>
          <p:cNvSpPr>
            <a:spLocks noGrp="1"/>
          </p:cNvSpPr>
          <p:nvPr>
            <p:ph type="body" idx="1"/>
          </p:nvPr>
        </p:nvSpPr>
        <p:spPr>
          <a:xfrm>
            <a:off x="457200" y="1514287"/>
            <a:ext cx="11279866" cy="622487"/>
          </a:xfrm>
        </p:spPr>
        <p:txBody>
          <a:bodyPr anchor="t" anchorCtr="0">
            <a:noAutofit/>
          </a:bodyPr>
          <a:lstStyle>
            <a:lvl1pPr marL="0" indent="0">
              <a:lnSpc>
                <a:spcPts val="2200"/>
              </a:lnSpc>
              <a:buNone/>
              <a:defRPr sz="18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57193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2.xml"/><Relationship Id="rId18" Type="http://schemas.openxmlformats.org/officeDocument/2006/relationships/slideLayout" Target="../slideLayouts/slideLayout27.xml"/><Relationship Id="rId26" Type="http://schemas.openxmlformats.org/officeDocument/2006/relationships/slideLayout" Target="../slideLayouts/slideLayout35.xml"/><Relationship Id="rId39" Type="http://schemas.openxmlformats.org/officeDocument/2006/relationships/slideLayout" Target="../slideLayouts/slideLayout48.xml"/><Relationship Id="rId21" Type="http://schemas.openxmlformats.org/officeDocument/2006/relationships/slideLayout" Target="../slideLayouts/slideLayout30.xml"/><Relationship Id="rId34" Type="http://schemas.openxmlformats.org/officeDocument/2006/relationships/slideLayout" Target="../slideLayouts/slideLayout43.xml"/><Relationship Id="rId42" Type="http://schemas.openxmlformats.org/officeDocument/2006/relationships/slideLayout" Target="../slideLayouts/slideLayout51.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slideLayout" Target="../slideLayouts/slideLayout29.xml"/><Relationship Id="rId29" Type="http://schemas.openxmlformats.org/officeDocument/2006/relationships/slideLayout" Target="../slideLayouts/slideLayout38.xml"/><Relationship Id="rId41" Type="http://schemas.openxmlformats.org/officeDocument/2006/relationships/slideLayout" Target="../slideLayouts/slideLayout50.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24" Type="http://schemas.openxmlformats.org/officeDocument/2006/relationships/slideLayout" Target="../slideLayouts/slideLayout33.xml"/><Relationship Id="rId32" Type="http://schemas.openxmlformats.org/officeDocument/2006/relationships/slideLayout" Target="../slideLayouts/slideLayout41.xml"/><Relationship Id="rId37" Type="http://schemas.openxmlformats.org/officeDocument/2006/relationships/slideLayout" Target="../slideLayouts/slideLayout46.xml"/><Relationship Id="rId40" Type="http://schemas.openxmlformats.org/officeDocument/2006/relationships/slideLayout" Target="../slideLayouts/slideLayout49.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23" Type="http://schemas.openxmlformats.org/officeDocument/2006/relationships/slideLayout" Target="../slideLayouts/slideLayout32.xml"/><Relationship Id="rId28" Type="http://schemas.openxmlformats.org/officeDocument/2006/relationships/slideLayout" Target="../slideLayouts/slideLayout37.xml"/><Relationship Id="rId36" Type="http://schemas.openxmlformats.org/officeDocument/2006/relationships/slideLayout" Target="../slideLayouts/slideLayout45.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31" Type="http://schemas.openxmlformats.org/officeDocument/2006/relationships/slideLayout" Target="../slideLayouts/slideLayout40.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 Id="rId22" Type="http://schemas.openxmlformats.org/officeDocument/2006/relationships/slideLayout" Target="../slideLayouts/slideLayout31.xml"/><Relationship Id="rId27" Type="http://schemas.openxmlformats.org/officeDocument/2006/relationships/slideLayout" Target="../slideLayouts/slideLayout36.xml"/><Relationship Id="rId30" Type="http://schemas.openxmlformats.org/officeDocument/2006/relationships/slideLayout" Target="../slideLayouts/slideLayout39.xml"/><Relationship Id="rId35" Type="http://schemas.openxmlformats.org/officeDocument/2006/relationships/slideLayout" Target="../slideLayouts/slideLayout44.xml"/><Relationship Id="rId43" Type="http://schemas.openxmlformats.org/officeDocument/2006/relationships/theme" Target="../theme/theme2.xml"/><Relationship Id="rId8" Type="http://schemas.openxmlformats.org/officeDocument/2006/relationships/slideLayout" Target="../slideLayouts/slideLayout17.xml"/><Relationship Id="rId3" Type="http://schemas.openxmlformats.org/officeDocument/2006/relationships/slideLayout" Target="../slideLayouts/slideLayout12.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5" Type="http://schemas.openxmlformats.org/officeDocument/2006/relationships/slideLayout" Target="../slideLayouts/slideLayout34.xml"/><Relationship Id="rId33" Type="http://schemas.openxmlformats.org/officeDocument/2006/relationships/slideLayout" Target="../slideLayouts/slideLayout42.xml"/><Relationship Id="rId38" Type="http://schemas.openxmlformats.org/officeDocument/2006/relationships/slideLayout" Target="../slideLayouts/slideLayout4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77.xml"/><Relationship Id="rId21" Type="http://schemas.openxmlformats.org/officeDocument/2006/relationships/slideLayout" Target="../slideLayouts/slideLayout72.xml"/><Relationship Id="rId42" Type="http://schemas.openxmlformats.org/officeDocument/2006/relationships/slideLayout" Target="../slideLayouts/slideLayout93.xml"/><Relationship Id="rId47" Type="http://schemas.openxmlformats.org/officeDocument/2006/relationships/slideLayout" Target="../slideLayouts/slideLayout98.xml"/><Relationship Id="rId63" Type="http://schemas.openxmlformats.org/officeDocument/2006/relationships/slideLayout" Target="../slideLayouts/slideLayout114.xml"/><Relationship Id="rId68" Type="http://schemas.openxmlformats.org/officeDocument/2006/relationships/slideLayout" Target="../slideLayouts/slideLayout119.xml"/><Relationship Id="rId7" Type="http://schemas.openxmlformats.org/officeDocument/2006/relationships/slideLayout" Target="../slideLayouts/slideLayout5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29" Type="http://schemas.openxmlformats.org/officeDocument/2006/relationships/slideLayout" Target="../slideLayouts/slideLayout80.xml"/><Relationship Id="rId11" Type="http://schemas.openxmlformats.org/officeDocument/2006/relationships/slideLayout" Target="../slideLayouts/slideLayout62.xml"/><Relationship Id="rId24" Type="http://schemas.openxmlformats.org/officeDocument/2006/relationships/slideLayout" Target="../slideLayouts/slideLayout75.xml"/><Relationship Id="rId32" Type="http://schemas.openxmlformats.org/officeDocument/2006/relationships/slideLayout" Target="../slideLayouts/slideLayout83.xml"/><Relationship Id="rId37" Type="http://schemas.openxmlformats.org/officeDocument/2006/relationships/slideLayout" Target="../slideLayouts/slideLayout88.xml"/><Relationship Id="rId40" Type="http://schemas.openxmlformats.org/officeDocument/2006/relationships/slideLayout" Target="../slideLayouts/slideLayout91.xml"/><Relationship Id="rId45" Type="http://schemas.openxmlformats.org/officeDocument/2006/relationships/slideLayout" Target="../slideLayouts/slideLayout96.xml"/><Relationship Id="rId53" Type="http://schemas.openxmlformats.org/officeDocument/2006/relationships/slideLayout" Target="../slideLayouts/slideLayout104.xml"/><Relationship Id="rId58" Type="http://schemas.openxmlformats.org/officeDocument/2006/relationships/slideLayout" Target="../slideLayouts/slideLayout109.xml"/><Relationship Id="rId66" Type="http://schemas.openxmlformats.org/officeDocument/2006/relationships/slideLayout" Target="../slideLayouts/slideLayout117.xml"/><Relationship Id="rId5" Type="http://schemas.openxmlformats.org/officeDocument/2006/relationships/slideLayout" Target="../slideLayouts/slideLayout56.xml"/><Relationship Id="rId61" Type="http://schemas.openxmlformats.org/officeDocument/2006/relationships/slideLayout" Target="../slideLayouts/slideLayout112.xml"/><Relationship Id="rId19" Type="http://schemas.openxmlformats.org/officeDocument/2006/relationships/slideLayout" Target="../slideLayouts/slideLayout70.xml"/><Relationship Id="rId14" Type="http://schemas.openxmlformats.org/officeDocument/2006/relationships/slideLayout" Target="../slideLayouts/slideLayout65.xml"/><Relationship Id="rId22" Type="http://schemas.openxmlformats.org/officeDocument/2006/relationships/slideLayout" Target="../slideLayouts/slideLayout73.xml"/><Relationship Id="rId27" Type="http://schemas.openxmlformats.org/officeDocument/2006/relationships/slideLayout" Target="../slideLayouts/slideLayout78.xml"/><Relationship Id="rId30" Type="http://schemas.openxmlformats.org/officeDocument/2006/relationships/slideLayout" Target="../slideLayouts/slideLayout81.xml"/><Relationship Id="rId35" Type="http://schemas.openxmlformats.org/officeDocument/2006/relationships/slideLayout" Target="../slideLayouts/slideLayout86.xml"/><Relationship Id="rId43" Type="http://schemas.openxmlformats.org/officeDocument/2006/relationships/slideLayout" Target="../slideLayouts/slideLayout94.xml"/><Relationship Id="rId48" Type="http://schemas.openxmlformats.org/officeDocument/2006/relationships/slideLayout" Target="../slideLayouts/slideLayout99.xml"/><Relationship Id="rId56" Type="http://schemas.openxmlformats.org/officeDocument/2006/relationships/slideLayout" Target="../slideLayouts/slideLayout107.xml"/><Relationship Id="rId64" Type="http://schemas.openxmlformats.org/officeDocument/2006/relationships/slideLayout" Target="../slideLayouts/slideLayout115.xml"/><Relationship Id="rId69" Type="http://schemas.openxmlformats.org/officeDocument/2006/relationships/slideLayout" Target="../slideLayouts/slideLayout120.xml"/><Relationship Id="rId8" Type="http://schemas.openxmlformats.org/officeDocument/2006/relationships/slideLayout" Target="../slideLayouts/slideLayout59.xml"/><Relationship Id="rId51" Type="http://schemas.openxmlformats.org/officeDocument/2006/relationships/slideLayout" Target="../slideLayouts/slideLayout102.xml"/><Relationship Id="rId3" Type="http://schemas.openxmlformats.org/officeDocument/2006/relationships/slideLayout" Target="../slideLayouts/slideLayout54.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5" Type="http://schemas.openxmlformats.org/officeDocument/2006/relationships/slideLayout" Target="../slideLayouts/slideLayout76.xml"/><Relationship Id="rId33" Type="http://schemas.openxmlformats.org/officeDocument/2006/relationships/slideLayout" Target="../slideLayouts/slideLayout84.xml"/><Relationship Id="rId38" Type="http://schemas.openxmlformats.org/officeDocument/2006/relationships/slideLayout" Target="../slideLayouts/slideLayout89.xml"/><Relationship Id="rId46" Type="http://schemas.openxmlformats.org/officeDocument/2006/relationships/slideLayout" Target="../slideLayouts/slideLayout97.xml"/><Relationship Id="rId59" Type="http://schemas.openxmlformats.org/officeDocument/2006/relationships/slideLayout" Target="../slideLayouts/slideLayout110.xml"/><Relationship Id="rId67" Type="http://schemas.openxmlformats.org/officeDocument/2006/relationships/slideLayout" Target="../slideLayouts/slideLayout118.xml"/><Relationship Id="rId20" Type="http://schemas.openxmlformats.org/officeDocument/2006/relationships/slideLayout" Target="../slideLayouts/slideLayout71.xml"/><Relationship Id="rId41" Type="http://schemas.openxmlformats.org/officeDocument/2006/relationships/slideLayout" Target="../slideLayouts/slideLayout92.xml"/><Relationship Id="rId54" Type="http://schemas.openxmlformats.org/officeDocument/2006/relationships/slideLayout" Target="../slideLayouts/slideLayout105.xml"/><Relationship Id="rId62" Type="http://schemas.openxmlformats.org/officeDocument/2006/relationships/slideLayout" Target="../slideLayouts/slideLayout113.xml"/><Relationship Id="rId70" Type="http://schemas.openxmlformats.org/officeDocument/2006/relationships/theme" Target="../theme/theme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5" Type="http://schemas.openxmlformats.org/officeDocument/2006/relationships/slideLayout" Target="../slideLayouts/slideLayout66.xml"/><Relationship Id="rId23" Type="http://schemas.openxmlformats.org/officeDocument/2006/relationships/slideLayout" Target="../slideLayouts/slideLayout74.xml"/><Relationship Id="rId28" Type="http://schemas.openxmlformats.org/officeDocument/2006/relationships/slideLayout" Target="../slideLayouts/slideLayout79.xml"/><Relationship Id="rId36" Type="http://schemas.openxmlformats.org/officeDocument/2006/relationships/slideLayout" Target="../slideLayouts/slideLayout87.xml"/><Relationship Id="rId49" Type="http://schemas.openxmlformats.org/officeDocument/2006/relationships/slideLayout" Target="../slideLayouts/slideLayout100.xml"/><Relationship Id="rId57" Type="http://schemas.openxmlformats.org/officeDocument/2006/relationships/slideLayout" Target="../slideLayouts/slideLayout108.xml"/><Relationship Id="rId10" Type="http://schemas.openxmlformats.org/officeDocument/2006/relationships/slideLayout" Target="../slideLayouts/slideLayout61.xml"/><Relationship Id="rId31" Type="http://schemas.openxmlformats.org/officeDocument/2006/relationships/slideLayout" Target="../slideLayouts/slideLayout82.xml"/><Relationship Id="rId44" Type="http://schemas.openxmlformats.org/officeDocument/2006/relationships/slideLayout" Target="../slideLayouts/slideLayout95.xml"/><Relationship Id="rId52" Type="http://schemas.openxmlformats.org/officeDocument/2006/relationships/slideLayout" Target="../slideLayouts/slideLayout103.xml"/><Relationship Id="rId60" Type="http://schemas.openxmlformats.org/officeDocument/2006/relationships/slideLayout" Target="../slideLayouts/slideLayout111.xml"/><Relationship Id="rId65" Type="http://schemas.openxmlformats.org/officeDocument/2006/relationships/slideLayout" Target="../slideLayouts/slideLayout116.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3" Type="http://schemas.openxmlformats.org/officeDocument/2006/relationships/slideLayout" Target="../slideLayouts/slideLayout64.xml"/><Relationship Id="rId18" Type="http://schemas.openxmlformats.org/officeDocument/2006/relationships/slideLayout" Target="../slideLayouts/slideLayout69.xml"/><Relationship Id="rId39" Type="http://schemas.openxmlformats.org/officeDocument/2006/relationships/slideLayout" Target="../slideLayouts/slideLayout90.xml"/><Relationship Id="rId34" Type="http://schemas.openxmlformats.org/officeDocument/2006/relationships/slideLayout" Target="../slideLayouts/slideLayout85.xml"/><Relationship Id="rId50" Type="http://schemas.openxmlformats.org/officeDocument/2006/relationships/slideLayout" Target="../slideLayouts/slideLayout101.xml"/><Relationship Id="rId55" Type="http://schemas.openxmlformats.org/officeDocument/2006/relationships/slideLayout" Target="../slideLayouts/slideLayout10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163454"/>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1" r:id="rId5"/>
    <p:sldLayoutId id="2147483722" r:id="rId6"/>
    <p:sldLayoutId id="2147483723" r:id="rId7"/>
    <p:sldLayoutId id="2147483724" r:id="rId8"/>
    <p:sldLayoutId id="2147483880" r:id="rId9"/>
  </p:sldLayoutIdLst>
  <p:hf sldNum="0" hdr="0" dt="0"/>
  <p:txStyles>
    <p:titleStyle>
      <a:lvl1pPr algn="l" defTabSz="914400"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7296">
          <p15:clr>
            <a:srgbClr val="F26B43"/>
          </p15:clr>
        </p15:guide>
        <p15:guide id="3" pos="384">
          <p15:clr>
            <a:srgbClr val="F26B43"/>
          </p15:clr>
        </p15:guide>
        <p15:guide id="4" orient="horz" pos="288">
          <p15:clr>
            <a:srgbClr val="F26B43"/>
          </p15:clr>
        </p15:guide>
        <p15:guide id="6" orient="horz" pos="960">
          <p15:clr>
            <a:srgbClr val="F26B43"/>
          </p15:clr>
        </p15:guide>
        <p15:guide id="7" orient="horz" pos="38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4EAB12-C6C8-3C1C-92A3-47023D795CAD}"/>
              </a:ext>
            </a:extLst>
          </p:cNvPr>
          <p:cNvSpPr>
            <a:spLocks noGrp="1"/>
          </p:cNvSpPr>
          <p:nvPr>
            <p:ph type="title"/>
          </p:nvPr>
        </p:nvSpPr>
        <p:spPr>
          <a:xfrm>
            <a:off x="457199" y="457200"/>
            <a:ext cx="11279867" cy="952500"/>
          </a:xfrm>
          <a:prstGeom prst="rect">
            <a:avLst/>
          </a:prstGeom>
        </p:spPr>
        <p:txBody>
          <a:bodyPr vert="horz" lIns="0" tIns="0" rIns="0" bIns="0" rtlCol="0" anchor="b" anchorCtr="0">
            <a:normAutofit/>
          </a:bodyPr>
          <a:lstStyle/>
          <a:p>
            <a:r>
              <a:rPr lang="en-US"/>
              <a:t>Click to edit Master title style</a:t>
            </a:r>
          </a:p>
        </p:txBody>
      </p:sp>
      <p:sp>
        <p:nvSpPr>
          <p:cNvPr id="3" name="Text Placeholder 2">
            <a:extLst>
              <a:ext uri="{FF2B5EF4-FFF2-40B4-BE49-F238E27FC236}">
                <a16:creationId xmlns:a16="http://schemas.microsoft.com/office/drawing/2014/main" id="{1F3E2F98-DB18-A9DF-275D-031379D1866E}"/>
              </a:ext>
            </a:extLst>
          </p:cNvPr>
          <p:cNvSpPr>
            <a:spLocks noGrp="1"/>
          </p:cNvSpPr>
          <p:nvPr>
            <p:ph type="body" idx="1"/>
          </p:nvPr>
        </p:nvSpPr>
        <p:spPr>
          <a:xfrm>
            <a:off x="457200" y="1825625"/>
            <a:ext cx="11279868" cy="419911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CF3A0F8-D14B-3F62-8AD5-C301C0543CFE}"/>
              </a:ext>
            </a:extLst>
          </p:cNvPr>
          <p:cNvSpPr>
            <a:spLocks noGrp="1" noRot="1" noMove="1" noResize="1" noEditPoints="1" noAdjustHandles="1" noChangeArrowheads="1" noChangeShapeType="1"/>
          </p:cNvSpPr>
          <p:nvPr>
            <p:ph type="sldNum" sz="quarter" idx="4"/>
          </p:nvPr>
        </p:nvSpPr>
        <p:spPr>
          <a:xfrm>
            <a:off x="8988552" y="6356350"/>
            <a:ext cx="2748516" cy="365125"/>
          </a:xfrm>
          <a:prstGeom prst="rect">
            <a:avLst/>
          </a:prstGeom>
        </p:spPr>
        <p:txBody>
          <a:bodyPr vert="horz" lIns="0" tIns="0" rIns="0" bIns="0" rtlCol="0" anchor="ctr"/>
          <a:lstStyle>
            <a:lvl1pPr algn="r">
              <a:defRPr sz="9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a:t>
            </a:fld>
            <a:endParaRPr lang="en-US">
              <a:latin typeface="Aptos" panose="020B0004020202020204" pitchFamily="34" charset="0"/>
            </a:endParaRPr>
          </a:p>
        </p:txBody>
      </p:sp>
    </p:spTree>
    <p:extLst>
      <p:ext uri="{BB962C8B-B14F-4D97-AF65-F5344CB8AC3E}">
        <p14:creationId xmlns:p14="http://schemas.microsoft.com/office/powerpoint/2010/main" val="771172302"/>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 id="2147483750" r:id="rId18"/>
    <p:sldLayoutId id="2147483751" r:id="rId19"/>
    <p:sldLayoutId id="2147483752" r:id="rId20"/>
    <p:sldLayoutId id="2147483753" r:id="rId21"/>
    <p:sldLayoutId id="2147483868" r:id="rId22"/>
    <p:sldLayoutId id="2147483755" r:id="rId23"/>
    <p:sldLayoutId id="2147483869" r:id="rId24"/>
    <p:sldLayoutId id="2147483870" r:id="rId25"/>
    <p:sldLayoutId id="2147483871" r:id="rId26"/>
    <p:sldLayoutId id="2147483872" r:id="rId27"/>
    <p:sldLayoutId id="2147483760" r:id="rId28"/>
    <p:sldLayoutId id="2147483873" r:id="rId29"/>
    <p:sldLayoutId id="2147483874" r:id="rId30"/>
    <p:sldLayoutId id="2147483763" r:id="rId31"/>
    <p:sldLayoutId id="2147483764" r:id="rId32"/>
    <p:sldLayoutId id="2147483765" r:id="rId33"/>
    <p:sldLayoutId id="2147483875" r:id="rId34"/>
    <p:sldLayoutId id="2147483876" r:id="rId35"/>
    <p:sldLayoutId id="2147483768" r:id="rId36"/>
    <p:sldLayoutId id="2147483769" r:id="rId37"/>
    <p:sldLayoutId id="2147483877" r:id="rId38"/>
    <p:sldLayoutId id="2147483771" r:id="rId39"/>
    <p:sldLayoutId id="2147483772" r:id="rId40"/>
    <p:sldLayoutId id="2147483878" r:id="rId41"/>
    <p:sldLayoutId id="2147483909" r:id="rId42"/>
  </p:sldLayoutIdLst>
  <p:hf hdr="0" ftr="0" dt="0"/>
  <p:txStyles>
    <p:titleStyle>
      <a:lvl1pPr algn="l" defTabSz="914400" rtl="0" eaLnBrk="1" latinLnBrk="0" hangingPunct="1">
        <a:lnSpc>
          <a:spcPts val="3600"/>
        </a:lnSpc>
        <a:spcBef>
          <a:spcPct val="0"/>
        </a:spcBef>
        <a:buNone/>
        <a:defRPr sz="3600" b="0" i="0" kern="1200">
          <a:solidFill>
            <a:srgbClr val="301E03"/>
          </a:solidFill>
          <a:latin typeface="Aptos" panose="020B0004020202020204" pitchFamily="34" charset="0"/>
          <a:ea typeface="Verdana" panose="020B0604030504040204" pitchFamily="34" charset="0"/>
          <a:cs typeface="Verdana" panose="020B0604030504040204" pitchFamily="34" charset="0"/>
        </a:defRPr>
      </a:lvl1pPr>
    </p:titleStyle>
    <p:bodyStyle>
      <a:lvl1pPr marL="228600" indent="-228600" algn="l" defTabSz="914400" rtl="0" eaLnBrk="1" latinLnBrk="0" hangingPunct="1">
        <a:lnSpc>
          <a:spcPts val="1600"/>
        </a:lnSpc>
        <a:spcBef>
          <a:spcPts val="1000"/>
        </a:spcBef>
        <a:buFont typeface="Arial" panose="020B0604020202020204" pitchFamily="34" charset="0"/>
        <a:buChar char="•"/>
        <a:defRPr sz="1400" b="0" i="0" kern="1200">
          <a:solidFill>
            <a:srgbClr val="301E03"/>
          </a:solidFill>
          <a:latin typeface="Aptos" panose="020B000402020202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ts val="1600"/>
        </a:lnSpc>
        <a:spcBef>
          <a:spcPts val="500"/>
        </a:spcBef>
        <a:buFont typeface="Arial" panose="020B0604020202020204" pitchFamily="34" charset="0"/>
        <a:buChar char="•"/>
        <a:defRPr sz="1400" b="0" i="0" kern="1200">
          <a:solidFill>
            <a:srgbClr val="301E03"/>
          </a:solidFill>
          <a:latin typeface="Aptos" panose="020B000402020202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lnSpc>
          <a:spcPts val="1600"/>
        </a:lnSpc>
        <a:spcBef>
          <a:spcPts val="500"/>
        </a:spcBef>
        <a:buFont typeface="Arial" panose="020B0604020202020204" pitchFamily="34" charset="0"/>
        <a:buChar char="•"/>
        <a:defRPr sz="1400" b="0" i="0" kern="1200">
          <a:solidFill>
            <a:srgbClr val="301E03"/>
          </a:solidFill>
          <a:latin typeface="Aptos" panose="020B000402020202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lnSpc>
          <a:spcPts val="1600"/>
        </a:lnSpc>
        <a:spcBef>
          <a:spcPts val="500"/>
        </a:spcBef>
        <a:buFont typeface="Arial" panose="020B0604020202020204" pitchFamily="34" charset="0"/>
        <a:buChar char="•"/>
        <a:defRPr sz="1400" b="0" i="0" kern="1200">
          <a:solidFill>
            <a:srgbClr val="301E03"/>
          </a:solidFill>
          <a:latin typeface="Aptos" panose="020B000402020202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lnSpc>
          <a:spcPts val="1600"/>
        </a:lnSpc>
        <a:spcBef>
          <a:spcPts val="500"/>
        </a:spcBef>
        <a:buFont typeface="Arial" panose="020B0604020202020204" pitchFamily="34" charset="0"/>
        <a:buChar char="•"/>
        <a:defRPr sz="1400" b="0" i="0" kern="1200">
          <a:solidFill>
            <a:srgbClr val="301E03"/>
          </a:solidFill>
          <a:latin typeface="Aptos" panose="020B000402020202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88">
          <p15:clr>
            <a:srgbClr val="F26B43"/>
          </p15:clr>
        </p15:guide>
        <p15:guide id="2" pos="288">
          <p15:clr>
            <a:srgbClr val="F26B43"/>
          </p15:clr>
        </p15:guide>
        <p15:guide id="3" pos="7392">
          <p15:clr>
            <a:srgbClr val="F26B43"/>
          </p15:clr>
        </p15:guide>
        <p15:guide id="4" orient="horz" pos="3912">
          <p15:clr>
            <a:srgbClr val="F26B43"/>
          </p15:clr>
        </p15:guide>
        <p15:guide id="5" orient="horz" pos="28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5AF0DB-D944-DA87-4EB3-0F54347F16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04916CB-BECE-3673-2036-661843E612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1D7709-300D-B90D-BB39-28F1A95EE6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2F39B60-E3A8-4687-8E1D-1624CDAD2798}" type="datetimeFigureOut">
              <a:rPr lang="en-US" smtClean="0"/>
              <a:t>8/19/2026</a:t>
            </a:fld>
            <a:endParaRPr lang="en-US"/>
          </a:p>
        </p:txBody>
      </p:sp>
      <p:sp>
        <p:nvSpPr>
          <p:cNvPr id="5" name="Footer Placeholder 4">
            <a:extLst>
              <a:ext uri="{FF2B5EF4-FFF2-40B4-BE49-F238E27FC236}">
                <a16:creationId xmlns:a16="http://schemas.microsoft.com/office/drawing/2014/main" id="{E00F2080-B3BD-BFFC-52CA-0FD82CC6AA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B2D28D0-9781-44FB-4B8F-2065F63EC8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C9E35A-4788-425B-AB69-FC40868BF327}" type="slidenum">
              <a:rPr lang="en-US" smtClean="0"/>
              <a:t>‹#›</a:t>
            </a:fld>
            <a:endParaRPr lang="en-US"/>
          </a:p>
        </p:txBody>
      </p:sp>
    </p:spTree>
    <p:extLst>
      <p:ext uri="{BB962C8B-B14F-4D97-AF65-F5344CB8AC3E}">
        <p14:creationId xmlns:p14="http://schemas.microsoft.com/office/powerpoint/2010/main" val="3893359533"/>
      </p:ext>
    </p:extLst>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 id="2147483837" r:id="rId12"/>
    <p:sldLayoutId id="2147483879" r:id="rId13"/>
    <p:sldLayoutId id="2147483866" r:id="rId14"/>
    <p:sldLayoutId id="2147483867" r:id="rId15"/>
    <p:sldLayoutId id="2147483863" r:id="rId16"/>
    <p:sldLayoutId id="2147483838" r:id="rId17"/>
    <p:sldLayoutId id="2147483840" r:id="rId18"/>
    <p:sldLayoutId id="2147483841" r:id="rId19"/>
    <p:sldLayoutId id="2147483842" r:id="rId20"/>
    <p:sldLayoutId id="2147483843" r:id="rId21"/>
    <p:sldLayoutId id="2147483844" r:id="rId22"/>
    <p:sldLayoutId id="2147483845" r:id="rId23"/>
    <p:sldLayoutId id="2147483846" r:id="rId24"/>
    <p:sldLayoutId id="2147483847" r:id="rId25"/>
    <p:sldLayoutId id="2147483848" r:id="rId26"/>
    <p:sldLayoutId id="2147483849" r:id="rId27"/>
    <p:sldLayoutId id="2147483850" r:id="rId28"/>
    <p:sldLayoutId id="2147483851" r:id="rId29"/>
    <p:sldLayoutId id="2147483852" r:id="rId30"/>
    <p:sldLayoutId id="2147483649" r:id="rId31"/>
    <p:sldLayoutId id="2147483650" r:id="rId32"/>
    <p:sldLayoutId id="2147483651" r:id="rId33"/>
    <p:sldLayoutId id="2147483652" r:id="rId34"/>
    <p:sldLayoutId id="2147483653" r:id="rId35"/>
    <p:sldLayoutId id="2147483654" r:id="rId36"/>
    <p:sldLayoutId id="2147483655" r:id="rId37"/>
    <p:sldLayoutId id="2147483656" r:id="rId38"/>
    <p:sldLayoutId id="2147483657" r:id="rId39"/>
    <p:sldLayoutId id="2147483658" r:id="rId40"/>
    <p:sldLayoutId id="2147483659" r:id="rId41"/>
    <p:sldLayoutId id="2147483660" r:id="rId42"/>
    <p:sldLayoutId id="2147483661" r:id="rId43"/>
    <p:sldLayoutId id="2147483906" r:id="rId44"/>
    <p:sldLayoutId id="2147483907" r:id="rId45"/>
    <p:sldLayoutId id="2147483908" r:id="rId46"/>
    <p:sldLayoutId id="2147483883" r:id="rId47"/>
    <p:sldLayoutId id="2147483884" r:id="rId48"/>
    <p:sldLayoutId id="2147483885" r:id="rId49"/>
    <p:sldLayoutId id="2147483886" r:id="rId50"/>
    <p:sldLayoutId id="2147483887" r:id="rId51"/>
    <p:sldLayoutId id="2147483888" r:id="rId52"/>
    <p:sldLayoutId id="2147483889" r:id="rId53"/>
    <p:sldLayoutId id="2147483890" r:id="rId54"/>
    <p:sldLayoutId id="2147483891" r:id="rId55"/>
    <p:sldLayoutId id="2147483893" r:id="rId56"/>
    <p:sldLayoutId id="2147483892" r:id="rId57"/>
    <p:sldLayoutId id="2147483894" r:id="rId58"/>
    <p:sldLayoutId id="2147483895" r:id="rId59"/>
    <p:sldLayoutId id="2147483896" r:id="rId60"/>
    <p:sldLayoutId id="2147483897" r:id="rId61"/>
    <p:sldLayoutId id="2147483898" r:id="rId62"/>
    <p:sldLayoutId id="2147483899" r:id="rId63"/>
    <p:sldLayoutId id="2147483900" r:id="rId64"/>
    <p:sldLayoutId id="2147483901" r:id="rId65"/>
    <p:sldLayoutId id="2147483902" r:id="rId66"/>
    <p:sldLayoutId id="2147483903" r:id="rId67"/>
    <p:sldLayoutId id="2147483904" r:id="rId68"/>
    <p:sldLayoutId id="2147483905" r:id="rId6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2" Type="http://schemas.microsoft.com/office/2018/10/relationships/comments" Target="../comments/modernComment_7FFFFB10_93CD0D5F.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1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81.xml"/><Relationship Id="rId4" Type="http://schemas.openxmlformats.org/officeDocument/2006/relationships/image" Target="../media/image21.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C099D-DE09-664C-D4E3-26916F1B71D9}"/>
              </a:ext>
            </a:extLst>
          </p:cNvPr>
          <p:cNvSpPr>
            <a:spLocks noGrp="1"/>
          </p:cNvSpPr>
          <p:nvPr>
            <p:ph type="ctrTitle"/>
          </p:nvPr>
        </p:nvSpPr>
        <p:spPr/>
        <p:txBody>
          <a:bodyPr/>
          <a:lstStyle/>
          <a:p>
            <a:r>
              <a:rPr lang="en-US">
                <a:latin typeface="Aptos"/>
                <a:ea typeface="Verdana"/>
              </a:rPr>
              <a:t>Results Repository</a:t>
            </a:r>
            <a:endParaRPr lang="en-US"/>
          </a:p>
        </p:txBody>
      </p:sp>
      <p:sp>
        <p:nvSpPr>
          <p:cNvPr id="3" name="Subtitle 2">
            <a:extLst>
              <a:ext uri="{FF2B5EF4-FFF2-40B4-BE49-F238E27FC236}">
                <a16:creationId xmlns:a16="http://schemas.microsoft.com/office/drawing/2014/main" id="{3565BA2D-D293-E756-CAB2-3A0F4ABEB78E}"/>
              </a:ext>
            </a:extLst>
          </p:cNvPr>
          <p:cNvSpPr>
            <a:spLocks noGrp="1"/>
          </p:cNvSpPr>
          <p:nvPr>
            <p:ph type="subTitle" idx="1"/>
          </p:nvPr>
        </p:nvSpPr>
        <p:spPr/>
        <p:txBody>
          <a:bodyPr vert="horz" lIns="0" tIns="0" rIns="0" bIns="0" rtlCol="0" anchor="t">
            <a:noAutofit/>
          </a:bodyPr>
          <a:lstStyle/>
          <a:p>
            <a:r>
              <a:rPr lang="en-US">
                <a:latin typeface="Aptos"/>
                <a:ea typeface="Verdana"/>
              </a:rPr>
              <a:t>Lantern Marketing Testing Steering Committee</a:t>
            </a:r>
            <a:endParaRPr lang="en-US"/>
          </a:p>
        </p:txBody>
      </p:sp>
      <p:sp>
        <p:nvSpPr>
          <p:cNvPr id="4" name="Text Placeholder 3">
            <a:extLst>
              <a:ext uri="{FF2B5EF4-FFF2-40B4-BE49-F238E27FC236}">
                <a16:creationId xmlns:a16="http://schemas.microsoft.com/office/drawing/2014/main" id="{33CD794A-364D-C143-4D52-FE58BF610B02}"/>
              </a:ext>
            </a:extLst>
          </p:cNvPr>
          <p:cNvSpPr>
            <a:spLocks noGrp="1"/>
          </p:cNvSpPr>
          <p:nvPr>
            <p:ph type="body" sz="quarter" idx="10"/>
          </p:nvPr>
        </p:nvSpPr>
        <p:spPr>
          <a:xfrm>
            <a:off x="838200" y="4152820"/>
            <a:ext cx="10515600" cy="205184"/>
          </a:xfrm>
        </p:spPr>
        <p:txBody>
          <a:bodyPr vert="horz" lIns="0" tIns="0" rIns="0" bIns="0" rtlCol="0" anchor="t">
            <a:spAutoFit/>
          </a:bodyPr>
          <a:lstStyle/>
          <a:p>
            <a:r>
              <a:rPr lang="en-US">
                <a:latin typeface="Aptos"/>
                <a:ea typeface="Verdana"/>
              </a:rPr>
              <a:t>Last Updated 7.14.2026</a:t>
            </a:r>
            <a:endParaRPr lang="en-US"/>
          </a:p>
        </p:txBody>
      </p:sp>
    </p:spTree>
    <p:extLst>
      <p:ext uri="{BB962C8B-B14F-4D97-AF65-F5344CB8AC3E}">
        <p14:creationId xmlns:p14="http://schemas.microsoft.com/office/powerpoint/2010/main" val="336772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CB4971E9-BCC2-3499-916D-03C492DC1B98}"/>
              </a:ext>
            </a:extLst>
          </p:cNvPr>
          <p:cNvSpPr>
            <a:spLocks noGrp="1"/>
          </p:cNvSpPr>
          <p:nvPr>
            <p:ph type="title"/>
          </p:nvPr>
        </p:nvSpPr>
        <p:spPr/>
        <p:txBody>
          <a:bodyPr/>
          <a:lstStyle/>
          <a:p>
            <a:r>
              <a:rPr lang="en-US"/>
              <a:t>Proven Results, Optimized Campaigns</a:t>
            </a:r>
          </a:p>
        </p:txBody>
      </p:sp>
      <p:sp>
        <p:nvSpPr>
          <p:cNvPr id="20" name="Stat1Bg"/>
          <p:cNvSpPr>
            <a:spLocks noGrp="1"/>
          </p:cNvSpPr>
          <p:nvPr/>
        </p:nvSpPr>
        <p:spPr>
          <a:xfrm>
            <a:off x="457200" y="1403684"/>
            <a:ext cx="3670300" cy="2057400"/>
          </a:xfrm>
          <a:prstGeom prst="roundRect">
            <a:avLst>
              <a:gd name="adj" fmla="val 5000"/>
            </a:avLst>
          </a:prstGeom>
          <a:solidFill>
            <a:srgbClr val="FFFFFF"/>
          </a:solidFill>
          <a:ln w="9525">
            <a:solidFill>
              <a:srgbClr val="DEDEDE"/>
            </a:solidFill>
          </a:ln>
          <a:effectLst>
            <a:outerShdw blurRad="25400" dist="9525" dir="5400000" algn="ctr" rotWithShape="0">
              <a:srgbClr val="000000">
                <a:alpha val="5000"/>
              </a:srgbClr>
            </a:outerShdw>
          </a:effectLst>
        </p:spPr>
        <p:txBody>
          <a:bodyPr wrap="square" lIns="228600" tIns="177800" rIns="114300" bIns="76200" anchor="t"/>
          <a:lstStyle/>
          <a:p>
            <a:pPr>
              <a:buNone/>
            </a:pPr>
            <a:r>
              <a:rPr lang="en-US" sz="2800" b="1">
                <a:solidFill>
                  <a:srgbClr val="2E9A7D"/>
                </a:solidFill>
                <a:latin typeface="Aptos"/>
              </a:rPr>
              <a:t>37%</a:t>
            </a:r>
          </a:p>
          <a:p>
            <a:pPr>
              <a:buNone/>
            </a:pPr>
            <a:r>
              <a:rPr lang="en-US" sz="1400" b="1">
                <a:solidFill>
                  <a:srgbClr val="301E04"/>
                </a:solidFill>
                <a:latin typeface="Aptos"/>
              </a:rPr>
              <a:t>more incremental calls</a:t>
            </a:r>
          </a:p>
          <a:p>
            <a:pPr>
              <a:buNone/>
            </a:pPr>
            <a:r>
              <a:rPr lang="en-US" sz="1400">
                <a:solidFill>
                  <a:srgbClr val="301E04"/>
                </a:solidFill>
                <a:latin typeface="Aptos"/>
              </a:rPr>
              <a:t>mandatory ID card insert vs. none</a:t>
            </a:r>
          </a:p>
          <a:p>
            <a:pPr>
              <a:buNone/>
            </a:pPr>
            <a:r>
              <a:rPr lang="en-US" sz="1400" i="1">
                <a:solidFill>
                  <a:srgbClr val="767676"/>
                </a:solidFill>
                <a:latin typeface="Aptos"/>
              </a:rPr>
              <a:t>ID Card Insert Test · p &lt; 0.0001</a:t>
            </a:r>
          </a:p>
        </p:txBody>
      </p:sp>
      <p:sp>
        <p:nvSpPr>
          <p:cNvPr id="21" name="Stat1Accent"/>
          <p:cNvSpPr>
            <a:spLocks noGrp="1"/>
          </p:cNvSpPr>
          <p:nvPr/>
        </p:nvSpPr>
        <p:spPr>
          <a:xfrm>
            <a:off x="457200" y="1403684"/>
            <a:ext cx="127000" cy="2057400"/>
          </a:xfrm>
          <a:prstGeom prst="rect">
            <a:avLst/>
          </a:prstGeom>
          <a:solidFill>
            <a:srgbClr val="2E9A7D"/>
          </a:solidFill>
          <a:ln>
            <a:noFill/>
          </a:ln>
        </p:spPr>
        <p:txBody>
          <a:bodyPr/>
          <a:lstStyle/>
          <a:p>
            <a:endParaRPr lang="en-US"/>
          </a:p>
        </p:txBody>
      </p:sp>
      <p:sp>
        <p:nvSpPr>
          <p:cNvPr id="22" name="Stat2Bg"/>
          <p:cNvSpPr>
            <a:spLocks noGrp="1"/>
          </p:cNvSpPr>
          <p:nvPr/>
        </p:nvSpPr>
        <p:spPr>
          <a:xfrm>
            <a:off x="4254500" y="1403684"/>
            <a:ext cx="3670300" cy="2057400"/>
          </a:xfrm>
          <a:prstGeom prst="roundRect">
            <a:avLst>
              <a:gd name="adj" fmla="val 5000"/>
            </a:avLst>
          </a:prstGeom>
          <a:solidFill>
            <a:srgbClr val="FFFFFF"/>
          </a:solidFill>
          <a:ln w="9525">
            <a:solidFill>
              <a:srgbClr val="DEDEDE"/>
            </a:solidFill>
          </a:ln>
          <a:effectLst>
            <a:outerShdw blurRad="25400" dist="9525" dir="5400000" algn="ctr" rotWithShape="0">
              <a:srgbClr val="000000">
                <a:alpha val="5000"/>
              </a:srgbClr>
            </a:outerShdw>
          </a:effectLst>
        </p:spPr>
        <p:txBody>
          <a:bodyPr wrap="square" lIns="228600" tIns="177800" rIns="114300" bIns="76200" anchor="t"/>
          <a:lstStyle/>
          <a:p>
            <a:pPr>
              <a:buNone/>
            </a:pPr>
            <a:r>
              <a:rPr lang="en-US" sz="2800" b="1">
                <a:solidFill>
                  <a:srgbClr val="2E9A7D"/>
                </a:solidFill>
                <a:latin typeface="Aptos"/>
              </a:rPr>
              <a:t>3x – 4x</a:t>
            </a:r>
          </a:p>
          <a:p>
            <a:pPr>
              <a:buNone/>
            </a:pPr>
            <a:r>
              <a:rPr lang="en-US" sz="1400" b="1">
                <a:solidFill>
                  <a:srgbClr val="301E04"/>
                </a:solidFill>
                <a:latin typeface="Aptos"/>
              </a:rPr>
              <a:t>more calls vs. holdout</a:t>
            </a:r>
          </a:p>
          <a:p>
            <a:pPr>
              <a:buNone/>
            </a:pPr>
            <a:r>
              <a:rPr lang="en-US" sz="1400">
                <a:solidFill>
                  <a:srgbClr val="301E04"/>
                </a:solidFill>
                <a:latin typeface="Aptos"/>
              </a:rPr>
              <a:t>mailer envelope CTA variants (A/B/C)</a:t>
            </a:r>
          </a:p>
          <a:p>
            <a:pPr>
              <a:buNone/>
            </a:pPr>
            <a:r>
              <a:rPr lang="en-US" sz="1400" i="1">
                <a:solidFill>
                  <a:srgbClr val="767676"/>
                </a:solidFill>
                <a:latin typeface="Aptos"/>
              </a:rPr>
              <a:t>Spouse Mailer CTA Test</a:t>
            </a:r>
          </a:p>
        </p:txBody>
      </p:sp>
      <p:sp>
        <p:nvSpPr>
          <p:cNvPr id="23" name="Stat2Accent"/>
          <p:cNvSpPr>
            <a:spLocks noGrp="1"/>
          </p:cNvSpPr>
          <p:nvPr/>
        </p:nvSpPr>
        <p:spPr>
          <a:xfrm>
            <a:off x="4254500" y="1403684"/>
            <a:ext cx="127000" cy="2057400"/>
          </a:xfrm>
          <a:prstGeom prst="rect">
            <a:avLst/>
          </a:prstGeom>
          <a:solidFill>
            <a:srgbClr val="2E9A7D"/>
          </a:solidFill>
          <a:ln>
            <a:noFill/>
          </a:ln>
        </p:spPr>
        <p:txBody>
          <a:bodyPr/>
          <a:lstStyle/>
          <a:p>
            <a:endParaRPr lang="en-US"/>
          </a:p>
        </p:txBody>
      </p:sp>
      <p:sp>
        <p:nvSpPr>
          <p:cNvPr id="24" name="Stat3Bg"/>
          <p:cNvSpPr>
            <a:spLocks noGrp="1"/>
          </p:cNvSpPr>
          <p:nvPr/>
        </p:nvSpPr>
        <p:spPr>
          <a:xfrm>
            <a:off x="8051800" y="1403684"/>
            <a:ext cx="3670300" cy="2057400"/>
          </a:xfrm>
          <a:prstGeom prst="roundRect">
            <a:avLst>
              <a:gd name="adj" fmla="val 5000"/>
            </a:avLst>
          </a:prstGeom>
          <a:solidFill>
            <a:srgbClr val="FFFFFF"/>
          </a:solidFill>
          <a:ln w="9525">
            <a:solidFill>
              <a:srgbClr val="DEDEDE"/>
            </a:solidFill>
          </a:ln>
          <a:effectLst>
            <a:outerShdw blurRad="25400" dist="9525" dir="5400000" algn="ctr" rotWithShape="0">
              <a:srgbClr val="000000">
                <a:alpha val="5000"/>
              </a:srgbClr>
            </a:outerShdw>
          </a:effectLst>
        </p:spPr>
        <p:txBody>
          <a:bodyPr wrap="square" lIns="228600" tIns="177800" rIns="114300" bIns="76200" anchor="t"/>
          <a:lstStyle/>
          <a:p>
            <a:pPr>
              <a:buNone/>
            </a:pPr>
            <a:r>
              <a:rPr lang="en-US" sz="2800" b="1">
                <a:solidFill>
                  <a:srgbClr val="2E9A7D"/>
                </a:solidFill>
                <a:latin typeface="Aptos"/>
              </a:rPr>
              <a:t>+11%</a:t>
            </a:r>
          </a:p>
          <a:p>
            <a:pPr>
              <a:buNone/>
            </a:pPr>
            <a:r>
              <a:rPr lang="en-US" sz="1400" b="1">
                <a:solidFill>
                  <a:srgbClr val="301E04"/>
                </a:solidFill>
                <a:latin typeface="Aptos"/>
              </a:rPr>
              <a:t>lift in call rate</a:t>
            </a:r>
          </a:p>
          <a:p>
            <a:pPr>
              <a:buNone/>
            </a:pPr>
            <a:r>
              <a:rPr lang="en-US" sz="1400">
                <a:solidFill>
                  <a:srgbClr val="301E04"/>
                </a:solidFill>
                <a:latin typeface="Aptos"/>
              </a:rPr>
              <a:t>large vs. standard window envelope</a:t>
            </a:r>
          </a:p>
          <a:p>
            <a:pPr>
              <a:buNone/>
            </a:pPr>
            <a:r>
              <a:rPr lang="en-US" sz="1400" i="1">
                <a:solidFill>
                  <a:srgbClr val="767676"/>
                </a:solidFill>
                <a:latin typeface="Aptos"/>
              </a:rPr>
              <a:t>NC Window Envelope Test</a:t>
            </a:r>
          </a:p>
        </p:txBody>
      </p:sp>
      <p:sp>
        <p:nvSpPr>
          <p:cNvPr id="25" name="Stat3Accent"/>
          <p:cNvSpPr>
            <a:spLocks noGrp="1"/>
          </p:cNvSpPr>
          <p:nvPr/>
        </p:nvSpPr>
        <p:spPr>
          <a:xfrm>
            <a:off x="8051800" y="1403684"/>
            <a:ext cx="127000" cy="2057400"/>
          </a:xfrm>
          <a:prstGeom prst="rect">
            <a:avLst/>
          </a:prstGeom>
          <a:solidFill>
            <a:srgbClr val="2E9A7D"/>
          </a:solidFill>
          <a:ln>
            <a:noFill/>
          </a:ln>
        </p:spPr>
        <p:txBody>
          <a:bodyPr/>
          <a:lstStyle/>
          <a:p>
            <a:endParaRPr lang="en-US"/>
          </a:p>
        </p:txBody>
      </p:sp>
      <p:sp>
        <p:nvSpPr>
          <p:cNvPr id="26" name="Stat4Bg"/>
          <p:cNvSpPr>
            <a:spLocks noGrp="1"/>
          </p:cNvSpPr>
          <p:nvPr/>
        </p:nvSpPr>
        <p:spPr>
          <a:xfrm>
            <a:off x="457200" y="3588084"/>
            <a:ext cx="3670300" cy="2057400"/>
          </a:xfrm>
          <a:prstGeom prst="roundRect">
            <a:avLst>
              <a:gd name="adj" fmla="val 5000"/>
            </a:avLst>
          </a:prstGeom>
          <a:solidFill>
            <a:srgbClr val="FFFFFF"/>
          </a:solidFill>
          <a:ln w="9525">
            <a:solidFill>
              <a:srgbClr val="DEDEDE"/>
            </a:solidFill>
          </a:ln>
          <a:effectLst>
            <a:outerShdw blurRad="25400" dist="9525" dir="5400000" algn="ctr" rotWithShape="0">
              <a:srgbClr val="000000">
                <a:alpha val="5000"/>
              </a:srgbClr>
            </a:outerShdw>
          </a:effectLst>
        </p:spPr>
        <p:txBody>
          <a:bodyPr wrap="square" lIns="228600" tIns="177800" rIns="114300" bIns="76200" anchor="t"/>
          <a:lstStyle/>
          <a:p>
            <a:pPr>
              <a:buNone/>
            </a:pPr>
            <a:r>
              <a:rPr lang="en-US" sz="2800" b="1">
                <a:solidFill>
                  <a:srgbClr val="2E9A7D"/>
                </a:solidFill>
                <a:latin typeface="Aptos"/>
              </a:rPr>
              <a:t>+22%</a:t>
            </a:r>
          </a:p>
          <a:p>
            <a:pPr>
              <a:buNone/>
            </a:pPr>
            <a:r>
              <a:rPr lang="en-US" sz="1400" b="1">
                <a:solidFill>
                  <a:srgbClr val="301E04"/>
                </a:solidFill>
                <a:latin typeface="Aptos"/>
              </a:rPr>
              <a:t>more incremental calls</a:t>
            </a:r>
          </a:p>
          <a:p>
            <a:pPr>
              <a:buNone/>
            </a:pPr>
            <a:r>
              <a:rPr lang="en-US" sz="1400">
                <a:solidFill>
                  <a:srgbClr val="301E04"/>
                </a:solidFill>
                <a:latin typeface="Aptos"/>
              </a:rPr>
              <a:t>white vs. green member ID card</a:t>
            </a:r>
          </a:p>
          <a:p>
            <a:pPr>
              <a:buNone/>
            </a:pPr>
            <a:r>
              <a:rPr lang="en-US" sz="1400" i="1">
                <a:solidFill>
                  <a:srgbClr val="767676"/>
                </a:solidFill>
                <a:latin typeface="Aptos"/>
              </a:rPr>
              <a:t>ID Card Color Test · 85% confidence</a:t>
            </a:r>
          </a:p>
        </p:txBody>
      </p:sp>
      <p:sp>
        <p:nvSpPr>
          <p:cNvPr id="27" name="Stat4Accent"/>
          <p:cNvSpPr>
            <a:spLocks noGrp="1"/>
          </p:cNvSpPr>
          <p:nvPr/>
        </p:nvSpPr>
        <p:spPr>
          <a:xfrm>
            <a:off x="457200" y="3588084"/>
            <a:ext cx="127000" cy="2057400"/>
          </a:xfrm>
          <a:prstGeom prst="rect">
            <a:avLst/>
          </a:prstGeom>
          <a:solidFill>
            <a:srgbClr val="2E9A7D"/>
          </a:solidFill>
          <a:ln>
            <a:noFill/>
          </a:ln>
        </p:spPr>
        <p:txBody>
          <a:bodyPr/>
          <a:lstStyle/>
          <a:p>
            <a:endParaRPr lang="en-US"/>
          </a:p>
        </p:txBody>
      </p:sp>
      <p:sp>
        <p:nvSpPr>
          <p:cNvPr id="28" name="Stat5Bg"/>
          <p:cNvSpPr>
            <a:spLocks noGrp="1"/>
          </p:cNvSpPr>
          <p:nvPr/>
        </p:nvSpPr>
        <p:spPr>
          <a:xfrm>
            <a:off x="4254500" y="3588084"/>
            <a:ext cx="3670300" cy="2057400"/>
          </a:xfrm>
          <a:prstGeom prst="roundRect">
            <a:avLst>
              <a:gd name="adj" fmla="val 5000"/>
            </a:avLst>
          </a:prstGeom>
          <a:solidFill>
            <a:srgbClr val="FFFFFF"/>
          </a:solidFill>
          <a:ln w="9525">
            <a:solidFill>
              <a:srgbClr val="DEDEDE"/>
            </a:solidFill>
          </a:ln>
          <a:effectLst>
            <a:outerShdw blurRad="25400" dist="9525" dir="5400000" algn="ctr" rotWithShape="0">
              <a:srgbClr val="000000">
                <a:alpha val="5000"/>
              </a:srgbClr>
            </a:outerShdw>
          </a:effectLst>
        </p:spPr>
        <p:txBody>
          <a:bodyPr wrap="square" lIns="228600" tIns="177800" rIns="114300" bIns="76200" anchor="t"/>
          <a:lstStyle/>
          <a:p>
            <a:pPr>
              <a:buNone/>
            </a:pPr>
            <a:r>
              <a:rPr lang="en-US" sz="2800" b="1">
                <a:solidFill>
                  <a:srgbClr val="2E9A7D"/>
                </a:solidFill>
                <a:latin typeface="Aptos"/>
              </a:rPr>
              <a:t>~5.5x</a:t>
            </a:r>
          </a:p>
          <a:p>
            <a:pPr>
              <a:buNone/>
            </a:pPr>
            <a:r>
              <a:rPr lang="en-US" sz="1400" b="1">
                <a:solidFill>
                  <a:srgbClr val="301E04"/>
                </a:solidFill>
                <a:latin typeface="Aptos"/>
              </a:rPr>
              <a:t>increase in call volume</a:t>
            </a:r>
          </a:p>
          <a:p>
            <a:pPr>
              <a:buNone/>
            </a:pPr>
            <a:r>
              <a:rPr lang="en-US" sz="1400">
                <a:solidFill>
                  <a:srgbClr val="301E04"/>
                </a:solidFill>
                <a:latin typeface="Aptos"/>
              </a:rPr>
              <a:t>welcome letter vs. pre-mailing period</a:t>
            </a:r>
          </a:p>
          <a:p>
            <a:pPr>
              <a:buNone/>
            </a:pPr>
            <a:r>
              <a:rPr lang="en-US" sz="1400" i="1">
                <a:solidFill>
                  <a:srgbClr val="767676"/>
                </a:solidFill>
                <a:latin typeface="Aptos"/>
              </a:rPr>
              <a:t>Southwest Welcome Letter</a:t>
            </a:r>
          </a:p>
        </p:txBody>
      </p:sp>
      <p:sp>
        <p:nvSpPr>
          <p:cNvPr id="29" name="Stat5Accent"/>
          <p:cNvSpPr>
            <a:spLocks noGrp="1"/>
          </p:cNvSpPr>
          <p:nvPr/>
        </p:nvSpPr>
        <p:spPr>
          <a:xfrm>
            <a:off x="4254500" y="3588084"/>
            <a:ext cx="127000" cy="2057400"/>
          </a:xfrm>
          <a:prstGeom prst="rect">
            <a:avLst/>
          </a:prstGeom>
          <a:solidFill>
            <a:srgbClr val="2E9A7D"/>
          </a:solidFill>
          <a:ln>
            <a:noFill/>
          </a:ln>
        </p:spPr>
        <p:txBody>
          <a:bodyPr/>
          <a:lstStyle/>
          <a:p>
            <a:endParaRPr lang="en-US"/>
          </a:p>
        </p:txBody>
      </p:sp>
      <p:sp>
        <p:nvSpPr>
          <p:cNvPr id="30" name="Stat6Bg"/>
          <p:cNvSpPr>
            <a:spLocks noGrp="1"/>
          </p:cNvSpPr>
          <p:nvPr/>
        </p:nvSpPr>
        <p:spPr>
          <a:xfrm>
            <a:off x="8051800" y="3588084"/>
            <a:ext cx="3670300" cy="2057400"/>
          </a:xfrm>
          <a:prstGeom prst="roundRect">
            <a:avLst>
              <a:gd name="adj" fmla="val 5000"/>
            </a:avLst>
          </a:prstGeom>
          <a:solidFill>
            <a:srgbClr val="FFFFFF"/>
          </a:solidFill>
          <a:ln w="9525">
            <a:solidFill>
              <a:srgbClr val="DEDEDE"/>
            </a:solidFill>
          </a:ln>
          <a:effectLst>
            <a:outerShdw blurRad="25400" dist="9525" dir="5400000" algn="ctr" rotWithShape="0">
              <a:srgbClr val="000000">
                <a:alpha val="5000"/>
              </a:srgbClr>
            </a:outerShdw>
          </a:effectLst>
        </p:spPr>
        <p:txBody>
          <a:bodyPr wrap="square" lIns="228600" tIns="177800" rIns="114300" bIns="76200" anchor="t"/>
          <a:lstStyle/>
          <a:p>
            <a:pPr>
              <a:buNone/>
            </a:pPr>
            <a:r>
              <a:rPr lang="en-US" sz="2800" b="1">
                <a:solidFill>
                  <a:srgbClr val="2E9A7D"/>
                </a:solidFill>
                <a:latin typeface="Aptos"/>
              </a:rPr>
              <a:t>+81%</a:t>
            </a:r>
          </a:p>
          <a:p>
            <a:pPr>
              <a:buNone/>
            </a:pPr>
            <a:r>
              <a:rPr lang="en-US" sz="1400" b="1">
                <a:solidFill>
                  <a:srgbClr val="301E04"/>
                </a:solidFill>
                <a:latin typeface="Aptos"/>
              </a:rPr>
              <a:t>more email conversions</a:t>
            </a:r>
          </a:p>
          <a:p>
            <a:pPr>
              <a:buNone/>
            </a:pPr>
            <a:r>
              <a:rPr lang="en-US" sz="1400">
                <a:solidFill>
                  <a:srgbClr val="301E04"/>
                </a:solidFill>
                <a:latin typeface="Aptos"/>
              </a:rPr>
              <a:t>email sent after ID card vs. before</a:t>
            </a:r>
          </a:p>
          <a:p>
            <a:pPr>
              <a:buNone/>
            </a:pPr>
            <a:r>
              <a:rPr lang="en-US" sz="1400" i="1">
                <a:solidFill>
                  <a:srgbClr val="767676"/>
                </a:solidFill>
                <a:latin typeface="Aptos"/>
              </a:rPr>
              <a:t>Email Timing A/B Test</a:t>
            </a:r>
          </a:p>
        </p:txBody>
      </p:sp>
      <p:sp>
        <p:nvSpPr>
          <p:cNvPr id="31" name="Stat6Accent"/>
          <p:cNvSpPr>
            <a:spLocks noGrp="1"/>
          </p:cNvSpPr>
          <p:nvPr/>
        </p:nvSpPr>
        <p:spPr>
          <a:xfrm>
            <a:off x="8051800" y="3588084"/>
            <a:ext cx="127000" cy="2057400"/>
          </a:xfrm>
          <a:prstGeom prst="rect">
            <a:avLst/>
          </a:prstGeom>
          <a:solidFill>
            <a:srgbClr val="2E9A7D"/>
          </a:solidFill>
          <a:ln>
            <a:noFill/>
          </a:ln>
        </p:spPr>
        <p:txBody>
          <a:bodyPr/>
          <a:lstStyle/>
          <a:p>
            <a:endParaRPr lang="en-US"/>
          </a:p>
        </p:txBody>
      </p:sp>
    </p:spTree>
    <p:extLst>
      <p:ext uri="{BB962C8B-B14F-4D97-AF65-F5344CB8AC3E}">
        <p14:creationId xmlns:p14="http://schemas.microsoft.com/office/powerpoint/2010/main" val="824964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p:cNvSpPr txBox="1"/>
          <p:nvPr/>
        </p:nvSpPr>
        <p:spPr>
          <a:xfrm>
            <a:off x="508000" y="203200"/>
            <a:ext cx="11176000" cy="431800"/>
          </a:xfrm>
          <a:prstGeom prst="rect">
            <a:avLst/>
          </a:prstGeom>
          <a:noFill/>
        </p:spPr>
        <p:txBody>
          <a:bodyPr wrap="square" lIns="0" tIns="0" rIns="0" bIns="0" anchor="t">
            <a:noAutofit/>
          </a:bodyPr>
          <a:lstStyle/>
          <a:p>
            <a:pPr>
              <a:buNone/>
            </a:pPr>
            <a:r>
              <a:rPr lang="en-US" sz="2200" b="1">
                <a:solidFill>
                  <a:srgbClr val="1B4332"/>
                </a:solidFill>
                <a:latin typeface="Arial"/>
              </a:rPr>
              <a:t>Email A/B Test: Lantern-Led vs. Employer-Led</a:t>
            </a:r>
          </a:p>
        </p:txBody>
      </p:sp>
      <p:sp>
        <p:nvSpPr>
          <p:cNvPr id="21" name="Subtitle"/>
          <p:cNvSpPr txBox="1"/>
          <p:nvPr/>
        </p:nvSpPr>
        <p:spPr>
          <a:xfrm>
            <a:off x="508000" y="635000"/>
            <a:ext cx="11176000" cy="254000"/>
          </a:xfrm>
          <a:prstGeom prst="rect">
            <a:avLst/>
          </a:prstGeom>
          <a:noFill/>
        </p:spPr>
        <p:txBody>
          <a:bodyPr wrap="square" lIns="0" tIns="0" rIns="0" bIns="0" anchor="t">
            <a:noAutofit/>
          </a:bodyPr>
          <a:lstStyle/>
          <a:p>
            <a:pPr>
              <a:buNone/>
            </a:pPr>
            <a:r>
              <a:rPr lang="en-US" sz="1300">
                <a:solidFill>
                  <a:srgbClr val="555555"/>
                </a:solidFill>
                <a:latin typeface="Arial"/>
              </a:rPr>
              <a:t>202,844 emails across 3 variants  ·  Open, click &amp; conversion rates by send strategy</a:t>
            </a:r>
          </a:p>
        </p:txBody>
      </p:sp>
      <p:sp>
        <p:nvSpPr>
          <p:cNvPr id="22" name="Divider"/>
          <p:cNvSpPr/>
          <p:nvPr/>
        </p:nvSpPr>
        <p:spPr>
          <a:xfrm>
            <a:off x="508000" y="939800"/>
            <a:ext cx="11176000" cy="25400"/>
          </a:xfrm>
          <a:prstGeom prst="rect">
            <a:avLst/>
          </a:prstGeom>
          <a:solidFill>
            <a:srgbClr val="40916C"/>
          </a:solidFill>
          <a:ln>
            <a:noFill/>
          </a:ln>
        </p:spPr>
        <p:txBody>
          <a:bodyPr/>
          <a:lstStyle/>
          <a:p>
            <a:endParaRPr lang="en-US"/>
          </a:p>
        </p:txBody>
      </p:sp>
      <p:sp>
        <p:nvSpPr>
          <p:cNvPr id="23" name="Card1"/>
          <p:cNvSpPr/>
          <p:nvPr/>
        </p:nvSpPr>
        <p:spPr>
          <a:xfrm>
            <a:off x="622300" y="1193800"/>
            <a:ext cx="3556000" cy="914400"/>
          </a:xfrm>
          <a:prstGeom prst="roundRect">
            <a:avLst>
              <a:gd name="adj" fmla="val 8000"/>
            </a:avLst>
          </a:prstGeom>
          <a:solidFill>
            <a:srgbClr val="1B4332"/>
          </a:solidFill>
          <a:ln>
            <a:noFill/>
          </a:ln>
        </p:spPr>
        <p:txBody>
          <a:bodyPr wrap="square" lIns="91440" tIns="45720" rIns="91440" bIns="45720" anchor="ctr"/>
          <a:lstStyle/>
          <a:p>
            <a:pPr algn="ctr">
              <a:buNone/>
            </a:pPr>
            <a:r>
              <a:rPr lang="en-US" sz="1100" b="1">
                <a:solidFill>
                  <a:srgbClr val="B7E4C7"/>
                </a:solidFill>
                <a:latin typeface="Arial"/>
              </a:rPr>
              <a:t>OPEN RATE LIFT</a:t>
            </a:r>
          </a:p>
          <a:p>
            <a:pPr algn="ctr">
              <a:buNone/>
            </a:pPr>
            <a:r>
              <a:rPr lang="en-US" sz="2000" b="1">
                <a:solidFill>
                  <a:srgbClr val="FFFFFF"/>
                </a:solidFill>
                <a:latin typeface="Arial"/>
              </a:rPr>
              <a:t>+18.5%</a:t>
            </a:r>
          </a:p>
          <a:p>
            <a:pPr algn="ctr">
              <a:buNone/>
            </a:pPr>
            <a:r>
              <a:rPr lang="en-US" sz="1100" i="1">
                <a:solidFill>
                  <a:srgbClr val="D8F3DC"/>
                </a:solidFill>
                <a:latin typeface="Arial"/>
              </a:rPr>
              <a:t>Employer-Led vs. Control</a:t>
            </a:r>
          </a:p>
        </p:txBody>
      </p:sp>
      <p:sp>
        <p:nvSpPr>
          <p:cNvPr id="24" name="Card2"/>
          <p:cNvSpPr/>
          <p:nvPr/>
        </p:nvSpPr>
        <p:spPr>
          <a:xfrm>
            <a:off x="4305300" y="1193800"/>
            <a:ext cx="3556000" cy="914400"/>
          </a:xfrm>
          <a:prstGeom prst="roundRect">
            <a:avLst>
              <a:gd name="adj" fmla="val 8000"/>
            </a:avLst>
          </a:prstGeom>
          <a:solidFill>
            <a:srgbClr val="2D6A4F"/>
          </a:solidFill>
          <a:ln>
            <a:noFill/>
          </a:ln>
        </p:spPr>
        <p:txBody>
          <a:bodyPr wrap="square" lIns="91440" tIns="45720" rIns="91440" bIns="45720" anchor="ctr"/>
          <a:lstStyle/>
          <a:p>
            <a:pPr algn="ctr">
              <a:buNone/>
            </a:pPr>
            <a:r>
              <a:rPr lang="en-US" sz="1100" b="1">
                <a:solidFill>
                  <a:srgbClr val="B7E4C7"/>
                </a:solidFill>
                <a:latin typeface="Arial"/>
              </a:rPr>
              <a:t>CLICK RATE LIFT</a:t>
            </a:r>
          </a:p>
          <a:p>
            <a:pPr algn="ctr">
              <a:buNone/>
            </a:pPr>
            <a:r>
              <a:rPr lang="en-US" sz="2000" b="1">
                <a:solidFill>
                  <a:srgbClr val="FFFFFF"/>
                </a:solidFill>
                <a:latin typeface="Arial"/>
              </a:rPr>
              <a:t>+15.6%</a:t>
            </a:r>
          </a:p>
          <a:p>
            <a:pPr algn="ctr">
              <a:buNone/>
            </a:pPr>
            <a:r>
              <a:rPr lang="en-US" sz="1100" i="1">
                <a:solidFill>
                  <a:srgbClr val="D8F3DC"/>
                </a:solidFill>
                <a:latin typeface="Arial"/>
              </a:rPr>
              <a:t>Employer-Led vs. Lantern-Led</a:t>
            </a:r>
          </a:p>
        </p:txBody>
      </p:sp>
      <p:sp>
        <p:nvSpPr>
          <p:cNvPr id="25" name="Card3"/>
          <p:cNvSpPr/>
          <p:nvPr/>
        </p:nvSpPr>
        <p:spPr>
          <a:xfrm>
            <a:off x="7988300" y="1193800"/>
            <a:ext cx="3556000" cy="914400"/>
          </a:xfrm>
          <a:prstGeom prst="roundRect">
            <a:avLst>
              <a:gd name="adj" fmla="val 8000"/>
            </a:avLst>
          </a:prstGeom>
          <a:solidFill>
            <a:srgbClr val="40916C"/>
          </a:solidFill>
          <a:ln>
            <a:noFill/>
          </a:ln>
        </p:spPr>
        <p:txBody>
          <a:bodyPr wrap="square" lIns="91440" tIns="45720" rIns="91440" bIns="45720" anchor="ctr"/>
          <a:lstStyle/>
          <a:p>
            <a:pPr algn="ctr">
              <a:buNone/>
            </a:pPr>
            <a:r>
              <a:rPr lang="en-US" sz="1100" b="1">
                <a:solidFill>
                  <a:srgbClr val="B7E4C7"/>
                </a:solidFill>
                <a:latin typeface="Arial"/>
              </a:rPr>
              <a:t>CONVERSION RATE</a:t>
            </a:r>
          </a:p>
          <a:p>
            <a:pPr algn="ctr">
              <a:buNone/>
            </a:pPr>
            <a:r>
              <a:rPr lang="en-US" sz="2000" b="1">
                <a:solidFill>
                  <a:srgbClr val="FFFFFF"/>
                </a:solidFill>
                <a:latin typeface="Arial"/>
              </a:rPr>
              <a:t>Flat</a:t>
            </a:r>
          </a:p>
          <a:p>
            <a:pPr algn="ctr">
              <a:buNone/>
            </a:pPr>
            <a:r>
              <a:rPr lang="en-US" sz="1100" i="1">
                <a:solidFill>
                  <a:srgbClr val="D8F3DC"/>
                </a:solidFill>
                <a:latin typeface="Arial"/>
              </a:rPr>
              <a:t>~0.07% across all variants</a:t>
            </a:r>
          </a:p>
        </p:txBody>
      </p:sp>
      <p:sp>
        <p:nvSpPr>
          <p:cNvPr id="30" name="SectionLbl"/>
          <p:cNvSpPr txBox="1"/>
          <p:nvPr/>
        </p:nvSpPr>
        <p:spPr>
          <a:xfrm>
            <a:off x="508000" y="2235200"/>
            <a:ext cx="5080000" cy="254000"/>
          </a:xfrm>
          <a:prstGeom prst="rect">
            <a:avLst/>
          </a:prstGeom>
          <a:noFill/>
        </p:spPr>
        <p:txBody>
          <a:bodyPr wrap="square" lIns="0" tIns="0" rIns="0" bIns="0" anchor="t">
            <a:noAutofit/>
          </a:bodyPr>
          <a:lstStyle/>
          <a:p>
            <a:pPr>
              <a:buNone/>
            </a:pPr>
            <a:r>
              <a:rPr lang="en-US" sz="1300" b="1">
                <a:solidFill>
                  <a:srgbClr val="1B4332"/>
                </a:solidFill>
                <a:latin typeface="Arial"/>
              </a:rPr>
              <a:t>DETAILED RESULTS BY VARIANT</a:t>
            </a:r>
          </a:p>
        </p:txBody>
      </p:sp>
      <p:graphicFrame>
        <p:nvGraphicFramePr>
          <p:cNvPr id="31" name="ResultsTable"/>
          <p:cNvGraphicFramePr/>
          <p:nvPr>
            <p:extLst>
              <p:ext uri="{D42A27DB-BD31-4B8C-83A1-F6EECF244321}">
                <p14:modId xmlns:p14="http://schemas.microsoft.com/office/powerpoint/2010/main" val="1078454709"/>
              </p:ext>
            </p:extLst>
          </p:nvPr>
        </p:nvGraphicFramePr>
        <p:xfrm>
          <a:off x="635000" y="2540000"/>
          <a:ext cx="10782300" cy="1447800"/>
        </p:xfrm>
        <a:graphic>
          <a:graphicData uri="http://schemas.openxmlformats.org/drawingml/2006/table">
            <a:tbl>
              <a:tblPr firstRow="1"/>
              <a:tblGrid>
                <a:gridCol w="2908300">
                  <a:extLst>
                    <a:ext uri="{9D8B030D-6E8A-4147-A177-3AD203B41FA5}">
                      <a16:colId xmlns:a16="http://schemas.microsoft.com/office/drawing/2014/main" val="20000"/>
                    </a:ext>
                  </a:extLst>
                </a:gridCol>
                <a:gridCol w="1968500">
                  <a:extLst>
                    <a:ext uri="{9D8B030D-6E8A-4147-A177-3AD203B41FA5}">
                      <a16:colId xmlns:a16="http://schemas.microsoft.com/office/drawing/2014/main" val="20001"/>
                    </a:ext>
                  </a:extLst>
                </a:gridCol>
                <a:gridCol w="1968500">
                  <a:extLst>
                    <a:ext uri="{9D8B030D-6E8A-4147-A177-3AD203B41FA5}">
                      <a16:colId xmlns:a16="http://schemas.microsoft.com/office/drawing/2014/main" val="20002"/>
                    </a:ext>
                  </a:extLst>
                </a:gridCol>
                <a:gridCol w="1968500">
                  <a:extLst>
                    <a:ext uri="{9D8B030D-6E8A-4147-A177-3AD203B41FA5}">
                      <a16:colId xmlns:a16="http://schemas.microsoft.com/office/drawing/2014/main" val="20003"/>
                    </a:ext>
                  </a:extLst>
                </a:gridCol>
                <a:gridCol w="1968500">
                  <a:extLst>
                    <a:ext uri="{9D8B030D-6E8A-4147-A177-3AD203B41FA5}">
                      <a16:colId xmlns:a16="http://schemas.microsoft.com/office/drawing/2014/main" val="20004"/>
                    </a:ext>
                  </a:extLst>
                </a:gridCol>
              </a:tblGrid>
              <a:tr h="381000">
                <a:tc>
                  <a:txBody>
                    <a:bodyPr/>
                    <a:lstStyle/>
                    <a:p>
                      <a:pPr algn="l"/>
                      <a:r>
                        <a:rPr lang="en-US" sz="1400" b="1">
                          <a:solidFill>
                            <a:srgbClr val="FFFFFF"/>
                          </a:solidFill>
                          <a:latin typeface="Arial"/>
                        </a:rPr>
                        <a:t>Variant</a:t>
                      </a:r>
                    </a:p>
                  </a:txBody>
                  <a:tcPr marT="9144" marB="9144" anchor="ctr">
                    <a:solidFill>
                      <a:srgbClr val="1B4332"/>
                    </a:solidFill>
                  </a:tcPr>
                </a:tc>
                <a:tc>
                  <a:txBody>
                    <a:bodyPr/>
                    <a:lstStyle/>
                    <a:p>
                      <a:pPr algn="ctr"/>
                      <a:r>
                        <a:rPr lang="en-US" sz="1400" b="1">
                          <a:solidFill>
                            <a:srgbClr val="FFFFFF"/>
                          </a:solidFill>
                          <a:latin typeface="Arial"/>
                        </a:rPr>
                        <a:t>Sent</a:t>
                      </a:r>
                    </a:p>
                  </a:txBody>
                  <a:tcPr marT="9144" marB="9144" anchor="ctr">
                    <a:solidFill>
                      <a:srgbClr val="1B4332"/>
                    </a:solidFill>
                  </a:tcPr>
                </a:tc>
                <a:tc>
                  <a:txBody>
                    <a:bodyPr/>
                    <a:lstStyle/>
                    <a:p>
                      <a:pPr algn="ctr"/>
                      <a:r>
                        <a:rPr lang="en-US" sz="1400" b="1">
                          <a:solidFill>
                            <a:srgbClr val="FFFFFF"/>
                          </a:solidFill>
                          <a:latin typeface="Arial"/>
                        </a:rPr>
                        <a:t>Open Rate</a:t>
                      </a:r>
                    </a:p>
                  </a:txBody>
                  <a:tcPr marT="9144" marB="9144" anchor="ctr">
                    <a:solidFill>
                      <a:srgbClr val="1B4332"/>
                    </a:solidFill>
                  </a:tcPr>
                </a:tc>
                <a:tc>
                  <a:txBody>
                    <a:bodyPr/>
                    <a:lstStyle/>
                    <a:p>
                      <a:pPr algn="ctr"/>
                      <a:r>
                        <a:rPr lang="en-US" sz="1400" b="1">
                          <a:solidFill>
                            <a:srgbClr val="FFFFFF"/>
                          </a:solidFill>
                          <a:latin typeface="Arial"/>
                        </a:rPr>
                        <a:t>Click Rate</a:t>
                      </a:r>
                    </a:p>
                  </a:txBody>
                  <a:tcPr marT="9144" marB="9144" anchor="ctr">
                    <a:solidFill>
                      <a:srgbClr val="1B4332"/>
                    </a:solidFill>
                  </a:tcPr>
                </a:tc>
                <a:tc>
                  <a:txBody>
                    <a:bodyPr/>
                    <a:lstStyle/>
                    <a:p>
                      <a:pPr algn="ctr"/>
                      <a:r>
                        <a:rPr lang="en-US" sz="1400" b="1">
                          <a:solidFill>
                            <a:srgbClr val="FFFFFF"/>
                          </a:solidFill>
                          <a:latin typeface="Arial"/>
                        </a:rPr>
                        <a:t>Conv. Rate</a:t>
                      </a:r>
                    </a:p>
                  </a:txBody>
                  <a:tcPr marT="9144" marB="9144" anchor="ctr">
                    <a:solidFill>
                      <a:srgbClr val="1B4332"/>
                    </a:solidFill>
                  </a:tcPr>
                </a:tc>
                <a:extLst>
                  <a:ext uri="{0D108BD9-81ED-4DB2-BD59-A6C34878D82A}">
                    <a16:rowId xmlns:a16="http://schemas.microsoft.com/office/drawing/2014/main" val="10000"/>
                  </a:ext>
                </a:extLst>
              </a:tr>
              <a:tr h="355600">
                <a:tc>
                  <a:txBody>
                    <a:bodyPr/>
                    <a:lstStyle/>
                    <a:p>
                      <a:pPr algn="l"/>
                      <a:r>
                        <a:rPr lang="en-US" sz="1400" b="0">
                          <a:solidFill>
                            <a:srgbClr val="333333"/>
                          </a:solidFill>
                          <a:latin typeface="Arial"/>
                        </a:rPr>
                        <a:t>Lantern-Led</a:t>
                      </a:r>
                    </a:p>
                  </a:txBody>
                  <a:tcPr marT="9144" marB="9144" anchor="ctr">
                    <a:solidFill>
                      <a:srgbClr val="FFFFFF"/>
                    </a:solidFill>
                  </a:tcPr>
                </a:tc>
                <a:tc>
                  <a:txBody>
                    <a:bodyPr/>
                    <a:lstStyle/>
                    <a:p>
                      <a:pPr algn="ctr"/>
                      <a:r>
                        <a:rPr lang="en-US" sz="1400" b="0">
                          <a:solidFill>
                            <a:srgbClr val="333333"/>
                          </a:solidFill>
                          <a:latin typeface="Arial"/>
                        </a:rPr>
                        <a:t>67,560</a:t>
                      </a:r>
                    </a:p>
                  </a:txBody>
                  <a:tcPr marT="9144" marB="9144" anchor="ctr">
                    <a:solidFill>
                      <a:srgbClr val="FFFFFF"/>
                    </a:solidFill>
                  </a:tcPr>
                </a:tc>
                <a:tc>
                  <a:txBody>
                    <a:bodyPr/>
                    <a:lstStyle/>
                    <a:p>
                      <a:pPr algn="ctr"/>
                      <a:r>
                        <a:rPr lang="en-US" sz="1400" b="0">
                          <a:solidFill>
                            <a:srgbClr val="333333"/>
                          </a:solidFill>
                          <a:latin typeface="Arial"/>
                        </a:rPr>
                        <a:t>21.86%</a:t>
                      </a:r>
                    </a:p>
                  </a:txBody>
                  <a:tcPr marT="9144" marB="9144" anchor="ctr">
                    <a:solidFill>
                      <a:srgbClr val="FFFFFF"/>
                    </a:solidFill>
                  </a:tcPr>
                </a:tc>
                <a:tc>
                  <a:txBody>
                    <a:bodyPr/>
                    <a:lstStyle/>
                    <a:p>
                      <a:pPr algn="ctr"/>
                      <a:r>
                        <a:rPr lang="en-US" sz="1400" b="0">
                          <a:solidFill>
                            <a:srgbClr val="333333"/>
                          </a:solidFill>
                          <a:latin typeface="Arial"/>
                        </a:rPr>
                        <a:t>1.22%</a:t>
                      </a:r>
                    </a:p>
                  </a:txBody>
                  <a:tcPr marT="9144" marB="9144" anchor="ctr">
                    <a:solidFill>
                      <a:srgbClr val="FFFFFF"/>
                    </a:solidFill>
                  </a:tcPr>
                </a:tc>
                <a:tc>
                  <a:txBody>
                    <a:bodyPr/>
                    <a:lstStyle/>
                    <a:p>
                      <a:pPr algn="ctr"/>
                      <a:r>
                        <a:rPr lang="en-US" sz="1400" b="0">
                          <a:solidFill>
                            <a:srgbClr val="333333"/>
                          </a:solidFill>
                          <a:latin typeface="Arial"/>
                        </a:rPr>
                        <a:t>0.07%</a:t>
                      </a:r>
                    </a:p>
                  </a:txBody>
                  <a:tcPr marT="9144" marB="9144" anchor="ctr">
                    <a:solidFill>
                      <a:srgbClr val="FFFFFF"/>
                    </a:solidFill>
                  </a:tcPr>
                </a:tc>
                <a:extLst>
                  <a:ext uri="{0D108BD9-81ED-4DB2-BD59-A6C34878D82A}">
                    <a16:rowId xmlns:a16="http://schemas.microsoft.com/office/drawing/2014/main" val="10001"/>
                  </a:ext>
                </a:extLst>
              </a:tr>
              <a:tr h="355600">
                <a:tc>
                  <a:txBody>
                    <a:bodyPr/>
                    <a:lstStyle/>
                    <a:p>
                      <a:pPr algn="l"/>
                      <a:r>
                        <a:rPr lang="en-US" sz="1400" b="1">
                          <a:solidFill>
                            <a:srgbClr val="1B4332"/>
                          </a:solidFill>
                          <a:latin typeface="Arial"/>
                        </a:rPr>
                        <a:t>Employer-Led  ★</a:t>
                      </a:r>
                    </a:p>
                  </a:txBody>
                  <a:tcPr marT="9144" marB="9144" anchor="ctr">
                    <a:solidFill>
                      <a:srgbClr val="DCECE3"/>
                    </a:solidFill>
                  </a:tcPr>
                </a:tc>
                <a:tc>
                  <a:txBody>
                    <a:bodyPr/>
                    <a:lstStyle/>
                    <a:p>
                      <a:pPr algn="ctr"/>
                      <a:r>
                        <a:rPr lang="en-US" sz="1400" b="1">
                          <a:solidFill>
                            <a:srgbClr val="1B4332"/>
                          </a:solidFill>
                          <a:latin typeface="Arial"/>
                        </a:rPr>
                        <a:t>67,564</a:t>
                      </a:r>
                    </a:p>
                  </a:txBody>
                  <a:tcPr marT="9144" marB="9144" anchor="ctr">
                    <a:solidFill>
                      <a:srgbClr val="DCECE3"/>
                    </a:solidFill>
                  </a:tcPr>
                </a:tc>
                <a:tc>
                  <a:txBody>
                    <a:bodyPr/>
                    <a:lstStyle/>
                    <a:p>
                      <a:pPr algn="ctr"/>
                      <a:r>
                        <a:rPr lang="en-US" sz="1400" b="1">
                          <a:solidFill>
                            <a:srgbClr val="1B4332"/>
                          </a:solidFill>
                          <a:latin typeface="Arial"/>
                        </a:rPr>
                        <a:t>23.24%</a:t>
                      </a:r>
                    </a:p>
                  </a:txBody>
                  <a:tcPr marT="9144" marB="9144" anchor="ctr">
                    <a:solidFill>
                      <a:srgbClr val="DCECE3"/>
                    </a:solidFill>
                  </a:tcPr>
                </a:tc>
                <a:tc>
                  <a:txBody>
                    <a:bodyPr/>
                    <a:lstStyle/>
                    <a:p>
                      <a:pPr algn="ctr"/>
                      <a:r>
                        <a:rPr lang="en-US" sz="1400" b="1">
                          <a:solidFill>
                            <a:srgbClr val="1B4332"/>
                          </a:solidFill>
                          <a:latin typeface="Arial"/>
                        </a:rPr>
                        <a:t>1.41%</a:t>
                      </a:r>
                    </a:p>
                  </a:txBody>
                  <a:tcPr marT="9144" marB="9144" anchor="ctr">
                    <a:solidFill>
                      <a:srgbClr val="DCECE3"/>
                    </a:solidFill>
                  </a:tcPr>
                </a:tc>
                <a:tc>
                  <a:txBody>
                    <a:bodyPr/>
                    <a:lstStyle/>
                    <a:p>
                      <a:pPr algn="ctr"/>
                      <a:r>
                        <a:rPr lang="en-US" sz="1400" b="1">
                          <a:solidFill>
                            <a:srgbClr val="1B4332"/>
                          </a:solidFill>
                          <a:latin typeface="Arial"/>
                        </a:rPr>
                        <a:t>0.08%</a:t>
                      </a:r>
                    </a:p>
                  </a:txBody>
                  <a:tcPr marT="9144" marB="9144" anchor="ctr">
                    <a:solidFill>
                      <a:srgbClr val="DCECE3"/>
                    </a:solidFill>
                  </a:tcPr>
                </a:tc>
                <a:extLst>
                  <a:ext uri="{0D108BD9-81ED-4DB2-BD59-A6C34878D82A}">
                    <a16:rowId xmlns:a16="http://schemas.microsoft.com/office/drawing/2014/main" val="10002"/>
                  </a:ext>
                </a:extLst>
              </a:tr>
              <a:tr h="355600">
                <a:tc>
                  <a:txBody>
                    <a:bodyPr/>
                    <a:lstStyle/>
                    <a:p>
                      <a:pPr algn="l"/>
                      <a:r>
                        <a:rPr lang="en-US" sz="1400" b="0">
                          <a:solidFill>
                            <a:srgbClr val="333333"/>
                          </a:solidFill>
                          <a:latin typeface="Arial"/>
                        </a:rPr>
                        <a:t>Control</a:t>
                      </a:r>
                    </a:p>
                  </a:txBody>
                  <a:tcPr marT="9144" marB="9144" anchor="ctr">
                    <a:solidFill>
                      <a:srgbClr val="FFFFFF"/>
                    </a:solidFill>
                  </a:tcPr>
                </a:tc>
                <a:tc>
                  <a:txBody>
                    <a:bodyPr/>
                    <a:lstStyle/>
                    <a:p>
                      <a:pPr algn="ctr"/>
                      <a:r>
                        <a:rPr lang="en-US" sz="1400" b="0">
                          <a:solidFill>
                            <a:srgbClr val="333333"/>
                          </a:solidFill>
                          <a:latin typeface="Arial"/>
                        </a:rPr>
                        <a:t>67,720</a:t>
                      </a:r>
                    </a:p>
                  </a:txBody>
                  <a:tcPr marT="9144" marB="9144" anchor="ctr">
                    <a:solidFill>
                      <a:srgbClr val="FFFFFF"/>
                    </a:solidFill>
                  </a:tcPr>
                </a:tc>
                <a:tc>
                  <a:txBody>
                    <a:bodyPr/>
                    <a:lstStyle/>
                    <a:p>
                      <a:pPr algn="ctr"/>
                      <a:r>
                        <a:rPr lang="en-US" sz="1400" b="0">
                          <a:solidFill>
                            <a:srgbClr val="333333"/>
                          </a:solidFill>
                          <a:latin typeface="Arial"/>
                        </a:rPr>
                        <a:t>19.61%</a:t>
                      </a:r>
                    </a:p>
                  </a:txBody>
                  <a:tcPr marT="9144" marB="9144" anchor="ctr">
                    <a:solidFill>
                      <a:srgbClr val="FFFFFF"/>
                    </a:solidFill>
                  </a:tcPr>
                </a:tc>
                <a:tc>
                  <a:txBody>
                    <a:bodyPr/>
                    <a:lstStyle/>
                    <a:p>
                      <a:pPr algn="ctr"/>
                      <a:r>
                        <a:rPr lang="en-US" sz="1400" b="0">
                          <a:solidFill>
                            <a:srgbClr val="333333"/>
                          </a:solidFill>
                          <a:latin typeface="Arial"/>
                        </a:rPr>
                        <a:t>0.00%</a:t>
                      </a:r>
                    </a:p>
                  </a:txBody>
                  <a:tcPr marT="9144" marB="9144" anchor="ctr">
                    <a:solidFill>
                      <a:srgbClr val="FFFFFF"/>
                    </a:solidFill>
                  </a:tcPr>
                </a:tc>
                <a:tc>
                  <a:txBody>
                    <a:bodyPr/>
                    <a:lstStyle/>
                    <a:p>
                      <a:pPr algn="ctr"/>
                      <a:r>
                        <a:rPr lang="en-US" sz="1400" b="0">
                          <a:solidFill>
                            <a:srgbClr val="333333"/>
                          </a:solidFill>
                          <a:latin typeface="Arial"/>
                        </a:rPr>
                        <a:t>0.07%</a:t>
                      </a:r>
                    </a:p>
                  </a:txBody>
                  <a:tcPr marT="9144" marB="9144" anchor="ctr">
                    <a:solidFill>
                      <a:srgbClr val="FFFFFF"/>
                    </a:solidFill>
                  </a:tcPr>
                </a:tc>
                <a:extLst>
                  <a:ext uri="{0D108BD9-81ED-4DB2-BD59-A6C34878D82A}">
                    <a16:rowId xmlns:a16="http://schemas.microsoft.com/office/drawing/2014/main" val="10003"/>
                  </a:ext>
                </a:extLst>
              </a:tr>
            </a:tbl>
          </a:graphicData>
        </a:graphic>
      </p:graphicFrame>
      <p:sp>
        <p:nvSpPr>
          <p:cNvPr id="32" name="RecoBox"/>
          <p:cNvSpPr/>
          <p:nvPr/>
        </p:nvSpPr>
        <p:spPr>
          <a:xfrm>
            <a:off x="635000" y="4267200"/>
            <a:ext cx="10922000" cy="1320800"/>
          </a:xfrm>
          <a:prstGeom prst="roundRect">
            <a:avLst>
              <a:gd name="adj" fmla="val 4000"/>
            </a:avLst>
          </a:prstGeom>
          <a:solidFill>
            <a:srgbClr val="F0F7F4"/>
          </a:solidFill>
          <a:ln w="0">
            <a:noFill/>
          </a:ln>
        </p:spPr>
        <p:txBody>
          <a:bodyPr wrap="square" lIns="182880" tIns="109728" rIns="137160" bIns="91440" anchor="t"/>
          <a:lstStyle/>
          <a:p>
            <a:pPr>
              <a:buNone/>
            </a:pPr>
            <a:r>
              <a:rPr lang="en-US" sz="2000" b="1">
                <a:solidFill>
                  <a:srgbClr val="1B4332"/>
                </a:solidFill>
                <a:latin typeface="Arial"/>
              </a:rPr>
              <a:t>Recommendation</a:t>
            </a:r>
          </a:p>
          <a:p>
            <a:pPr>
              <a:buNone/>
            </a:pPr>
            <a:r>
              <a:rPr lang="en-US" sz="1400">
                <a:solidFill>
                  <a:srgbClr val="333333"/>
                </a:solidFill>
                <a:latin typeface="Arial"/>
              </a:rPr>
              <a:t>Adopt Employer-Led framing as the default send strategy. It delivered the highest open rate (23.24%, +3.63pp over Control) and the highest click rate (1.41%, +0.19pp over Lantern-Led). Conversions were statistically flat across all three variants, so the lift is concentrated in upper-funnel engagement.</a:t>
            </a:r>
          </a:p>
        </p:txBody>
      </p:sp>
      <p:sp>
        <p:nvSpPr>
          <p:cNvPr id="33" name="RecoAccent"/>
          <p:cNvSpPr/>
          <p:nvPr/>
        </p:nvSpPr>
        <p:spPr>
          <a:xfrm>
            <a:off x="635000" y="4267200"/>
            <a:ext cx="63500" cy="1320800"/>
          </a:xfrm>
          <a:prstGeom prst="rect">
            <a:avLst/>
          </a:prstGeom>
          <a:solidFill>
            <a:srgbClr val="1B4332"/>
          </a:solidFill>
          <a:ln>
            <a:noFill/>
          </a:ln>
        </p:spPr>
        <p:txBody>
          <a:bodyPr/>
          <a:lstStyle/>
          <a:p>
            <a:endParaRPr lang="en-US"/>
          </a:p>
        </p:txBody>
      </p:sp>
      <p:sp>
        <p:nvSpPr>
          <p:cNvPr id="34" name="MethodNote"/>
          <p:cNvSpPr txBox="1"/>
          <p:nvPr/>
        </p:nvSpPr>
        <p:spPr>
          <a:xfrm>
            <a:off x="635000" y="5689600"/>
            <a:ext cx="8890000" cy="228600"/>
          </a:xfrm>
          <a:prstGeom prst="rect">
            <a:avLst/>
          </a:prstGeom>
          <a:noFill/>
        </p:spPr>
        <p:txBody>
          <a:bodyPr wrap="square" lIns="0" tIns="0" rIns="0" bIns="0" anchor="t">
            <a:noAutofit/>
          </a:bodyPr>
          <a:lstStyle/>
          <a:p>
            <a:pPr>
              <a:buNone/>
            </a:pPr>
            <a:r>
              <a:rPr lang="en-US" sz="1000" i="1">
                <a:solidFill>
                  <a:srgbClr val="595959"/>
                </a:solidFill>
                <a:latin typeface="Arial"/>
              </a:rPr>
              <a:t>Note: Control variant contains no click-through CTA, hence 0.00% click rate. Directional results; conversion sample sizes (48–53) too small for significance testing.</a:t>
            </a:r>
          </a:p>
        </p:txBody>
      </p:sp>
    </p:spTree>
    <p:extLst>
      <p:ext uri="{BB962C8B-B14F-4D97-AF65-F5344CB8AC3E}">
        <p14:creationId xmlns:p14="http://schemas.microsoft.com/office/powerpoint/2010/main" val="2290535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10720-CFA2-A020-8AEA-84B28DDD210A}"/>
            </a:ext>
          </a:extLst>
        </p:cNvPr>
        <p:cNvGrpSpPr/>
        <p:nvPr/>
      </p:nvGrpSpPr>
      <p:grpSpPr>
        <a:xfrm>
          <a:off x="0" y="0"/>
          <a:ext cx="0" cy="0"/>
          <a:chOff x="0" y="0"/>
          <a:chExt cx="0" cy="0"/>
        </a:xfrm>
      </p:grpSpPr>
      <p:sp>
        <p:nvSpPr>
          <p:cNvPr id="100" name="Title"/>
          <p:cNvSpPr txBox="1"/>
          <p:nvPr/>
        </p:nvSpPr>
        <p:spPr>
          <a:xfrm>
            <a:off x="508000" y="177800"/>
            <a:ext cx="9525000" cy="431800"/>
          </a:xfrm>
          <a:prstGeom prst="rect">
            <a:avLst/>
          </a:prstGeom>
          <a:noFill/>
          <a:ln>
            <a:noFill/>
          </a:ln>
        </p:spPr>
        <p:txBody>
          <a:bodyPr wrap="square" lIns="0" tIns="0" rIns="0" bIns="0" anchor="t"/>
          <a:lstStyle/>
          <a:p>
            <a:pPr algn="l">
              <a:buNone/>
            </a:pPr>
            <a:r>
              <a:rPr lang="en-US" sz="2400" b="1">
                <a:solidFill>
                  <a:srgbClr val="1B4332"/>
                </a:solidFill>
                <a:latin typeface="Arial"/>
              </a:rPr>
              <a:t>Q1 2026 Marketing Testing Summary</a:t>
            </a:r>
          </a:p>
        </p:txBody>
      </p:sp>
      <p:sp>
        <p:nvSpPr>
          <p:cNvPr id="101" name="Subtitle"/>
          <p:cNvSpPr txBox="1"/>
          <p:nvPr/>
        </p:nvSpPr>
        <p:spPr>
          <a:xfrm>
            <a:off x="508000" y="622300"/>
            <a:ext cx="11176000" cy="254000"/>
          </a:xfrm>
          <a:prstGeom prst="rect">
            <a:avLst/>
          </a:prstGeom>
          <a:noFill/>
          <a:ln>
            <a:noFill/>
          </a:ln>
        </p:spPr>
        <p:txBody>
          <a:bodyPr wrap="square" lIns="0" tIns="0" rIns="0" bIns="0" anchor="t"/>
          <a:lstStyle/>
          <a:p>
            <a:pPr algn="l">
              <a:buNone/>
            </a:pPr>
            <a:r>
              <a:rPr lang="en-US" sz="1200">
                <a:solidFill>
                  <a:srgbClr val="666666"/>
                </a:solidFill>
                <a:latin typeface="Arial"/>
              </a:rPr>
              <a:t>Lantern Marketing Testing Steering Committee  |  7 tests launched  |  4 analyses completed  |  9 tests staged for Q2</a:t>
            </a:r>
          </a:p>
        </p:txBody>
      </p:sp>
      <p:cxnSp>
        <p:nvCxnSpPr>
          <p:cNvPr id="102" name="DividerLine"/>
          <p:cNvCxnSpPr/>
          <p:nvPr/>
        </p:nvCxnSpPr>
        <p:spPr>
          <a:xfrm>
            <a:off x="508000" y="875900"/>
            <a:ext cx="11176000" cy="0"/>
          </a:xfrm>
          <a:prstGeom prst="line">
            <a:avLst/>
          </a:prstGeom>
          <a:ln w="12700">
            <a:solidFill>
              <a:srgbClr val="1B4332"/>
            </a:solidFill>
          </a:ln>
        </p:spPr>
      </p:cxnSp>
      <p:sp>
        <p:nvSpPr>
          <p:cNvPr id="103" name="Card1"/>
          <p:cNvSpPr/>
          <p:nvPr/>
        </p:nvSpPr>
        <p:spPr>
          <a:xfrm>
            <a:off x="622300" y="965200"/>
            <a:ext cx="3556000" cy="621761"/>
          </a:xfrm>
          <a:prstGeom prst="roundRect">
            <a:avLst>
              <a:gd name="adj" fmla="val 8000"/>
            </a:avLst>
          </a:prstGeom>
          <a:solidFill>
            <a:srgbClr val="1B4332"/>
          </a:solidFill>
          <a:ln>
            <a:noFill/>
          </a:ln>
        </p:spPr>
        <p:txBody>
          <a:bodyPr wrap="square" lIns="91440" tIns="45720" rIns="91440" bIns="45720" anchor="t"/>
          <a:lstStyle/>
          <a:p>
            <a:pPr algn="ctr">
              <a:buNone/>
            </a:pPr>
            <a:r>
              <a:rPr lang="en-US" sz="1000" b="1">
                <a:solidFill>
                  <a:srgbClr val="FFFFFF"/>
                </a:solidFill>
                <a:latin typeface="Arial"/>
              </a:rPr>
              <a:t>TESTS LAUNCHED</a:t>
            </a:r>
          </a:p>
          <a:p>
            <a:pPr algn="ctr">
              <a:buNone/>
            </a:pPr>
            <a:r>
              <a:rPr lang="en-US" sz="2400" b="1">
                <a:solidFill>
                  <a:srgbClr val="FFFFFF"/>
                </a:solidFill>
                <a:latin typeface="Arial"/>
              </a:rPr>
              <a:t>7</a:t>
            </a:r>
            <a:r>
              <a:rPr lang="en-US" sz="1100">
                <a:solidFill>
                  <a:srgbClr val="B7D9C4"/>
                </a:solidFill>
                <a:latin typeface="Arial"/>
              </a:rPr>
              <a:t>  (5 DM / 1 Email / 1 Digital)</a:t>
            </a:r>
          </a:p>
        </p:txBody>
      </p:sp>
      <p:sp>
        <p:nvSpPr>
          <p:cNvPr id="104" name="Card2"/>
          <p:cNvSpPr/>
          <p:nvPr/>
        </p:nvSpPr>
        <p:spPr>
          <a:xfrm>
            <a:off x="4305300" y="965200"/>
            <a:ext cx="3556000" cy="621761"/>
          </a:xfrm>
          <a:prstGeom prst="roundRect">
            <a:avLst>
              <a:gd name="adj" fmla="val 8000"/>
            </a:avLst>
          </a:prstGeom>
          <a:solidFill>
            <a:srgbClr val="005041"/>
          </a:solidFill>
          <a:ln>
            <a:noFill/>
          </a:ln>
        </p:spPr>
        <p:txBody>
          <a:bodyPr wrap="square" lIns="91440" tIns="45720" rIns="91440" bIns="45720" anchor="t"/>
          <a:lstStyle/>
          <a:p>
            <a:pPr algn="ctr">
              <a:buNone/>
            </a:pPr>
            <a:r>
              <a:rPr lang="en-US" sz="1000" b="1">
                <a:solidFill>
                  <a:srgbClr val="FFFFFF"/>
                </a:solidFill>
                <a:latin typeface="Arial"/>
              </a:rPr>
              <a:t>ANALYSES COMPLETED</a:t>
            </a:r>
          </a:p>
          <a:p>
            <a:pPr algn="ctr">
              <a:buNone/>
            </a:pPr>
            <a:r>
              <a:rPr lang="en-US" sz="2400" b="1">
                <a:solidFill>
                  <a:srgbClr val="FFFFFF"/>
                </a:solidFill>
                <a:latin typeface="Arial"/>
              </a:rPr>
              <a:t>4</a:t>
            </a:r>
            <a:r>
              <a:rPr lang="en-US" sz="1100">
                <a:solidFill>
                  <a:srgbClr val="B7D9C4"/>
                </a:solidFill>
                <a:latin typeface="Arial"/>
              </a:rPr>
              <a:t>  directional results</a:t>
            </a:r>
          </a:p>
        </p:txBody>
      </p:sp>
      <p:sp>
        <p:nvSpPr>
          <p:cNvPr id="105" name="Card3"/>
          <p:cNvSpPr/>
          <p:nvPr/>
        </p:nvSpPr>
        <p:spPr>
          <a:xfrm>
            <a:off x="7988300" y="965200"/>
            <a:ext cx="3556000" cy="621761"/>
          </a:xfrm>
          <a:prstGeom prst="roundRect">
            <a:avLst>
              <a:gd name="adj" fmla="val 8000"/>
            </a:avLst>
          </a:prstGeom>
          <a:solidFill>
            <a:srgbClr val="2D6A4F"/>
          </a:solidFill>
          <a:ln>
            <a:noFill/>
          </a:ln>
        </p:spPr>
        <p:txBody>
          <a:bodyPr wrap="square" lIns="91440" tIns="45720" rIns="91440" bIns="45720" anchor="t"/>
          <a:lstStyle/>
          <a:p>
            <a:pPr algn="ctr">
              <a:buNone/>
            </a:pPr>
            <a:r>
              <a:rPr lang="en-US" sz="1000" b="1">
                <a:solidFill>
                  <a:srgbClr val="FFFFFF"/>
                </a:solidFill>
                <a:latin typeface="Arial"/>
              </a:rPr>
              <a:t>Q2 PIPELINE</a:t>
            </a:r>
          </a:p>
          <a:p>
            <a:pPr algn="ctr"/>
            <a:r>
              <a:rPr lang="en-US" sz="2400" b="1">
                <a:solidFill>
                  <a:srgbClr val="FFFFFF"/>
                </a:solidFill>
                <a:latin typeface="Arial"/>
              </a:rPr>
              <a:t>9</a:t>
            </a:r>
            <a:r>
              <a:rPr lang="en-US" sz="1100">
                <a:solidFill>
                  <a:srgbClr val="B7D9C4"/>
                </a:solidFill>
                <a:latin typeface="Arial"/>
              </a:rPr>
              <a:t>  (4 DM / 1 TMO / 1 Paid Digital / 3 Email)</a:t>
            </a:r>
          </a:p>
        </p:txBody>
      </p:sp>
      <p:sp>
        <p:nvSpPr>
          <p:cNvPr id="110" name="LaunchedLbl"/>
          <p:cNvSpPr txBox="1"/>
          <p:nvPr/>
        </p:nvSpPr>
        <p:spPr>
          <a:xfrm>
            <a:off x="508000" y="1675600"/>
            <a:ext cx="3175000" cy="228600"/>
          </a:xfrm>
          <a:prstGeom prst="rect">
            <a:avLst/>
          </a:prstGeom>
          <a:noFill/>
          <a:ln>
            <a:noFill/>
          </a:ln>
        </p:spPr>
        <p:txBody>
          <a:bodyPr wrap="square" lIns="0" tIns="0" rIns="0" bIns="0" anchor="t"/>
          <a:lstStyle/>
          <a:p>
            <a:pPr algn="l">
              <a:buNone/>
            </a:pPr>
            <a:r>
              <a:rPr lang="en-US" sz="1200" b="1">
                <a:solidFill>
                  <a:srgbClr val="1B4332"/>
                </a:solidFill>
                <a:latin typeface="Arial"/>
              </a:rPr>
              <a:t>Tests Launched in Q1</a:t>
            </a:r>
          </a:p>
        </p:txBody>
      </p:sp>
      <p:sp>
        <p:nvSpPr>
          <p:cNvPr id="111" name="DMHeader"/>
          <p:cNvSpPr/>
          <p:nvPr/>
        </p:nvSpPr>
        <p:spPr>
          <a:xfrm>
            <a:off x="508000" y="1904200"/>
            <a:ext cx="3683000" cy="254000"/>
          </a:xfrm>
          <a:prstGeom prst="rect">
            <a:avLst/>
          </a:prstGeom>
          <a:solidFill>
            <a:srgbClr val="1B4332"/>
          </a:solidFill>
          <a:ln>
            <a:noFill/>
          </a:ln>
        </p:spPr>
        <p:txBody>
          <a:bodyPr wrap="square" lIns="91440" tIns="45720" rIns="91440" bIns="45720" anchor="t"/>
          <a:lstStyle/>
          <a:p>
            <a:pPr algn="ctr">
              <a:buNone/>
            </a:pPr>
            <a:r>
              <a:rPr lang="en-US" sz="1000" b="1">
                <a:solidFill>
                  <a:srgbClr val="FFFFFF"/>
                </a:solidFill>
                <a:latin typeface="Arial"/>
              </a:rPr>
              <a:t>DIRECT MAIL (5)</a:t>
            </a:r>
          </a:p>
        </p:txBody>
      </p:sp>
      <p:sp>
        <p:nvSpPr>
          <p:cNvPr id="112" name="EmailHeader"/>
          <p:cNvSpPr/>
          <p:nvPr/>
        </p:nvSpPr>
        <p:spPr>
          <a:xfrm>
            <a:off x="4318000" y="1904200"/>
            <a:ext cx="3683000" cy="254000"/>
          </a:xfrm>
          <a:prstGeom prst="rect">
            <a:avLst/>
          </a:prstGeom>
          <a:solidFill>
            <a:srgbClr val="005041"/>
          </a:solidFill>
          <a:ln>
            <a:noFill/>
          </a:ln>
        </p:spPr>
        <p:txBody>
          <a:bodyPr wrap="square" lIns="91440" tIns="45720" rIns="91440" bIns="45720" anchor="t"/>
          <a:lstStyle/>
          <a:p>
            <a:pPr algn="ctr">
              <a:buNone/>
            </a:pPr>
            <a:r>
              <a:rPr lang="en-US" sz="1000" b="1">
                <a:solidFill>
                  <a:srgbClr val="FFFFFF"/>
                </a:solidFill>
                <a:latin typeface="Arial"/>
              </a:rPr>
              <a:t>EMAIL (1)</a:t>
            </a:r>
          </a:p>
        </p:txBody>
      </p:sp>
      <p:sp>
        <p:nvSpPr>
          <p:cNvPr id="113" name="DigitalHeader"/>
          <p:cNvSpPr/>
          <p:nvPr/>
        </p:nvSpPr>
        <p:spPr>
          <a:xfrm>
            <a:off x="8128000" y="1904200"/>
            <a:ext cx="3556000" cy="254000"/>
          </a:xfrm>
          <a:prstGeom prst="rect">
            <a:avLst/>
          </a:prstGeom>
          <a:solidFill>
            <a:srgbClr val="2D6A4F"/>
          </a:solidFill>
          <a:ln>
            <a:noFill/>
          </a:ln>
        </p:spPr>
        <p:txBody>
          <a:bodyPr wrap="square" lIns="91440" tIns="45720" rIns="91440" bIns="45720" anchor="t"/>
          <a:lstStyle/>
          <a:p>
            <a:pPr algn="ctr">
              <a:buNone/>
            </a:pPr>
            <a:r>
              <a:rPr lang="en-US" sz="1000" b="1">
                <a:solidFill>
                  <a:srgbClr val="FFFFFF"/>
                </a:solidFill>
                <a:latin typeface="Arial"/>
              </a:rPr>
              <a:t>DIGITAL (1)</a:t>
            </a:r>
          </a:p>
        </p:txBody>
      </p:sp>
      <p:sp>
        <p:nvSpPr>
          <p:cNvPr id="114" name="DMBullets"/>
          <p:cNvSpPr txBox="1"/>
          <p:nvPr/>
        </p:nvSpPr>
        <p:spPr>
          <a:xfrm>
            <a:off x="609600" y="2183600"/>
            <a:ext cx="3581400" cy="1041400"/>
          </a:xfrm>
          <a:prstGeom prst="rect">
            <a:avLst/>
          </a:prstGeom>
          <a:noFill/>
          <a:ln>
            <a:noFill/>
          </a:ln>
        </p:spPr>
        <p:txBody>
          <a:bodyPr wrap="square" lIns="0" tIns="0" rIns="0" bIns="0" anchor="t"/>
          <a:lstStyle/>
          <a:p>
            <a:pPr marL="114300" indent="-114300">
              <a:lnSpc>
                <a:spcPts val="1200"/>
              </a:lnSpc>
              <a:buFont typeface="Arial"/>
              <a:buChar char="•"/>
            </a:pPr>
            <a:r>
              <a:rPr lang="en-US" sz="800">
                <a:solidFill>
                  <a:srgbClr val="333333"/>
                </a:solidFill>
                <a:latin typeface="Arial"/>
              </a:rPr>
              <a:t>Oracle Network Access Teaser</a:t>
            </a:r>
          </a:p>
          <a:p>
            <a:pPr marL="114300" indent="-114300">
              <a:lnSpc>
                <a:spcPts val="1200"/>
              </a:lnSpc>
              <a:buFont typeface="Arial"/>
              <a:buChar char="•"/>
            </a:pPr>
            <a:r>
              <a:rPr lang="en-US" sz="800">
                <a:solidFill>
                  <a:srgbClr val="333333"/>
                </a:solidFill>
                <a:latin typeface="Arial"/>
              </a:rPr>
              <a:t>Small vs. Large Window Envelope (NCSHP)</a:t>
            </a:r>
          </a:p>
          <a:p>
            <a:pPr marL="114300" indent="-114300">
              <a:lnSpc>
                <a:spcPts val="1200"/>
              </a:lnSpc>
              <a:buFont typeface="Arial"/>
              <a:buChar char="•"/>
            </a:pPr>
            <a:r>
              <a:rPr lang="en-US" sz="800">
                <a:solidFill>
                  <a:srgbClr val="333333"/>
                </a:solidFill>
                <a:latin typeface="Arial"/>
              </a:rPr>
              <a:t>Magnet Test (Winsupply vs. KinderCare)</a:t>
            </a:r>
          </a:p>
          <a:p>
            <a:pPr marL="114300" indent="-114300">
              <a:lnSpc>
                <a:spcPts val="1200"/>
              </a:lnSpc>
              <a:buFont typeface="Arial"/>
              <a:buChar char="•"/>
            </a:pPr>
            <a:r>
              <a:rPr lang="en-US" sz="800">
                <a:solidFill>
                  <a:srgbClr val="333333"/>
                </a:solidFill>
                <a:latin typeface="Arial"/>
              </a:rPr>
              <a:t>ID Card Color Test (Intl Paper)</a:t>
            </a:r>
          </a:p>
        </p:txBody>
      </p:sp>
      <p:sp>
        <p:nvSpPr>
          <p:cNvPr id="115" name="EmailBullets"/>
          <p:cNvSpPr txBox="1"/>
          <p:nvPr/>
        </p:nvSpPr>
        <p:spPr>
          <a:xfrm>
            <a:off x="4419600" y="2183600"/>
            <a:ext cx="3581400" cy="508000"/>
          </a:xfrm>
          <a:prstGeom prst="rect">
            <a:avLst/>
          </a:prstGeom>
          <a:noFill/>
          <a:ln>
            <a:noFill/>
          </a:ln>
        </p:spPr>
        <p:txBody>
          <a:bodyPr wrap="square" lIns="0" tIns="0" rIns="0" bIns="0" anchor="t"/>
          <a:lstStyle/>
          <a:p>
            <a:pPr marL="114300" indent="-114300">
              <a:lnSpc>
                <a:spcPts val="1200"/>
              </a:lnSpc>
              <a:buFont typeface="Arial"/>
              <a:buChar char="•"/>
            </a:pPr>
            <a:r>
              <a:rPr lang="en-US" sz="1000">
                <a:solidFill>
                  <a:srgbClr val="333333"/>
                </a:solidFill>
                <a:latin typeface="Arial"/>
              </a:rPr>
              <a:t>Email timing: before vs. after ID Card delivery</a:t>
            </a:r>
          </a:p>
        </p:txBody>
      </p:sp>
      <p:sp>
        <p:nvSpPr>
          <p:cNvPr id="116" name="DigitalBullets"/>
          <p:cNvSpPr txBox="1"/>
          <p:nvPr/>
        </p:nvSpPr>
        <p:spPr>
          <a:xfrm>
            <a:off x="8229600" y="2183600"/>
            <a:ext cx="3454400" cy="508000"/>
          </a:xfrm>
          <a:prstGeom prst="rect">
            <a:avLst/>
          </a:prstGeom>
          <a:noFill/>
          <a:ln>
            <a:noFill/>
          </a:ln>
        </p:spPr>
        <p:txBody>
          <a:bodyPr wrap="square" lIns="0" tIns="0" rIns="0" bIns="0" anchor="t"/>
          <a:lstStyle/>
          <a:p>
            <a:pPr marL="114300" indent="-114300">
              <a:lnSpc>
                <a:spcPts val="1200"/>
              </a:lnSpc>
              <a:buFont typeface="Arial"/>
              <a:buChar char="•"/>
            </a:pPr>
            <a:r>
              <a:rPr lang="en-US" sz="1000">
                <a:solidFill>
                  <a:srgbClr val="333333"/>
                </a:solidFill>
                <a:latin typeface="Arial"/>
              </a:rPr>
              <a:t>Paid digital ads on NCSHP (Working Planet)</a:t>
            </a:r>
          </a:p>
        </p:txBody>
      </p:sp>
      <p:sp>
        <p:nvSpPr>
          <p:cNvPr id="120" name="AnalysesLbl"/>
          <p:cNvSpPr txBox="1"/>
          <p:nvPr/>
        </p:nvSpPr>
        <p:spPr>
          <a:xfrm>
            <a:off x="508000" y="3054420"/>
            <a:ext cx="5080000" cy="228600"/>
          </a:xfrm>
          <a:prstGeom prst="rect">
            <a:avLst/>
          </a:prstGeom>
          <a:noFill/>
          <a:ln>
            <a:noFill/>
          </a:ln>
        </p:spPr>
        <p:txBody>
          <a:bodyPr wrap="square" lIns="0" tIns="0" rIns="0" bIns="0" anchor="t"/>
          <a:lstStyle/>
          <a:p>
            <a:pPr algn="l">
              <a:buNone/>
            </a:pPr>
            <a:r>
              <a:rPr lang="en-US" sz="1200" b="1">
                <a:solidFill>
                  <a:srgbClr val="1B4332"/>
                </a:solidFill>
                <a:latin typeface="Arial"/>
              </a:rPr>
              <a:t>Test Results (4 True Tests)</a:t>
            </a:r>
          </a:p>
        </p:txBody>
      </p:sp>
      <p:sp>
        <p:nvSpPr>
          <p:cNvPr id="121" name="Res1"/>
          <p:cNvSpPr/>
          <p:nvPr/>
        </p:nvSpPr>
        <p:spPr>
          <a:xfrm>
            <a:off x="508000" y="3308420"/>
            <a:ext cx="2730500" cy="705392"/>
          </a:xfrm>
          <a:prstGeom prst="roundRect">
            <a:avLst>
              <a:gd name="adj" fmla="val 5000"/>
            </a:avLst>
          </a:prstGeom>
          <a:solidFill>
            <a:srgbClr val="F5F5F0"/>
          </a:solidFill>
          <a:ln w="12700">
            <a:solidFill>
              <a:srgbClr val="D0D0C8"/>
            </a:solidFill>
          </a:ln>
        </p:spPr>
        <p:txBody>
          <a:bodyPr wrap="square" lIns="91440" tIns="45720" rIns="91440" bIns="45720" anchor="t"/>
          <a:lstStyle/>
          <a:p>
            <a:pPr algn="l">
              <a:buNone/>
            </a:pPr>
            <a:r>
              <a:rPr lang="en-US" sz="1000" b="1">
                <a:solidFill>
                  <a:srgbClr val="1B4332"/>
                </a:solidFill>
                <a:latin typeface="Arial"/>
              </a:rPr>
              <a:t>NC Window Envelope</a:t>
            </a:r>
          </a:p>
          <a:p>
            <a:pPr algn="l">
              <a:buNone/>
            </a:pPr>
            <a:r>
              <a:rPr lang="en-US" sz="900">
                <a:solidFill>
                  <a:srgbClr val="333333"/>
                </a:solidFill>
                <a:latin typeface="Arial"/>
              </a:rPr>
              <a:t>Large window: +11% call rate lift, significant at 95% CI</a:t>
            </a:r>
          </a:p>
          <a:p>
            <a:pPr algn="l">
              <a:buNone/>
            </a:pPr>
            <a:r>
              <a:rPr lang="en-US" sz="900" b="1">
                <a:solidFill>
                  <a:srgbClr val="005041"/>
                </a:solidFill>
                <a:latin typeface="Arial"/>
              </a:rPr>
              <a:t>✓ Significant</a:t>
            </a:r>
          </a:p>
        </p:txBody>
      </p:sp>
      <p:sp>
        <p:nvSpPr>
          <p:cNvPr id="122" name="Res2"/>
          <p:cNvSpPr/>
          <p:nvPr/>
        </p:nvSpPr>
        <p:spPr>
          <a:xfrm>
            <a:off x="3327400" y="3308420"/>
            <a:ext cx="2730500" cy="705392"/>
          </a:xfrm>
          <a:prstGeom prst="roundRect">
            <a:avLst>
              <a:gd name="adj" fmla="val 5000"/>
            </a:avLst>
          </a:prstGeom>
          <a:solidFill>
            <a:srgbClr val="F5F5F0"/>
          </a:solidFill>
          <a:ln w="12700">
            <a:solidFill>
              <a:srgbClr val="D0D0C8"/>
            </a:solidFill>
          </a:ln>
        </p:spPr>
        <p:txBody>
          <a:bodyPr wrap="square" lIns="91440" tIns="45720" rIns="91440" bIns="45720" anchor="t"/>
          <a:lstStyle/>
          <a:p>
            <a:pPr algn="l">
              <a:buNone/>
            </a:pPr>
            <a:r>
              <a:rPr lang="en-US" sz="1000" b="1">
                <a:solidFill>
                  <a:srgbClr val="1B4332"/>
                </a:solidFill>
                <a:latin typeface="Arial"/>
              </a:rPr>
              <a:t>Email Timing</a:t>
            </a:r>
          </a:p>
          <a:p>
            <a:pPr algn="l">
              <a:buNone/>
            </a:pPr>
            <a:r>
              <a:rPr lang="en-US" sz="900">
                <a:solidFill>
                  <a:srgbClr val="333333"/>
                </a:solidFill>
                <a:latin typeface="Arial"/>
              </a:rPr>
              <a:t>Before ID card: +3.9pp open rate lift (+19%); click rate flat</a:t>
            </a:r>
          </a:p>
          <a:p>
            <a:pPr algn="l">
              <a:buNone/>
            </a:pPr>
            <a:r>
              <a:rPr lang="en-US" sz="900" b="1">
                <a:solidFill>
                  <a:srgbClr val="005041"/>
                </a:solidFill>
                <a:latin typeface="Arial"/>
              </a:rPr>
              <a:t>↑ Directional lift</a:t>
            </a:r>
          </a:p>
        </p:txBody>
      </p:sp>
      <p:sp>
        <p:nvSpPr>
          <p:cNvPr id="123" name="Res3"/>
          <p:cNvSpPr/>
          <p:nvPr/>
        </p:nvSpPr>
        <p:spPr>
          <a:xfrm>
            <a:off x="6146800" y="3308420"/>
            <a:ext cx="2730500" cy="705392"/>
          </a:xfrm>
          <a:prstGeom prst="roundRect">
            <a:avLst>
              <a:gd name="adj" fmla="val 5000"/>
            </a:avLst>
          </a:prstGeom>
          <a:solidFill>
            <a:srgbClr val="F5F5F0"/>
          </a:solidFill>
          <a:ln w="12700">
            <a:solidFill>
              <a:srgbClr val="D0D0C8"/>
            </a:solidFill>
          </a:ln>
        </p:spPr>
        <p:txBody>
          <a:bodyPr wrap="square" lIns="91440" tIns="45720" rIns="91440" bIns="45720" anchor="t"/>
          <a:lstStyle/>
          <a:p>
            <a:pPr algn="l">
              <a:buNone/>
            </a:pPr>
            <a:r>
              <a:rPr lang="en-US" sz="1000" b="1">
                <a:solidFill>
                  <a:srgbClr val="1B4332"/>
                </a:solidFill>
                <a:latin typeface="Arial"/>
              </a:rPr>
              <a:t>NCSHP Paid Ads</a:t>
            </a:r>
          </a:p>
          <a:p>
            <a:pPr algn="l">
              <a:buNone/>
            </a:pPr>
            <a:r>
              <a:rPr lang="en-US" sz="900">
                <a:solidFill>
                  <a:srgbClr val="333333"/>
                </a:solidFill>
                <a:latin typeface="Arial"/>
              </a:rPr>
              <a:t>$32 ROAS; $25K spend generated $812K est. revenue</a:t>
            </a:r>
          </a:p>
          <a:p>
            <a:pPr algn="l">
              <a:buNone/>
            </a:pPr>
            <a:r>
              <a:rPr lang="en-US" sz="900" b="1">
                <a:solidFill>
                  <a:srgbClr val="005041"/>
                </a:solidFill>
                <a:latin typeface="Arial"/>
              </a:rPr>
              <a:t>↑ Strong positive ROI</a:t>
            </a:r>
          </a:p>
        </p:txBody>
      </p:sp>
      <p:sp>
        <p:nvSpPr>
          <p:cNvPr id="124" name="Res4"/>
          <p:cNvSpPr/>
          <p:nvPr/>
        </p:nvSpPr>
        <p:spPr>
          <a:xfrm>
            <a:off x="8966200" y="3308420"/>
            <a:ext cx="2730500" cy="705389"/>
          </a:xfrm>
          <a:prstGeom prst="roundRect">
            <a:avLst>
              <a:gd name="adj" fmla="val 5000"/>
            </a:avLst>
          </a:prstGeom>
          <a:solidFill>
            <a:srgbClr val="F5F5F0"/>
          </a:solidFill>
          <a:ln w="12700">
            <a:solidFill>
              <a:srgbClr val="D0D0C8"/>
            </a:solidFill>
          </a:ln>
        </p:spPr>
        <p:txBody>
          <a:bodyPr wrap="square" lIns="91440" tIns="45720" rIns="91440" bIns="45720" anchor="t"/>
          <a:lstStyle/>
          <a:p>
            <a:pPr algn="l">
              <a:buNone/>
            </a:pPr>
            <a:r>
              <a:rPr lang="en-US" sz="1000" b="1">
                <a:solidFill>
                  <a:srgbClr val="1B4332"/>
                </a:solidFill>
                <a:latin typeface="Arial"/>
              </a:rPr>
              <a:t>ID Card Color</a:t>
            </a:r>
          </a:p>
          <a:p>
            <a:pPr algn="l">
              <a:buNone/>
            </a:pPr>
            <a:r>
              <a:rPr lang="en-US" sz="900">
                <a:solidFill>
                  <a:srgbClr val="333333"/>
                </a:solidFill>
                <a:latin typeface="Arial"/>
              </a:rPr>
              <a:t>Green vs. white: no significant difference (p = 0.845)</a:t>
            </a:r>
          </a:p>
          <a:p>
            <a:pPr algn="l">
              <a:buNone/>
            </a:pPr>
            <a:r>
              <a:rPr lang="en-US" sz="900" b="1">
                <a:solidFill>
                  <a:srgbClr val="666666"/>
                </a:solidFill>
                <a:latin typeface="Arial"/>
              </a:rPr>
              <a:t>↔ White outperformed, not stat-sig</a:t>
            </a:r>
          </a:p>
        </p:txBody>
      </p:sp>
      <p:sp>
        <p:nvSpPr>
          <p:cNvPr id="130" name="Q2Box"/>
          <p:cNvSpPr/>
          <p:nvPr/>
        </p:nvSpPr>
        <p:spPr>
          <a:xfrm>
            <a:off x="498375" y="5314628"/>
            <a:ext cx="11176000" cy="705389"/>
          </a:xfrm>
          <a:prstGeom prst="roundRect">
            <a:avLst>
              <a:gd name="adj" fmla="val 5000"/>
            </a:avLst>
          </a:prstGeom>
          <a:solidFill>
            <a:srgbClr val="EDF5F0"/>
          </a:solidFill>
          <a:ln w="12700">
            <a:solidFill>
              <a:srgbClr val="B7D9C4"/>
            </a:solidFill>
          </a:ln>
        </p:spPr>
        <p:txBody>
          <a:bodyPr wrap="square" lIns="91440" tIns="45720" rIns="91440" bIns="45720" anchor="t"/>
          <a:lstStyle/>
          <a:p>
            <a:pPr algn="l">
              <a:buNone/>
            </a:pPr>
            <a:r>
              <a:rPr lang="en-US" sz="1100" b="1">
                <a:solidFill>
                  <a:srgbClr val="1B4332"/>
                </a:solidFill>
                <a:latin typeface="Arial"/>
              </a:rPr>
              <a:t>Looking Ahead: 9 Tests Staged for Q2</a:t>
            </a:r>
            <a:r>
              <a:rPr lang="en-US" sz="900">
                <a:solidFill>
                  <a:srgbClr val="333333"/>
                </a:solidFill>
                <a:latin typeface="Arial"/>
              </a:rPr>
              <a:t>    </a:t>
            </a:r>
          </a:p>
          <a:p>
            <a:pPr algn="l">
              <a:buNone/>
            </a:pPr>
            <a:r>
              <a:rPr lang="en-US" sz="900">
                <a:solidFill>
                  <a:srgbClr val="333333"/>
                </a:solidFill>
                <a:latin typeface="Arial"/>
              </a:rPr>
              <a:t>4 Direct Mail  | Bi-Fold vs Letter, Letter vs Letter, Spouse Mailer CTA, Tyson CTA Bifold </a:t>
            </a:r>
          </a:p>
          <a:p>
            <a:pPr algn="l">
              <a:buNone/>
            </a:pPr>
            <a:r>
              <a:rPr lang="en-US" sz="900">
                <a:solidFill>
                  <a:srgbClr val="333333"/>
                </a:solidFill>
                <a:latin typeface="Arial"/>
              </a:rPr>
              <a:t>1 TMO  |  TMO Holdout Test -- 1 Digital  |  Top 20 Client Paid Ad Test</a:t>
            </a:r>
          </a:p>
          <a:p>
            <a:r>
              <a:rPr lang="en-US" sz="900">
                <a:solidFill>
                  <a:srgbClr val="333333"/>
                </a:solidFill>
                <a:latin typeface="Arial"/>
              </a:rPr>
              <a:t>3 Email | Subject Line Test, Date &amp; Time Test, Design vs. Plain Test </a:t>
            </a:r>
            <a:r>
              <a:rPr lang="en-US" sz="900" err="1">
                <a:solidFill>
                  <a:srgbClr val="333333"/>
                </a:solidFill>
                <a:latin typeface="Arial"/>
              </a:rPr>
              <a:t>TEst</a:t>
            </a:r>
            <a:endParaRPr lang="en-US" sz="900">
              <a:solidFill>
                <a:srgbClr val="333333"/>
              </a:solidFill>
              <a:latin typeface="Arial"/>
            </a:endParaRPr>
          </a:p>
        </p:txBody>
      </p:sp>
      <p:sp>
        <p:nvSpPr>
          <p:cNvPr id="125" name="DirAnalysesLbl"/>
          <p:cNvSpPr txBox="1"/>
          <p:nvPr/>
        </p:nvSpPr>
        <p:spPr>
          <a:xfrm>
            <a:off x="508000" y="4168158"/>
            <a:ext cx="5080000" cy="251460"/>
          </a:xfrm>
          <a:prstGeom prst="rect">
            <a:avLst/>
          </a:prstGeom>
          <a:noFill/>
          <a:ln>
            <a:noFill/>
          </a:ln>
        </p:spPr>
        <p:txBody>
          <a:bodyPr wrap="square" lIns="0" tIns="0" rIns="0" bIns="0" anchor="t"/>
          <a:lstStyle/>
          <a:p>
            <a:pPr algn="l">
              <a:buNone/>
            </a:pPr>
            <a:r>
              <a:rPr lang="en-US" sz="1200" b="1">
                <a:solidFill>
                  <a:srgbClr val="1B4332"/>
                </a:solidFill>
                <a:latin typeface="Arial"/>
              </a:rPr>
              <a:t>Directional Analyses (4 Analyses)</a:t>
            </a:r>
          </a:p>
        </p:txBody>
      </p:sp>
      <p:sp>
        <p:nvSpPr>
          <p:cNvPr id="126" name="Dir1"/>
          <p:cNvSpPr/>
          <p:nvPr/>
        </p:nvSpPr>
        <p:spPr>
          <a:xfrm>
            <a:off x="508000" y="4387868"/>
            <a:ext cx="2730500" cy="705389"/>
          </a:xfrm>
          <a:prstGeom prst="roundRect">
            <a:avLst>
              <a:gd name="adj" fmla="val 5000"/>
            </a:avLst>
          </a:prstGeom>
          <a:solidFill>
            <a:srgbClr val="F5F5F0"/>
          </a:solidFill>
          <a:ln w="12700">
            <a:solidFill>
              <a:srgbClr val="D0D0C8"/>
            </a:solidFill>
          </a:ln>
        </p:spPr>
        <p:txBody>
          <a:bodyPr wrap="square" lIns="91440" tIns="45720" rIns="91440" bIns="45720" anchor="t"/>
          <a:lstStyle/>
          <a:p>
            <a:pPr algn="l">
              <a:buNone/>
            </a:pPr>
            <a:r>
              <a:rPr lang="en-US" sz="1000" b="1">
                <a:solidFill>
                  <a:srgbClr val="1B4332"/>
                </a:solidFill>
                <a:latin typeface="Arial"/>
              </a:rPr>
              <a:t>SW Welcome Letter</a:t>
            </a:r>
          </a:p>
          <a:p>
            <a:pPr algn="l">
              <a:buNone/>
            </a:pPr>
            <a:r>
              <a:rPr lang="en-US" sz="900">
                <a:solidFill>
                  <a:srgbClr val="333333"/>
                </a:solidFill>
                <a:latin typeface="Arial"/>
              </a:rPr>
              <a:t>~5.5x increase in call volume; letter directly drove inbound engagement</a:t>
            </a:r>
          </a:p>
          <a:p>
            <a:pPr algn="l">
              <a:buNone/>
            </a:pPr>
            <a:r>
              <a:rPr lang="en-US" sz="900" b="1">
                <a:solidFill>
                  <a:srgbClr val="005041"/>
                </a:solidFill>
                <a:latin typeface="Arial"/>
              </a:rPr>
              <a:t>↑ Strong positive signal</a:t>
            </a:r>
          </a:p>
        </p:txBody>
      </p:sp>
      <p:sp>
        <p:nvSpPr>
          <p:cNvPr id="127" name="Dir2"/>
          <p:cNvSpPr/>
          <p:nvPr/>
        </p:nvSpPr>
        <p:spPr>
          <a:xfrm>
            <a:off x="3327400" y="4387868"/>
            <a:ext cx="2730500" cy="705389"/>
          </a:xfrm>
          <a:prstGeom prst="roundRect">
            <a:avLst>
              <a:gd name="adj" fmla="val 5000"/>
            </a:avLst>
          </a:prstGeom>
          <a:solidFill>
            <a:srgbClr val="F5F5F0"/>
          </a:solidFill>
          <a:ln w="12700">
            <a:solidFill>
              <a:srgbClr val="D0D0C8"/>
            </a:solidFill>
          </a:ln>
        </p:spPr>
        <p:txBody>
          <a:bodyPr wrap="square" lIns="91440" tIns="45720" rIns="91440" bIns="45720" anchor="t"/>
          <a:lstStyle/>
          <a:p>
            <a:pPr algn="l">
              <a:buNone/>
            </a:pPr>
            <a:r>
              <a:rPr lang="en-US" sz="1000" b="1">
                <a:solidFill>
                  <a:srgbClr val="1B4332"/>
                </a:solidFill>
                <a:latin typeface="Arial"/>
              </a:rPr>
              <a:t>Tyson ID Card + Welcome</a:t>
            </a:r>
          </a:p>
          <a:p>
            <a:pPr algn="l">
              <a:buNone/>
            </a:pPr>
            <a:r>
              <a:rPr lang="en-US" sz="900">
                <a:solidFill>
                  <a:srgbClr val="333333"/>
                </a:solidFill>
                <a:latin typeface="Arial"/>
              </a:rPr>
              <a:t>Combined uplift of +0.285%; ID Card baseline reflects post-letter behavior</a:t>
            </a:r>
          </a:p>
          <a:p>
            <a:pPr algn="l">
              <a:buNone/>
            </a:pPr>
            <a:r>
              <a:rPr lang="en-US" sz="900" b="1">
                <a:solidFill>
                  <a:srgbClr val="005041"/>
                </a:solidFill>
                <a:latin typeface="Arial"/>
              </a:rPr>
              <a:t>↑ Directional lift</a:t>
            </a:r>
          </a:p>
        </p:txBody>
      </p:sp>
      <p:sp>
        <p:nvSpPr>
          <p:cNvPr id="128" name="Dir3"/>
          <p:cNvSpPr/>
          <p:nvPr/>
        </p:nvSpPr>
        <p:spPr>
          <a:xfrm>
            <a:off x="6146800" y="4387868"/>
            <a:ext cx="2730500" cy="705389"/>
          </a:xfrm>
          <a:prstGeom prst="roundRect">
            <a:avLst>
              <a:gd name="adj" fmla="val 5000"/>
            </a:avLst>
          </a:prstGeom>
          <a:solidFill>
            <a:srgbClr val="F5F5F0"/>
          </a:solidFill>
          <a:ln w="12700">
            <a:solidFill>
              <a:srgbClr val="D0D0C8"/>
            </a:solidFill>
          </a:ln>
        </p:spPr>
        <p:txBody>
          <a:bodyPr wrap="square" lIns="91440" tIns="45720" rIns="91440" bIns="45720" anchor="t"/>
          <a:lstStyle/>
          <a:p>
            <a:pPr algn="l">
              <a:buNone/>
            </a:pPr>
            <a:r>
              <a:rPr lang="en-US" sz="1000" b="1">
                <a:solidFill>
                  <a:srgbClr val="1B4332"/>
                </a:solidFill>
                <a:latin typeface="Arial"/>
              </a:rPr>
              <a:t>Ferguson Cancer Mailer</a:t>
            </a:r>
          </a:p>
          <a:p>
            <a:pPr algn="l">
              <a:buNone/>
            </a:pPr>
            <a:r>
              <a:rPr lang="en-US" sz="900">
                <a:solidFill>
                  <a:srgbClr val="333333"/>
                </a:solidFill>
                <a:latin typeface="Arial"/>
              </a:rPr>
              <a:t>No measurable call increase; flat results for low-prevalence condition</a:t>
            </a:r>
          </a:p>
          <a:p>
            <a:pPr algn="l">
              <a:buNone/>
            </a:pPr>
            <a:r>
              <a:rPr lang="en-US" sz="900" b="1">
                <a:solidFill>
                  <a:srgbClr val="666666"/>
                </a:solidFill>
                <a:latin typeface="Arial"/>
              </a:rPr>
              <a:t>↔ Flat (not a failure)</a:t>
            </a:r>
          </a:p>
        </p:txBody>
      </p:sp>
      <p:sp>
        <p:nvSpPr>
          <p:cNvPr id="129" name="Dir4"/>
          <p:cNvSpPr/>
          <p:nvPr/>
        </p:nvSpPr>
        <p:spPr>
          <a:xfrm>
            <a:off x="8966200" y="4387868"/>
            <a:ext cx="2730500" cy="705389"/>
          </a:xfrm>
          <a:prstGeom prst="roundRect">
            <a:avLst>
              <a:gd name="adj" fmla="val 5000"/>
            </a:avLst>
          </a:prstGeom>
          <a:solidFill>
            <a:srgbClr val="F5F5F0"/>
          </a:solidFill>
          <a:ln w="12700">
            <a:solidFill>
              <a:srgbClr val="D0D0C8"/>
            </a:solidFill>
          </a:ln>
        </p:spPr>
        <p:txBody>
          <a:bodyPr wrap="square" lIns="91440" tIns="45720" rIns="91440" bIns="45720" anchor="t"/>
          <a:lstStyle/>
          <a:p>
            <a:pPr algn="l">
              <a:buNone/>
            </a:pPr>
            <a:r>
              <a:rPr lang="en-US" sz="1000" b="1">
                <a:solidFill>
                  <a:srgbClr val="1B4332"/>
                </a:solidFill>
                <a:latin typeface="Arial"/>
              </a:rPr>
              <a:t>M-DCPS Int. vs Ext.</a:t>
            </a:r>
          </a:p>
          <a:p>
            <a:pPr algn="l">
              <a:buNone/>
            </a:pPr>
            <a:r>
              <a:rPr lang="en-US" sz="900">
                <a:solidFill>
                  <a:srgbClr val="333333"/>
                </a:solidFill>
                <a:latin typeface="Arial"/>
              </a:rPr>
              <a:t>Internal sends avg ~80%+ lift vs ~50% external; Lantern outperforms</a:t>
            </a:r>
          </a:p>
          <a:p>
            <a:pPr algn="l">
              <a:buNone/>
            </a:pPr>
            <a:r>
              <a:rPr lang="en-US" sz="900" b="1">
                <a:solidFill>
                  <a:srgbClr val="005041"/>
                </a:solidFill>
                <a:latin typeface="Arial"/>
              </a:rPr>
              <a:t>✓ Internal outperforms</a:t>
            </a:r>
          </a:p>
        </p:txBody>
      </p:sp>
    </p:spTree>
    <p:extLst>
      <p:ext uri="{BB962C8B-B14F-4D97-AF65-F5344CB8AC3E}">
        <p14:creationId xmlns:p14="http://schemas.microsoft.com/office/powerpoint/2010/main" val="1515421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10720-CFA2-A020-8AEA-84B28DDD210A}"/>
            </a:ext>
          </a:extLst>
        </p:cNvPr>
        <p:cNvGrpSpPr/>
        <p:nvPr/>
      </p:nvGrpSpPr>
      <p:grpSpPr>
        <a:xfrm>
          <a:off x="0" y="0"/>
          <a:ext cx="0" cy="0"/>
          <a:chOff x="0" y="0"/>
          <a:chExt cx="0" cy="0"/>
        </a:xfrm>
      </p:grpSpPr>
      <p:sp>
        <p:nvSpPr>
          <p:cNvPr id="20" name="Title"/>
          <p:cNvSpPr txBox="1"/>
          <p:nvPr/>
        </p:nvSpPr>
        <p:spPr>
          <a:xfrm>
            <a:off x="508000" y="203200"/>
            <a:ext cx="8890000" cy="431800"/>
          </a:xfrm>
          <a:prstGeom prst="rect">
            <a:avLst/>
          </a:prstGeom>
          <a:noFill/>
        </p:spPr>
        <p:txBody>
          <a:bodyPr wrap="square" lIns="0" tIns="0" rIns="0" bIns="0" anchor="b"/>
          <a:lstStyle/>
          <a:p>
            <a:r>
              <a:rPr lang="en-US" sz="2200" b="1">
                <a:solidFill>
                  <a:srgbClr val="1B4332"/>
                </a:solidFill>
                <a:latin typeface="Arial"/>
              </a:rPr>
              <a:t>Q1 2026 - NC Window Test Results</a:t>
            </a:r>
          </a:p>
        </p:txBody>
      </p:sp>
      <p:sp>
        <p:nvSpPr>
          <p:cNvPr id="21" name="Subtitle"/>
          <p:cNvSpPr txBox="1"/>
          <p:nvPr/>
        </p:nvSpPr>
        <p:spPr>
          <a:xfrm>
            <a:off x="508000" y="635000"/>
            <a:ext cx="11176000" cy="254000"/>
          </a:xfrm>
          <a:prstGeom prst="rect">
            <a:avLst/>
          </a:prstGeom>
          <a:noFill/>
        </p:spPr>
        <p:txBody>
          <a:bodyPr wrap="square" lIns="0" tIns="0" rIns="0" bIns="0" anchor="t"/>
          <a:lstStyle/>
          <a:p>
            <a:pPr algn="l">
              <a:buNone/>
            </a:pPr>
            <a:r>
              <a:rPr lang="en-US" sz="1100">
                <a:solidFill>
                  <a:srgbClr val="666666"/>
                </a:solidFill>
                <a:latin typeface="Arial"/>
              </a:rPr>
              <a:t>Large Window vs. Small Window envelope  |  28-day pre/post analysis  |  Call rate &amp; case rate per piece mailed</a:t>
            </a:r>
          </a:p>
        </p:txBody>
      </p:sp>
      <p:sp>
        <p:nvSpPr>
          <p:cNvPr id="22" name="Line"/>
          <p:cNvSpPr/>
          <p:nvPr/>
        </p:nvSpPr>
        <p:spPr>
          <a:xfrm>
            <a:off x="508000" y="927100"/>
            <a:ext cx="11176000" cy="0"/>
          </a:xfrm>
          <a:prstGeom prst="line">
            <a:avLst/>
          </a:prstGeom>
          <a:ln w="12700">
            <a:solidFill>
              <a:srgbClr val="2D6A4F"/>
            </a:solidFill>
          </a:ln>
        </p:spPr>
        <p:txBody>
          <a:bodyPr/>
          <a:lstStyle/>
          <a:p>
            <a:endParaRPr lang="en-US"/>
          </a:p>
        </p:txBody>
      </p:sp>
      <p:sp>
        <p:nvSpPr>
          <p:cNvPr id="23" name="Card23"/>
          <p:cNvSpPr/>
          <p:nvPr/>
        </p:nvSpPr>
        <p:spPr>
          <a:xfrm>
            <a:off x="623455" y="1166091"/>
            <a:ext cx="3556000" cy="914400"/>
          </a:xfrm>
          <a:prstGeom prst="roundRect">
            <a:avLst>
              <a:gd name="adj" fmla="val 5000"/>
            </a:avLst>
          </a:prstGeom>
          <a:solidFill>
            <a:srgbClr val="1B4332"/>
          </a:solidFill>
          <a:ln w="0">
            <a:noFill/>
          </a:ln>
        </p:spPr>
        <p:txBody>
          <a:bodyPr wrap="square" lIns="72000" tIns="36000" rIns="72000" bIns="36000" anchor="ctr"/>
          <a:lstStyle/>
          <a:p>
            <a:pPr algn="ctr">
              <a:buNone/>
            </a:pPr>
            <a:r>
              <a:rPr lang="en-US" sz="900" b="1">
                <a:solidFill>
                  <a:schemeClr val="bg1"/>
                </a:solidFill>
                <a:latin typeface="Arial"/>
              </a:rPr>
              <a:t>CALL RATE</a:t>
            </a:r>
          </a:p>
          <a:p>
            <a:pPr algn="ctr">
              <a:buNone/>
            </a:pPr>
            <a:r>
              <a:rPr lang="en-US" sz="1800" b="1">
                <a:solidFill>
                  <a:srgbClr val="FFFFFF"/>
                </a:solidFill>
                <a:latin typeface="Arial"/>
              </a:rPr>
              <a:t>0.951</a:t>
            </a:r>
            <a:r>
              <a:rPr lang="en-US" b="1">
                <a:solidFill>
                  <a:srgbClr val="FFFFFF"/>
                </a:solidFill>
                <a:latin typeface="Arial"/>
              </a:rPr>
              <a:t>%  vs 0.856%</a:t>
            </a:r>
          </a:p>
          <a:p>
            <a:pPr algn="ctr">
              <a:buNone/>
            </a:pPr>
            <a:r>
              <a:rPr lang="en-US" sz="800" i="1">
                <a:solidFill>
                  <a:schemeClr val="bg1"/>
                </a:solidFill>
                <a:latin typeface="Arial"/>
              </a:rPr>
              <a:t>Significant at 95% CI</a:t>
            </a:r>
          </a:p>
        </p:txBody>
      </p:sp>
      <p:sp>
        <p:nvSpPr>
          <p:cNvPr id="24" name="Card24"/>
          <p:cNvSpPr/>
          <p:nvPr/>
        </p:nvSpPr>
        <p:spPr>
          <a:xfrm>
            <a:off x="4306455" y="1166091"/>
            <a:ext cx="3556000" cy="914400"/>
          </a:xfrm>
          <a:prstGeom prst="roundRect">
            <a:avLst>
              <a:gd name="adj" fmla="val 5000"/>
            </a:avLst>
          </a:prstGeom>
          <a:solidFill>
            <a:srgbClr val="2D6A4F"/>
          </a:solidFill>
          <a:ln w="0">
            <a:noFill/>
          </a:ln>
        </p:spPr>
        <p:txBody>
          <a:bodyPr wrap="square" lIns="72000" tIns="36000" rIns="72000" bIns="36000" anchor="ctr"/>
          <a:lstStyle/>
          <a:p>
            <a:pPr algn="ctr">
              <a:buNone/>
            </a:pPr>
            <a:r>
              <a:rPr lang="en-US" sz="900" b="1">
                <a:solidFill>
                  <a:schemeClr val="bg1"/>
                </a:solidFill>
                <a:latin typeface="Arial"/>
              </a:rPr>
              <a:t>CALL RATE LIFT</a:t>
            </a:r>
          </a:p>
          <a:p>
            <a:pPr algn="ctr">
              <a:buNone/>
            </a:pPr>
            <a:r>
              <a:rPr lang="en-US" sz="1800" b="1">
                <a:solidFill>
                  <a:schemeClr val="bg1"/>
                </a:solidFill>
                <a:latin typeface="Arial"/>
              </a:rPr>
              <a:t>+</a:t>
            </a:r>
            <a:r>
              <a:rPr lang="en-US" b="1">
                <a:solidFill>
                  <a:schemeClr val="bg1"/>
                </a:solidFill>
                <a:latin typeface="Arial"/>
              </a:rPr>
              <a:t>0.074pp  (+11% relative)</a:t>
            </a:r>
          </a:p>
          <a:p>
            <a:pPr algn="ctr">
              <a:buNone/>
            </a:pPr>
            <a:r>
              <a:rPr lang="en-US" sz="800" i="1">
                <a:solidFill>
                  <a:schemeClr val="bg1"/>
                </a:solidFill>
                <a:latin typeface="Arial"/>
              </a:rPr>
              <a:t>Statistically significant</a:t>
            </a:r>
          </a:p>
        </p:txBody>
      </p:sp>
      <p:sp>
        <p:nvSpPr>
          <p:cNvPr id="25" name="Card25"/>
          <p:cNvSpPr/>
          <p:nvPr/>
        </p:nvSpPr>
        <p:spPr>
          <a:xfrm>
            <a:off x="7989455" y="1166091"/>
            <a:ext cx="3556000" cy="914400"/>
          </a:xfrm>
          <a:prstGeom prst="roundRect">
            <a:avLst>
              <a:gd name="adj" fmla="val 5000"/>
            </a:avLst>
          </a:prstGeom>
          <a:solidFill>
            <a:srgbClr val="40916C"/>
          </a:solidFill>
          <a:ln w="0">
            <a:noFill/>
          </a:ln>
        </p:spPr>
        <p:txBody>
          <a:bodyPr wrap="square" lIns="72000" tIns="36000" rIns="72000" bIns="36000" anchor="ctr"/>
          <a:lstStyle/>
          <a:p>
            <a:pPr algn="ctr">
              <a:buNone/>
            </a:pPr>
            <a:r>
              <a:rPr lang="en-US" sz="900" b="1">
                <a:solidFill>
                  <a:schemeClr val="bg1"/>
                </a:solidFill>
                <a:latin typeface="Arial"/>
              </a:rPr>
              <a:t>CASE RATE</a:t>
            </a:r>
          </a:p>
          <a:p>
            <a:pPr algn="ctr">
              <a:buNone/>
            </a:pPr>
            <a:r>
              <a:rPr lang="en-US" b="1">
                <a:solidFill>
                  <a:schemeClr val="bg1"/>
                </a:solidFill>
                <a:latin typeface="Arial"/>
              </a:rPr>
              <a:t>0.417%  vs 0.376%</a:t>
            </a:r>
          </a:p>
          <a:p>
            <a:pPr algn="ctr">
              <a:buNone/>
            </a:pPr>
            <a:r>
              <a:rPr lang="en-US" sz="800" i="1">
                <a:solidFill>
                  <a:schemeClr val="bg1"/>
                </a:solidFill>
                <a:latin typeface="Arial"/>
              </a:rPr>
              <a:t>Significant at 90% CI</a:t>
            </a:r>
          </a:p>
        </p:txBody>
      </p:sp>
      <p:sp>
        <p:nvSpPr>
          <p:cNvPr id="30" name="SectionLbl"/>
          <p:cNvSpPr txBox="1"/>
          <p:nvPr/>
        </p:nvSpPr>
        <p:spPr>
          <a:xfrm>
            <a:off x="508000" y="2178049"/>
            <a:ext cx="3810000" cy="254000"/>
          </a:xfrm>
          <a:prstGeom prst="rect">
            <a:avLst/>
          </a:prstGeom>
          <a:noFill/>
        </p:spPr>
        <p:txBody>
          <a:bodyPr wrap="square" lIns="0" tIns="0" rIns="0" bIns="0" anchor="b"/>
          <a:lstStyle/>
          <a:p>
            <a:pPr algn="l">
              <a:buNone/>
            </a:pPr>
            <a:r>
              <a:rPr lang="en-US" sz="1200" b="1">
                <a:solidFill>
                  <a:srgbClr val="1B4332"/>
                </a:solidFill>
                <a:latin typeface="Arial"/>
              </a:rPr>
              <a:t>Detailed Results</a:t>
            </a:r>
          </a:p>
        </p:txBody>
      </p:sp>
      <p:graphicFrame>
        <p:nvGraphicFramePr>
          <p:cNvPr id="31" name="DataTable"/>
          <p:cNvGraphicFramePr>
            <a:graphicFrameLocks noGrp="1"/>
          </p:cNvGraphicFramePr>
          <p:nvPr>
            <p:extLst>
              <p:ext uri="{D42A27DB-BD31-4B8C-83A1-F6EECF244321}">
                <p14:modId xmlns:p14="http://schemas.microsoft.com/office/powerpoint/2010/main" val="3687022628"/>
              </p:ext>
            </p:extLst>
          </p:nvPr>
        </p:nvGraphicFramePr>
        <p:xfrm>
          <a:off x="635000" y="2482849"/>
          <a:ext cx="10785856" cy="1447800"/>
        </p:xfrm>
        <a:graphic>
          <a:graphicData uri="http://schemas.openxmlformats.org/drawingml/2006/table">
            <a:tbl>
              <a:tblPr firstRow="1" bandRow="1">
                <a:noFill/>
              </a:tblPr>
              <a:tblGrid>
                <a:gridCol w="2229077">
                  <a:extLst>
                    <a:ext uri="{9D8B030D-6E8A-4147-A177-3AD203B41FA5}">
                      <a16:colId xmlns:a16="http://schemas.microsoft.com/office/drawing/2014/main" val="20000"/>
                    </a:ext>
                  </a:extLst>
                </a:gridCol>
                <a:gridCol w="1725737">
                  <a:extLst>
                    <a:ext uri="{9D8B030D-6E8A-4147-A177-3AD203B41FA5}">
                      <a16:colId xmlns:a16="http://schemas.microsoft.com/office/drawing/2014/main" val="20001"/>
                    </a:ext>
                  </a:extLst>
                </a:gridCol>
                <a:gridCol w="1725737">
                  <a:extLst>
                    <a:ext uri="{9D8B030D-6E8A-4147-A177-3AD203B41FA5}">
                      <a16:colId xmlns:a16="http://schemas.microsoft.com/office/drawing/2014/main" val="20002"/>
                    </a:ext>
                  </a:extLst>
                </a:gridCol>
                <a:gridCol w="1653831">
                  <a:extLst>
                    <a:ext uri="{9D8B030D-6E8A-4147-A177-3AD203B41FA5}">
                      <a16:colId xmlns:a16="http://schemas.microsoft.com/office/drawing/2014/main" val="20003"/>
                    </a:ext>
                  </a:extLst>
                </a:gridCol>
                <a:gridCol w="1725737">
                  <a:extLst>
                    <a:ext uri="{9D8B030D-6E8A-4147-A177-3AD203B41FA5}">
                      <a16:colId xmlns:a16="http://schemas.microsoft.com/office/drawing/2014/main" val="20004"/>
                    </a:ext>
                  </a:extLst>
                </a:gridCol>
                <a:gridCol w="1725737">
                  <a:extLst>
                    <a:ext uri="{9D8B030D-6E8A-4147-A177-3AD203B41FA5}">
                      <a16:colId xmlns:a16="http://schemas.microsoft.com/office/drawing/2014/main" val="20005"/>
                    </a:ext>
                  </a:extLst>
                </a:gridCol>
              </a:tblGrid>
              <a:tr h="330200">
                <a:tc>
                  <a:txBody>
                    <a:bodyPr/>
                    <a:lstStyle/>
                    <a:p>
                      <a:pPr algn="ctr">
                        <a:buNone/>
                      </a:pPr>
                      <a:r>
                        <a:rPr lang="en-US" sz="1000" b="1">
                          <a:solidFill>
                            <a:srgbClr val="FFFFFF"/>
                          </a:solidFill>
                          <a:latin typeface="Arial"/>
                        </a:rPr>
                        <a:t>Metric</a:t>
                      </a:r>
                    </a:p>
                  </a:txBody>
                  <a:tcPr marL="54864" marR="36576" marT="18288" marB="18288">
                    <a:solidFill>
                      <a:srgbClr val="1B4332"/>
                    </a:solidFill>
                  </a:tcPr>
                </a:tc>
                <a:tc>
                  <a:txBody>
                    <a:bodyPr/>
                    <a:lstStyle/>
                    <a:p>
                      <a:pPr algn="ctr">
                        <a:buNone/>
                      </a:pPr>
                      <a:r>
                        <a:rPr lang="en-US" sz="1000" b="1">
                          <a:solidFill>
                            <a:srgbClr val="FFFFFF"/>
                          </a:solidFill>
                          <a:latin typeface="Arial"/>
                        </a:rPr>
                        <a:t>Small Window</a:t>
                      </a:r>
                    </a:p>
                  </a:txBody>
                  <a:tcPr marL="54864" marR="36576" marT="18288" marB="18288">
                    <a:solidFill>
                      <a:srgbClr val="1B4332"/>
                    </a:solidFill>
                  </a:tcPr>
                </a:tc>
                <a:tc>
                  <a:txBody>
                    <a:bodyPr/>
                    <a:lstStyle/>
                    <a:p>
                      <a:pPr algn="ctr">
                        <a:buNone/>
                      </a:pPr>
                      <a:r>
                        <a:rPr lang="en-US" sz="1000" b="1">
                          <a:solidFill>
                            <a:srgbClr val="FFFFFF"/>
                          </a:solidFill>
                          <a:latin typeface="Arial"/>
                        </a:rPr>
                        <a:t>Large Window</a:t>
                      </a:r>
                    </a:p>
                  </a:txBody>
                  <a:tcPr marL="54864" marR="36576" marT="18288" marB="18288">
                    <a:solidFill>
                      <a:srgbClr val="1B4332"/>
                    </a:solidFill>
                  </a:tcPr>
                </a:tc>
                <a:tc>
                  <a:txBody>
                    <a:bodyPr/>
                    <a:lstStyle/>
                    <a:p>
                      <a:pPr algn="ctr">
                        <a:buNone/>
                      </a:pPr>
                      <a:r>
                        <a:rPr lang="en-US" sz="1000" b="1">
                          <a:solidFill>
                            <a:srgbClr val="FFFFFF"/>
                          </a:solidFill>
                          <a:latin typeface="Arial"/>
                        </a:rPr>
                        <a:t>Difference</a:t>
                      </a:r>
                    </a:p>
                  </a:txBody>
                  <a:tcPr marL="54864" marR="36576" marT="18288" marB="18288">
                    <a:solidFill>
                      <a:srgbClr val="1B4332"/>
                    </a:solidFill>
                  </a:tcPr>
                </a:tc>
                <a:tc>
                  <a:txBody>
                    <a:bodyPr/>
                    <a:lstStyle/>
                    <a:p>
                      <a:pPr algn="ctr">
                        <a:buNone/>
                      </a:pPr>
                      <a:r>
                        <a:rPr lang="en-US" sz="1000" b="1">
                          <a:solidFill>
                            <a:srgbClr val="FFFFFF"/>
                          </a:solidFill>
                          <a:latin typeface="Arial"/>
                        </a:rPr>
                        <a:t>Significance</a:t>
                      </a:r>
                    </a:p>
                  </a:txBody>
                  <a:tcPr marL="54864" marR="36576" marT="18288" marB="18288">
                    <a:solidFill>
                      <a:srgbClr val="1B4332"/>
                    </a:solidFill>
                  </a:tcPr>
                </a:tc>
                <a:tc>
                  <a:txBody>
                    <a:bodyPr/>
                    <a:lstStyle/>
                    <a:p>
                      <a:pPr algn="ctr">
                        <a:buNone/>
                      </a:pPr>
                      <a:r>
                        <a:rPr lang="en-US" sz="1000" b="1">
                          <a:solidFill>
                            <a:srgbClr val="FFFFFF"/>
                          </a:solidFill>
                          <a:latin typeface="Arial"/>
                        </a:rPr>
                        <a:t>Result</a:t>
                      </a:r>
                    </a:p>
                  </a:txBody>
                  <a:tcPr marL="54864" marR="36576" marT="18288" marB="18288">
                    <a:solidFill>
                      <a:srgbClr val="1B4332"/>
                    </a:solidFill>
                  </a:tcPr>
                </a:tc>
                <a:extLst>
                  <a:ext uri="{0D108BD9-81ED-4DB2-BD59-A6C34878D82A}">
                    <a16:rowId xmlns:a16="http://schemas.microsoft.com/office/drawing/2014/main" val="10000"/>
                  </a:ext>
                </a:extLst>
              </a:tr>
              <a:tr h="279400">
                <a:tc>
                  <a:txBody>
                    <a:bodyPr/>
                    <a:lstStyle/>
                    <a:p>
                      <a:pPr algn="l">
                        <a:buNone/>
                      </a:pPr>
                      <a:r>
                        <a:rPr lang="en-US" sz="1000">
                          <a:solidFill>
                            <a:srgbClr val="333333"/>
                          </a:solidFill>
                          <a:latin typeface="Arial"/>
                        </a:rPr>
                        <a:t>Send Count</a:t>
                      </a:r>
                    </a:p>
                  </a:txBody>
                  <a:tcPr marL="54864" marR="36576" marT="18288" marB="18288">
                    <a:solidFill>
                      <a:srgbClr val="F0F7F4"/>
                    </a:solidFill>
                  </a:tcPr>
                </a:tc>
                <a:tc>
                  <a:txBody>
                    <a:bodyPr/>
                    <a:lstStyle/>
                    <a:p>
                      <a:pPr algn="ctr">
                        <a:buNone/>
                      </a:pPr>
                      <a:r>
                        <a:rPr lang="en-US" sz="1000">
                          <a:solidFill>
                            <a:srgbClr val="333333"/>
                          </a:solidFill>
                          <a:latin typeface="Arial"/>
                        </a:rPr>
                        <a:t>243,491</a:t>
                      </a:r>
                    </a:p>
                  </a:txBody>
                  <a:tcPr marL="54864" marR="36576" marT="18288" marB="18288">
                    <a:solidFill>
                      <a:srgbClr val="F0F7F4"/>
                    </a:solidFill>
                  </a:tcPr>
                </a:tc>
                <a:tc>
                  <a:txBody>
                    <a:bodyPr/>
                    <a:lstStyle/>
                    <a:p>
                      <a:pPr algn="ctr">
                        <a:buNone/>
                      </a:pPr>
                      <a:r>
                        <a:rPr lang="en-US" sz="1000">
                          <a:solidFill>
                            <a:srgbClr val="333333"/>
                          </a:solidFill>
                          <a:latin typeface="Arial"/>
                        </a:rPr>
                        <a:t>90,876</a:t>
                      </a:r>
                    </a:p>
                  </a:txBody>
                  <a:tcPr marL="54864" marR="36576" marT="18288" marB="18288">
                    <a:solidFill>
                      <a:srgbClr val="F0F7F4"/>
                    </a:solidFill>
                  </a:tcPr>
                </a:tc>
                <a:tc>
                  <a:txBody>
                    <a:bodyPr/>
                    <a:lstStyle/>
                    <a:p>
                      <a:pPr algn="ctr">
                        <a:buNone/>
                      </a:pPr>
                      <a:r>
                        <a:rPr lang="en-US" sz="1000">
                          <a:solidFill>
                            <a:srgbClr val="333333"/>
                          </a:solidFill>
                          <a:latin typeface="Arial"/>
                        </a:rPr>
                        <a:t>—</a:t>
                      </a:r>
                    </a:p>
                  </a:txBody>
                  <a:tcPr marL="54864" marR="36576" marT="18288" marB="18288">
                    <a:solidFill>
                      <a:srgbClr val="F0F7F4"/>
                    </a:solidFill>
                  </a:tcPr>
                </a:tc>
                <a:tc>
                  <a:txBody>
                    <a:bodyPr/>
                    <a:lstStyle/>
                    <a:p>
                      <a:pPr algn="ctr">
                        <a:buNone/>
                      </a:pPr>
                      <a:r>
                        <a:rPr lang="en-US" sz="1000">
                          <a:solidFill>
                            <a:srgbClr val="333333"/>
                          </a:solidFill>
                          <a:latin typeface="Arial"/>
                        </a:rPr>
                        <a:t>—</a:t>
                      </a:r>
                    </a:p>
                  </a:txBody>
                  <a:tcPr marL="54864" marR="36576" marT="18288" marB="18288">
                    <a:solidFill>
                      <a:srgbClr val="F0F7F4"/>
                    </a:solidFill>
                  </a:tcPr>
                </a:tc>
                <a:tc>
                  <a:txBody>
                    <a:bodyPr/>
                    <a:lstStyle/>
                    <a:p>
                      <a:pPr algn="ctr">
                        <a:buNone/>
                      </a:pPr>
                      <a:r>
                        <a:rPr lang="en-US" sz="1000">
                          <a:solidFill>
                            <a:srgbClr val="333333"/>
                          </a:solidFill>
                          <a:latin typeface="Arial"/>
                        </a:rPr>
                        <a:t>—</a:t>
                      </a:r>
                    </a:p>
                  </a:txBody>
                  <a:tcPr marL="54864" marR="36576" marT="18288" marB="18288">
                    <a:solidFill>
                      <a:srgbClr val="F0F7F4"/>
                    </a:solidFill>
                  </a:tcPr>
                </a:tc>
                <a:extLst>
                  <a:ext uri="{0D108BD9-81ED-4DB2-BD59-A6C34878D82A}">
                    <a16:rowId xmlns:a16="http://schemas.microsoft.com/office/drawing/2014/main" val="10001"/>
                  </a:ext>
                </a:extLst>
              </a:tr>
              <a:tr h="279400">
                <a:tc>
                  <a:txBody>
                    <a:bodyPr/>
                    <a:lstStyle/>
                    <a:p>
                      <a:pPr algn="l">
                        <a:buNone/>
                      </a:pPr>
                      <a:r>
                        <a:rPr lang="en-US" sz="1000">
                          <a:solidFill>
                            <a:srgbClr val="333333"/>
                          </a:solidFill>
                          <a:latin typeface="Arial"/>
                        </a:rPr>
                        <a:t>Call Rate (After ID Send)</a:t>
                      </a:r>
                    </a:p>
                  </a:txBody>
                  <a:tcPr marL="54864" marR="36576" marT="18288" marB="18288">
                    <a:solidFill>
                      <a:srgbClr val="F0F7F4"/>
                    </a:solidFill>
                  </a:tcPr>
                </a:tc>
                <a:tc>
                  <a:txBody>
                    <a:bodyPr/>
                    <a:lstStyle/>
                    <a:p>
                      <a:pPr algn="ctr">
                        <a:buNone/>
                      </a:pPr>
                      <a:r>
                        <a:rPr lang="en-US" sz="1000">
                          <a:solidFill>
                            <a:srgbClr val="333333"/>
                          </a:solidFill>
                          <a:latin typeface="Arial"/>
                        </a:rPr>
                        <a:t>0.856%</a:t>
                      </a:r>
                    </a:p>
                  </a:txBody>
                  <a:tcPr marL="54864" marR="36576" marT="18288" marB="18288">
                    <a:solidFill>
                      <a:srgbClr val="F0F7F4"/>
                    </a:solidFill>
                  </a:tcPr>
                </a:tc>
                <a:tc>
                  <a:txBody>
                    <a:bodyPr/>
                    <a:lstStyle/>
                    <a:p>
                      <a:pPr algn="ctr">
                        <a:buNone/>
                      </a:pPr>
                      <a:r>
                        <a:rPr lang="en-US" sz="1000">
                          <a:solidFill>
                            <a:srgbClr val="333333"/>
                          </a:solidFill>
                          <a:latin typeface="Arial"/>
                        </a:rPr>
                        <a:t>0.951%</a:t>
                      </a:r>
                    </a:p>
                  </a:txBody>
                  <a:tcPr marL="54864" marR="36576" marT="18288" marB="18288">
                    <a:solidFill>
                      <a:srgbClr val="F0F7F4"/>
                    </a:solidFill>
                  </a:tcPr>
                </a:tc>
                <a:tc>
                  <a:txBody>
                    <a:bodyPr/>
                    <a:lstStyle/>
                    <a:p>
                      <a:pPr algn="ctr">
                        <a:buNone/>
                      </a:pPr>
                      <a:r>
                        <a:rPr lang="en-US" sz="1000">
                          <a:solidFill>
                            <a:srgbClr val="333333"/>
                          </a:solidFill>
                          <a:latin typeface="Arial"/>
                        </a:rPr>
                        <a:t>+0.095pp</a:t>
                      </a:r>
                    </a:p>
                  </a:txBody>
                  <a:tcPr marL="54864" marR="36576" marT="18288" marB="18288">
                    <a:solidFill>
                      <a:srgbClr val="F0F7F4"/>
                    </a:solidFill>
                  </a:tcPr>
                </a:tc>
                <a:tc>
                  <a:txBody>
                    <a:bodyPr/>
                    <a:lstStyle/>
                    <a:p>
                      <a:pPr algn="ctr">
                        <a:buNone/>
                      </a:pPr>
                      <a:r>
                        <a:rPr lang="en-US" sz="1000">
                          <a:solidFill>
                            <a:srgbClr val="333333"/>
                          </a:solidFill>
                          <a:latin typeface="Arial"/>
                        </a:rPr>
                        <a:t>95% confidence</a:t>
                      </a:r>
                    </a:p>
                  </a:txBody>
                  <a:tcPr marL="54864" marR="36576" marT="18288" marB="18288">
                    <a:solidFill>
                      <a:srgbClr val="F0F7F4"/>
                    </a:solidFill>
                  </a:tcPr>
                </a:tc>
                <a:tc>
                  <a:txBody>
                    <a:bodyPr/>
                    <a:lstStyle/>
                    <a:p>
                      <a:pPr algn="ctr">
                        <a:buNone/>
                      </a:pPr>
                      <a:r>
                        <a:rPr lang="en-US" sz="1000" b="1">
                          <a:solidFill>
                            <a:srgbClr val="1B4332"/>
                          </a:solidFill>
                          <a:latin typeface="Arial"/>
                        </a:rPr>
                        <a:t>Large Window</a:t>
                      </a:r>
                    </a:p>
                  </a:txBody>
                  <a:tcPr marL="54864" marR="36576" marT="18288" marB="18288">
                    <a:solidFill>
                      <a:srgbClr val="D4EDDA"/>
                    </a:solidFill>
                  </a:tcPr>
                </a:tc>
                <a:extLst>
                  <a:ext uri="{0D108BD9-81ED-4DB2-BD59-A6C34878D82A}">
                    <a16:rowId xmlns:a16="http://schemas.microsoft.com/office/drawing/2014/main" val="10003"/>
                  </a:ext>
                </a:extLst>
              </a:tr>
              <a:tr h="279400">
                <a:tc>
                  <a:txBody>
                    <a:bodyPr/>
                    <a:lstStyle/>
                    <a:p>
                      <a:pPr algn="l">
                        <a:buNone/>
                      </a:pPr>
                      <a:r>
                        <a:rPr lang="en-US" sz="1000">
                          <a:solidFill>
                            <a:srgbClr val="333333"/>
                          </a:solidFill>
                          <a:latin typeface="Arial"/>
                        </a:rPr>
                        <a:t>Call Lift (DiD)</a:t>
                      </a:r>
                    </a:p>
                  </a:txBody>
                  <a:tcPr marL="54864" marR="36576" marT="18288" marB="18288">
                    <a:solidFill>
                      <a:srgbClr val="FFFFFF"/>
                    </a:solidFill>
                  </a:tcPr>
                </a:tc>
                <a:tc>
                  <a:txBody>
                    <a:bodyPr/>
                    <a:lstStyle/>
                    <a:p>
                      <a:pPr algn="ctr">
                        <a:buNone/>
                      </a:pPr>
                      <a:r>
                        <a:rPr lang="en-US" sz="1000">
                          <a:solidFill>
                            <a:srgbClr val="333333"/>
                          </a:solidFill>
                          <a:latin typeface="Arial"/>
                        </a:rPr>
                        <a:t>—</a:t>
                      </a:r>
                    </a:p>
                  </a:txBody>
                  <a:tcPr marL="54864" marR="36576" marT="18288" marB="18288">
                    <a:solidFill>
                      <a:srgbClr val="FFFFFF"/>
                    </a:solidFill>
                  </a:tcPr>
                </a:tc>
                <a:tc>
                  <a:txBody>
                    <a:bodyPr/>
                    <a:lstStyle/>
                    <a:p>
                      <a:pPr algn="ctr">
                        <a:buNone/>
                      </a:pPr>
                      <a:r>
                        <a:rPr lang="en-US" sz="1000">
                          <a:solidFill>
                            <a:srgbClr val="333333"/>
                          </a:solidFill>
                          <a:latin typeface="Arial"/>
                        </a:rPr>
                        <a:t>+0.074pp</a:t>
                      </a:r>
                    </a:p>
                  </a:txBody>
                  <a:tcPr marL="54864" marR="36576" marT="18288" marB="18288">
                    <a:solidFill>
                      <a:srgbClr val="FFFFFF"/>
                    </a:solidFill>
                  </a:tcPr>
                </a:tc>
                <a:tc>
                  <a:txBody>
                    <a:bodyPr/>
                    <a:lstStyle/>
                    <a:p>
                      <a:pPr algn="ctr">
                        <a:buNone/>
                      </a:pPr>
                      <a:r>
                        <a:rPr lang="en-US" sz="1000">
                          <a:solidFill>
                            <a:srgbClr val="333333"/>
                          </a:solidFill>
                          <a:latin typeface="Arial"/>
                        </a:rPr>
                        <a:t>+11% relative</a:t>
                      </a:r>
                    </a:p>
                  </a:txBody>
                  <a:tcPr marL="54864" marR="36576" marT="18288" marB="18288">
                    <a:solidFill>
                      <a:srgbClr val="FFFFFF"/>
                    </a:solidFill>
                  </a:tcPr>
                </a:tc>
                <a:tc>
                  <a:txBody>
                    <a:bodyPr/>
                    <a:lstStyle/>
                    <a:p>
                      <a:pPr algn="ctr">
                        <a:buNone/>
                      </a:pPr>
                      <a:r>
                        <a:rPr lang="en-US" sz="1000">
                          <a:solidFill>
                            <a:srgbClr val="333333"/>
                          </a:solidFill>
                          <a:latin typeface="Arial"/>
                        </a:rPr>
                        <a:t>Significant</a:t>
                      </a:r>
                    </a:p>
                  </a:txBody>
                  <a:tcPr marL="54864" marR="36576" marT="18288" marB="18288">
                    <a:solidFill>
                      <a:srgbClr val="FFFFFF"/>
                    </a:solidFill>
                  </a:tcPr>
                </a:tc>
                <a:tc>
                  <a:txBody>
                    <a:bodyPr/>
                    <a:lstStyle/>
                    <a:p>
                      <a:pPr algn="ctr">
                        <a:buNone/>
                      </a:pPr>
                      <a:r>
                        <a:rPr lang="en-US" sz="1000" b="1">
                          <a:solidFill>
                            <a:srgbClr val="1B4332"/>
                          </a:solidFill>
                          <a:latin typeface="Arial"/>
                        </a:rPr>
                        <a:t>Large Window</a:t>
                      </a:r>
                    </a:p>
                  </a:txBody>
                  <a:tcPr marL="54864" marR="36576" marT="18288" marB="18288">
                    <a:solidFill>
                      <a:srgbClr val="D4EDDA"/>
                    </a:solidFill>
                  </a:tcPr>
                </a:tc>
                <a:extLst>
                  <a:ext uri="{0D108BD9-81ED-4DB2-BD59-A6C34878D82A}">
                    <a16:rowId xmlns:a16="http://schemas.microsoft.com/office/drawing/2014/main" val="10004"/>
                  </a:ext>
                </a:extLst>
              </a:tr>
              <a:tr h="279400">
                <a:tc>
                  <a:txBody>
                    <a:bodyPr/>
                    <a:lstStyle/>
                    <a:p>
                      <a:pPr algn="l">
                        <a:buNone/>
                      </a:pPr>
                      <a:r>
                        <a:rPr lang="en-US" sz="1000">
                          <a:solidFill>
                            <a:srgbClr val="333333"/>
                          </a:solidFill>
                          <a:latin typeface="Arial"/>
                        </a:rPr>
                        <a:t>Case Rate (After ID Send)</a:t>
                      </a:r>
                    </a:p>
                  </a:txBody>
                  <a:tcPr marL="54864" marR="36576" marT="18288" marB="18288">
                    <a:solidFill>
                      <a:srgbClr val="FFFFFF"/>
                    </a:solidFill>
                  </a:tcPr>
                </a:tc>
                <a:tc>
                  <a:txBody>
                    <a:bodyPr/>
                    <a:lstStyle/>
                    <a:p>
                      <a:pPr algn="ctr">
                        <a:buNone/>
                      </a:pPr>
                      <a:r>
                        <a:rPr lang="en-US" sz="1000">
                          <a:solidFill>
                            <a:srgbClr val="333333"/>
                          </a:solidFill>
                          <a:latin typeface="Arial"/>
                        </a:rPr>
                        <a:t>0.376%</a:t>
                      </a:r>
                    </a:p>
                  </a:txBody>
                  <a:tcPr marL="54864" marR="36576" marT="18288" marB="18288">
                    <a:solidFill>
                      <a:srgbClr val="FFFFFF"/>
                    </a:solidFill>
                  </a:tcPr>
                </a:tc>
                <a:tc>
                  <a:txBody>
                    <a:bodyPr/>
                    <a:lstStyle/>
                    <a:p>
                      <a:pPr algn="ctr">
                        <a:buNone/>
                      </a:pPr>
                      <a:r>
                        <a:rPr lang="en-US" sz="1000">
                          <a:solidFill>
                            <a:srgbClr val="333333"/>
                          </a:solidFill>
                          <a:latin typeface="Arial"/>
                        </a:rPr>
                        <a:t>0.417%</a:t>
                      </a:r>
                    </a:p>
                  </a:txBody>
                  <a:tcPr marL="54864" marR="36576" marT="18288" marB="18288">
                    <a:solidFill>
                      <a:srgbClr val="FFFFFF"/>
                    </a:solidFill>
                  </a:tcPr>
                </a:tc>
                <a:tc>
                  <a:txBody>
                    <a:bodyPr/>
                    <a:lstStyle/>
                    <a:p>
                      <a:pPr algn="ctr">
                        <a:buNone/>
                      </a:pPr>
                      <a:r>
                        <a:rPr lang="en-US" sz="1000">
                          <a:solidFill>
                            <a:srgbClr val="333333"/>
                          </a:solidFill>
                          <a:latin typeface="Arial"/>
                        </a:rPr>
                        <a:t>+0.041pp</a:t>
                      </a:r>
                    </a:p>
                  </a:txBody>
                  <a:tcPr marL="54864" marR="36576" marT="18288" marB="18288">
                    <a:solidFill>
                      <a:srgbClr val="FFFFFF"/>
                    </a:solidFill>
                  </a:tcPr>
                </a:tc>
                <a:tc>
                  <a:txBody>
                    <a:bodyPr/>
                    <a:lstStyle/>
                    <a:p>
                      <a:pPr algn="ctr">
                        <a:buNone/>
                      </a:pPr>
                      <a:r>
                        <a:rPr lang="en-US" sz="1000">
                          <a:solidFill>
                            <a:srgbClr val="333333"/>
                          </a:solidFill>
                          <a:latin typeface="Arial"/>
                        </a:rPr>
                        <a:t>90% confidence</a:t>
                      </a:r>
                    </a:p>
                  </a:txBody>
                  <a:tcPr marL="54864" marR="36576" marT="18288" marB="18288">
                    <a:solidFill>
                      <a:srgbClr val="FFFFFF"/>
                    </a:solidFill>
                  </a:tcPr>
                </a:tc>
                <a:tc>
                  <a:txBody>
                    <a:bodyPr/>
                    <a:lstStyle/>
                    <a:p>
                      <a:pPr algn="ctr">
                        <a:buNone/>
                      </a:pPr>
                      <a:r>
                        <a:rPr lang="en-US" sz="1000" b="1">
                          <a:solidFill>
                            <a:srgbClr val="1B4332"/>
                          </a:solidFill>
                          <a:latin typeface="Arial"/>
                        </a:rPr>
                        <a:t>Large Window</a:t>
                      </a:r>
                    </a:p>
                  </a:txBody>
                  <a:tcPr marL="54864" marR="36576" marT="18288" marB="18288">
                    <a:solidFill>
                      <a:srgbClr val="D4EDDA"/>
                    </a:solidFill>
                  </a:tcPr>
                </a:tc>
                <a:extLst>
                  <a:ext uri="{0D108BD9-81ED-4DB2-BD59-A6C34878D82A}">
                    <a16:rowId xmlns:a16="http://schemas.microsoft.com/office/drawing/2014/main" val="10006"/>
                  </a:ext>
                </a:extLst>
              </a:tr>
            </a:tbl>
          </a:graphicData>
        </a:graphic>
      </p:graphicFrame>
      <p:sp>
        <p:nvSpPr>
          <p:cNvPr id="35" name="RecoBox"/>
          <p:cNvSpPr/>
          <p:nvPr/>
        </p:nvSpPr>
        <p:spPr>
          <a:xfrm>
            <a:off x="635000" y="4241800"/>
            <a:ext cx="10922000" cy="1270000"/>
          </a:xfrm>
          <a:prstGeom prst="roundRect">
            <a:avLst>
              <a:gd name="adj" fmla="val 3000"/>
            </a:avLst>
          </a:prstGeom>
          <a:solidFill>
            <a:srgbClr val="F0F7F4"/>
          </a:solidFill>
          <a:ln w="12700">
            <a:solidFill>
              <a:srgbClr val="2D6A4F"/>
            </a:solidFill>
          </a:ln>
        </p:spPr>
        <p:txBody>
          <a:bodyPr wrap="square" lIns="137160" tIns="54864" rIns="137160" bIns="54864" anchor="ctr"/>
          <a:lstStyle/>
          <a:p>
            <a:pPr algn="l">
              <a:buNone/>
            </a:pPr>
            <a:r>
              <a:rPr lang="en-US" sz="2000" b="1">
                <a:solidFill>
                  <a:srgbClr val="1B4332"/>
                </a:solidFill>
                <a:latin typeface="Arial"/>
              </a:rPr>
              <a:t>Recommendation</a:t>
            </a:r>
          </a:p>
          <a:p>
            <a:pPr algn="l">
              <a:buNone/>
            </a:pPr>
            <a:r>
              <a:rPr lang="en-US" sz="1300">
                <a:solidFill>
                  <a:srgbClr val="333333"/>
                </a:solidFill>
                <a:latin typeface="Arial"/>
              </a:rPr>
              <a:t>The Large Window envelope is the stronger performer. The </a:t>
            </a:r>
            <a:r>
              <a:rPr lang="en-US" sz="1300" b="1">
                <a:solidFill>
                  <a:srgbClr val="1B4332"/>
                </a:solidFill>
                <a:latin typeface="Arial"/>
              </a:rPr>
              <a:t>11% relative improvement in call lift is statistically significant</a:t>
            </a:r>
            <a:r>
              <a:rPr lang="en-US" sz="1300">
                <a:solidFill>
                  <a:srgbClr val="333333"/>
                </a:solidFill>
                <a:latin typeface="Arial"/>
              </a:rPr>
              <a:t>, and groups were properly randomized. With both window types costing 10 cents per envelope, we recommend the Large Window format as the go-forward standard, with an expectation of a positive return on no net-new investment.</a:t>
            </a:r>
          </a:p>
        </p:txBody>
      </p:sp>
      <p:sp>
        <p:nvSpPr>
          <p:cNvPr id="40" name="MethodNote"/>
          <p:cNvSpPr txBox="1"/>
          <p:nvPr/>
        </p:nvSpPr>
        <p:spPr>
          <a:xfrm>
            <a:off x="508000" y="5867400"/>
            <a:ext cx="6350000" cy="228600"/>
          </a:xfrm>
          <a:prstGeom prst="rect">
            <a:avLst/>
          </a:prstGeom>
          <a:noFill/>
        </p:spPr>
        <p:txBody>
          <a:bodyPr wrap="square" lIns="0" tIns="0" rIns="0" bIns="0" anchor="t"/>
          <a:lstStyle/>
          <a:p>
            <a:pPr algn="l">
              <a:buNone/>
            </a:pPr>
            <a:r>
              <a:rPr lang="en-US" sz="800" i="1">
                <a:solidFill>
                  <a:srgbClr val="999999"/>
                </a:solidFill>
                <a:latin typeface="Arial"/>
              </a:rPr>
              <a:t>Methodology: 28-day pre/post mailing analysis. DiD = Difference-in-Differences. Both groups statistically equivalent pre-mailing.</a:t>
            </a:r>
          </a:p>
        </p:txBody>
      </p:sp>
    </p:spTree>
    <p:extLst>
      <p:ext uri="{BB962C8B-B14F-4D97-AF65-F5344CB8AC3E}">
        <p14:creationId xmlns:p14="http://schemas.microsoft.com/office/powerpoint/2010/main" val="4175938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BDC8A1B-72AD-447C-BDC0-E9982E9DA52D}"/>
              </a:ext>
            </a:extLst>
          </p:cNvPr>
          <p:cNvSpPr txBox="1"/>
          <p:nvPr/>
        </p:nvSpPr>
        <p:spPr>
          <a:xfrm>
            <a:off x="508000" y="203200"/>
            <a:ext cx="8890000" cy="431800"/>
          </a:xfrm>
          <a:prstGeom prst="rect">
            <a:avLst/>
          </a:prstGeom>
          <a:noFill/>
        </p:spPr>
        <p:txBody>
          <a:bodyPr vertOverflow="overflow" vert="horz" wrap="square" lIns="0" tIns="0" rIns="0" bIns="0" rtlCol="0" anchor="t">
            <a:noAutofit/>
          </a:bodyPr>
          <a:lstStyle/>
          <a:p>
            <a:pPr algn="l"/>
            <a:r>
              <a:rPr lang="en-US" sz="2200" b="1">
                <a:solidFill>
                  <a:srgbClr val="1B4332"/>
                </a:solidFill>
                <a:latin typeface="Arial"/>
                <a:cs typeface="Arial"/>
              </a:rPr>
              <a:t>Email Timing Test: Send Before vs. After ID Card</a:t>
            </a:r>
          </a:p>
        </p:txBody>
      </p:sp>
      <p:sp>
        <p:nvSpPr>
          <p:cNvPr id="6" name="TextBox 5">
            <a:extLst>
              <a:ext uri="{FF2B5EF4-FFF2-40B4-BE49-F238E27FC236}">
                <a16:creationId xmlns:a16="http://schemas.microsoft.com/office/drawing/2014/main" id="{AFE4A879-E297-46F0-AE4B-7081E547015F}"/>
              </a:ext>
            </a:extLst>
          </p:cNvPr>
          <p:cNvSpPr txBox="1"/>
          <p:nvPr/>
        </p:nvSpPr>
        <p:spPr>
          <a:xfrm>
            <a:off x="508000" y="635000"/>
            <a:ext cx="11176000" cy="254000"/>
          </a:xfrm>
          <a:prstGeom prst="rect">
            <a:avLst/>
          </a:prstGeom>
          <a:noFill/>
        </p:spPr>
        <p:txBody>
          <a:bodyPr vertOverflow="overflow" vert="horz" wrap="square" lIns="0" tIns="0" rIns="0" bIns="0" rtlCol="0" anchor="t">
            <a:noAutofit/>
          </a:bodyPr>
          <a:lstStyle/>
          <a:p>
            <a:pPr algn="l"/>
            <a:r>
              <a:rPr lang="en-US" sz="1100">
                <a:solidFill>
                  <a:srgbClr val="666666"/>
                </a:solidFill>
                <a:latin typeface="Arial"/>
                <a:cs typeface="Arial"/>
              </a:rPr>
              <a:t>165,255 total members  |  Iterable data collected 1 week after send  |  Opens, clicks &amp; conversions comparison</a:t>
            </a:r>
          </a:p>
        </p:txBody>
      </p:sp>
      <p:cxnSp>
        <p:nvCxnSpPr>
          <p:cNvPr id="7" name="Straight Arrow Connector 6">
            <a:extLst>
              <a:ext uri="{FF2B5EF4-FFF2-40B4-BE49-F238E27FC236}">
                <a16:creationId xmlns:a16="http://schemas.microsoft.com/office/drawing/2014/main" id="{47529A57-019C-46A4-A2F0-AE459B736D30}"/>
              </a:ext>
            </a:extLst>
          </p:cNvPr>
          <p:cNvCxnSpPr/>
          <p:nvPr/>
        </p:nvCxnSpPr>
        <p:spPr>
          <a:xfrm>
            <a:off x="508000" y="927100"/>
            <a:ext cx="11176000" cy="0"/>
          </a:xfrm>
          <a:prstGeom prst="straightConnector1">
            <a:avLst/>
          </a:prstGeom>
          <a:ln w="19050" cap="flat" cmpd="sng" algn="ctr">
            <a:solidFill>
              <a:srgbClr val="2D6A4F"/>
            </a:solidFill>
            <a:prstDash val="solid"/>
            <a:miter lim="800000"/>
          </a:ln>
        </p:spPr>
        <p:style>
          <a:lnRef idx="2">
            <a:schemeClr val="accent1"/>
          </a:lnRef>
          <a:fillRef idx="0">
            <a:schemeClr val="accent1"/>
          </a:fillRef>
          <a:effectRef idx="1">
            <a:schemeClr val="accent1"/>
          </a:effectRef>
          <a:fontRef idx="minor">
            <a:schemeClr val="tx1"/>
          </a:fontRef>
        </p:style>
      </p:cxnSp>
      <p:sp>
        <p:nvSpPr>
          <p:cNvPr id="8" name="BeforeCard">
            <a:extLst>
              <a:ext uri="{FF2B5EF4-FFF2-40B4-BE49-F238E27FC236}">
                <a16:creationId xmlns:a16="http://schemas.microsoft.com/office/drawing/2014/main" id="{0777D21E-930A-4F77-8690-D0385A5B0480}"/>
              </a:ext>
            </a:extLst>
          </p:cNvPr>
          <p:cNvSpPr/>
          <p:nvPr/>
        </p:nvSpPr>
        <p:spPr>
          <a:xfrm>
            <a:off x="508001" y="1121075"/>
            <a:ext cx="4920648" cy="2413000"/>
          </a:xfrm>
          <a:prstGeom prst="roundRect">
            <a:avLst/>
          </a:prstGeom>
          <a:solidFill>
            <a:srgbClr val="F0F7F4"/>
          </a:solidFill>
          <a:ln w="12700" cap="flat" cmpd="sng" algn="ctr">
            <a:solidFill>
              <a:srgbClr val="2D6A4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t" anchorCtr="0"/>
          <a:lstStyle/>
          <a:p>
            <a:pPr algn="l">
              <a:buNone/>
            </a:pPr>
            <a:endParaRPr lang="en-US" sz="1400" b="1">
              <a:solidFill>
                <a:srgbClr val="2D6A4F"/>
              </a:solidFill>
              <a:latin typeface="Arial"/>
            </a:endParaRPr>
          </a:p>
          <a:p>
            <a:pPr lvl="1"/>
            <a:r>
              <a:rPr lang="en-US" sz="1600" b="1">
                <a:solidFill>
                  <a:srgbClr val="2D6A4F"/>
                </a:solidFill>
                <a:latin typeface="Arial"/>
              </a:rPr>
              <a:t>Send Before ID Card</a:t>
            </a:r>
          </a:p>
          <a:p>
            <a:pPr lvl="1">
              <a:spcBef>
                <a:spcPts val="500"/>
              </a:spcBef>
            </a:pPr>
            <a:r>
              <a:rPr lang="en-US" sz="1000">
                <a:solidFill>
                  <a:srgbClr val="333333"/>
                </a:solidFill>
                <a:latin typeface="Arial"/>
              </a:rPr>
              <a:t>OPENS</a:t>
            </a:r>
          </a:p>
          <a:p>
            <a:pPr lvl="1"/>
            <a:r>
              <a:rPr lang="en-US" sz="2400" b="1">
                <a:solidFill>
                  <a:srgbClr val="1B4332"/>
                </a:solidFill>
                <a:latin typeface="Arial"/>
              </a:rPr>
              <a:t>16,580</a:t>
            </a:r>
            <a:r>
              <a:rPr lang="en-US" sz="1400">
                <a:solidFill>
                  <a:srgbClr val="333333"/>
                </a:solidFill>
                <a:latin typeface="Arial"/>
              </a:rPr>
              <a:t>  </a:t>
            </a:r>
            <a:r>
              <a:rPr lang="en-US" sz="1400" b="1">
                <a:solidFill>
                  <a:srgbClr val="2D6A4F"/>
                </a:solidFill>
                <a:latin typeface="Arial"/>
              </a:rPr>
              <a:t>20.05%</a:t>
            </a:r>
            <a:r>
              <a:rPr lang="en-US" sz="1100">
                <a:solidFill>
                  <a:srgbClr val="333333"/>
                </a:solidFill>
                <a:latin typeface="Arial"/>
              </a:rPr>
              <a:t> open rate</a:t>
            </a:r>
          </a:p>
          <a:p>
            <a:pPr lvl="1">
              <a:spcBef>
                <a:spcPts val="400"/>
              </a:spcBef>
            </a:pPr>
            <a:r>
              <a:rPr lang="en-US" sz="1000">
                <a:solidFill>
                  <a:srgbClr val="333333"/>
                </a:solidFill>
                <a:latin typeface="Arial"/>
              </a:rPr>
              <a:t>CLICKS</a:t>
            </a:r>
          </a:p>
          <a:p>
            <a:pPr lvl="1"/>
            <a:r>
              <a:rPr lang="en-US" sz="2400" b="1">
                <a:solidFill>
                  <a:srgbClr val="1B4332"/>
                </a:solidFill>
                <a:latin typeface="Arial"/>
              </a:rPr>
              <a:t>567</a:t>
            </a:r>
            <a:r>
              <a:rPr lang="en-US" sz="1400">
                <a:solidFill>
                  <a:srgbClr val="333333"/>
                </a:solidFill>
                <a:latin typeface="Arial"/>
              </a:rPr>
              <a:t>  </a:t>
            </a:r>
            <a:r>
              <a:rPr lang="en-US" sz="1400" b="1">
                <a:solidFill>
                  <a:srgbClr val="2D6A4F"/>
                </a:solidFill>
                <a:latin typeface="Arial"/>
              </a:rPr>
              <a:t>0.69%</a:t>
            </a:r>
            <a:r>
              <a:rPr lang="en-US" sz="1100">
                <a:solidFill>
                  <a:srgbClr val="333333"/>
                </a:solidFill>
                <a:latin typeface="Arial"/>
              </a:rPr>
              <a:t> click rate</a:t>
            </a:r>
          </a:p>
        </p:txBody>
      </p:sp>
      <p:sp>
        <p:nvSpPr>
          <p:cNvPr id="9" name="AfterCard">
            <a:extLst>
              <a:ext uri="{FF2B5EF4-FFF2-40B4-BE49-F238E27FC236}">
                <a16:creationId xmlns:a16="http://schemas.microsoft.com/office/drawing/2014/main" id="{67184483-DE4B-44FF-9783-9A9B86EDDA27}"/>
              </a:ext>
            </a:extLst>
          </p:cNvPr>
          <p:cNvSpPr/>
          <p:nvPr/>
        </p:nvSpPr>
        <p:spPr>
          <a:xfrm>
            <a:off x="6763352" y="1130301"/>
            <a:ext cx="4920647" cy="2413000"/>
          </a:xfrm>
          <a:prstGeom prst="roundRect">
            <a:avLst/>
          </a:prstGeom>
          <a:solidFill>
            <a:srgbClr val="1B43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t" anchorCtr="0"/>
          <a:lstStyle/>
          <a:p>
            <a:pPr algn="l">
              <a:buNone/>
            </a:pPr>
            <a:endParaRPr lang="en-US" sz="1400" b="1">
              <a:solidFill>
                <a:srgbClr val="B7D9C4"/>
              </a:solidFill>
              <a:latin typeface="Arial"/>
            </a:endParaRPr>
          </a:p>
          <a:p>
            <a:pPr lvl="1"/>
            <a:r>
              <a:rPr lang="en-US" sz="1400" b="1">
                <a:solidFill>
                  <a:srgbClr val="B7D9C4"/>
                </a:solidFill>
                <a:latin typeface="Arial"/>
              </a:rPr>
              <a:t>Send After ID Card</a:t>
            </a:r>
          </a:p>
          <a:p>
            <a:pPr lvl="1">
              <a:spcBef>
                <a:spcPts val="500"/>
              </a:spcBef>
            </a:pPr>
            <a:r>
              <a:rPr lang="en-US" sz="1000">
                <a:solidFill>
                  <a:srgbClr val="B7D9C4"/>
                </a:solidFill>
                <a:latin typeface="Arial"/>
              </a:rPr>
              <a:t>OPENS</a:t>
            </a:r>
          </a:p>
          <a:p>
            <a:pPr lvl="1"/>
            <a:r>
              <a:rPr lang="en-US" sz="2400" b="1">
                <a:solidFill>
                  <a:srgbClr val="FFFFFF"/>
                </a:solidFill>
                <a:latin typeface="Arial"/>
              </a:rPr>
              <a:t>19,776</a:t>
            </a:r>
            <a:r>
              <a:rPr lang="en-US" sz="1400">
                <a:solidFill>
                  <a:srgbClr val="FFFFFF"/>
                </a:solidFill>
                <a:latin typeface="Arial"/>
              </a:rPr>
              <a:t>  </a:t>
            </a:r>
            <a:r>
              <a:rPr lang="en-US" sz="1400" b="1">
                <a:solidFill>
                  <a:srgbClr val="B7D9C4"/>
                </a:solidFill>
                <a:latin typeface="Arial"/>
              </a:rPr>
              <a:t>23.95%</a:t>
            </a:r>
            <a:r>
              <a:rPr lang="en-US" sz="1100">
                <a:solidFill>
                  <a:srgbClr val="B7D9C4"/>
                </a:solidFill>
                <a:latin typeface="Arial"/>
              </a:rPr>
              <a:t> open rate</a:t>
            </a:r>
          </a:p>
          <a:p>
            <a:pPr lvl="1">
              <a:spcBef>
                <a:spcPts val="400"/>
              </a:spcBef>
            </a:pPr>
            <a:r>
              <a:rPr lang="en-US" sz="1000">
                <a:solidFill>
                  <a:srgbClr val="B7D9C4"/>
                </a:solidFill>
                <a:latin typeface="Arial"/>
              </a:rPr>
              <a:t>CLICKS</a:t>
            </a:r>
          </a:p>
          <a:p>
            <a:pPr lvl="1"/>
            <a:r>
              <a:rPr lang="en-US" sz="2400" b="1">
                <a:solidFill>
                  <a:srgbClr val="FFFFFF"/>
                </a:solidFill>
                <a:latin typeface="Arial"/>
              </a:rPr>
              <a:t>566</a:t>
            </a:r>
            <a:r>
              <a:rPr lang="en-US" sz="1400">
                <a:solidFill>
                  <a:srgbClr val="FFFFFF"/>
                </a:solidFill>
                <a:latin typeface="Arial"/>
              </a:rPr>
              <a:t>  </a:t>
            </a:r>
            <a:r>
              <a:rPr lang="en-US" sz="1400" b="1">
                <a:solidFill>
                  <a:srgbClr val="B7D9C4"/>
                </a:solidFill>
                <a:latin typeface="Arial"/>
              </a:rPr>
              <a:t>0.69%</a:t>
            </a:r>
            <a:r>
              <a:rPr lang="en-US" sz="1100">
                <a:solidFill>
                  <a:srgbClr val="B7D9C4"/>
                </a:solidFill>
                <a:latin typeface="Arial"/>
              </a:rPr>
              <a:t> click rate</a:t>
            </a:r>
          </a:p>
        </p:txBody>
      </p:sp>
      <p:sp>
        <p:nvSpPr>
          <p:cNvPr id="10" name="VsCircle">
            <a:extLst>
              <a:ext uri="{FF2B5EF4-FFF2-40B4-BE49-F238E27FC236}">
                <a16:creationId xmlns:a16="http://schemas.microsoft.com/office/drawing/2014/main" id="{84F8BB7D-6B59-420E-8FEF-870662FB1D6B}"/>
              </a:ext>
            </a:extLst>
          </p:cNvPr>
          <p:cNvSpPr/>
          <p:nvPr/>
        </p:nvSpPr>
        <p:spPr>
          <a:xfrm>
            <a:off x="5803900" y="2035475"/>
            <a:ext cx="584200" cy="584200"/>
          </a:xfrm>
          <a:prstGeom prst="ellipse">
            <a:avLst/>
          </a:prstGeom>
          <a:solidFill>
            <a:srgbClr val="FFFFFF"/>
          </a:solidFill>
          <a:ln w="25400" cap="flat" cmpd="sng" algn="ctr">
            <a:solidFill>
              <a:srgbClr val="2D6A4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lIns="0" tIns="0" rIns="0" bIns="0" rtlCol="0" anchor="ctr" anchorCtr="0">
            <a:noAutofit/>
          </a:bodyPr>
          <a:lstStyle/>
          <a:p>
            <a:pPr algn="ctr"/>
            <a:r>
              <a:rPr lang="en-US" sz="1400" b="1">
                <a:solidFill>
                  <a:srgbClr val="1B4332"/>
                </a:solidFill>
                <a:latin typeface="Arial"/>
                <a:cs typeface="Arial"/>
              </a:rPr>
              <a:t>vs</a:t>
            </a:r>
          </a:p>
        </p:txBody>
      </p:sp>
      <p:sp>
        <p:nvSpPr>
          <p:cNvPr id="11" name="Pill1">
            <a:extLst>
              <a:ext uri="{FF2B5EF4-FFF2-40B4-BE49-F238E27FC236}">
                <a16:creationId xmlns:a16="http://schemas.microsoft.com/office/drawing/2014/main" id="{B69C5AB9-05CA-4BA0-A2FF-9AFD4E8721F2}"/>
              </a:ext>
            </a:extLst>
          </p:cNvPr>
          <p:cNvSpPr/>
          <p:nvPr/>
        </p:nvSpPr>
        <p:spPr>
          <a:xfrm>
            <a:off x="508000" y="3804251"/>
            <a:ext cx="3556000" cy="711200"/>
          </a:xfrm>
          <a:prstGeom prst="roundRect">
            <a:avLst/>
          </a:prstGeom>
          <a:solidFill>
            <a:srgbClr val="2D6A4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t" anchorCtr="0"/>
          <a:lstStyle/>
          <a:p>
            <a:pPr algn="ctr">
              <a:buNone/>
            </a:pPr>
            <a:endParaRPr lang="en-US" sz="900" b="1">
              <a:solidFill>
                <a:srgbClr val="FFFFFF"/>
              </a:solidFill>
              <a:latin typeface="Arial"/>
            </a:endParaRPr>
          </a:p>
          <a:p>
            <a:pPr algn="ctr">
              <a:buNone/>
            </a:pPr>
            <a:r>
              <a:rPr lang="en-US" sz="900" b="1">
                <a:solidFill>
                  <a:srgbClr val="FFFFFF"/>
                </a:solidFill>
                <a:latin typeface="Arial"/>
              </a:rPr>
              <a:t>OPEN RATE LIFT</a:t>
            </a:r>
          </a:p>
          <a:p>
            <a:pPr algn="ctr">
              <a:buNone/>
            </a:pPr>
            <a:r>
              <a:rPr lang="en-US" sz="1800" b="1">
                <a:solidFill>
                  <a:srgbClr val="FFFFFF"/>
                </a:solidFill>
                <a:latin typeface="Arial"/>
              </a:rPr>
              <a:t>+3.90pp</a:t>
            </a:r>
            <a:r>
              <a:rPr lang="en-US" sz="1200">
                <a:solidFill>
                  <a:srgbClr val="B7D9C4"/>
                </a:solidFill>
                <a:latin typeface="Arial"/>
              </a:rPr>
              <a:t>  (+19%)</a:t>
            </a:r>
          </a:p>
        </p:txBody>
      </p:sp>
      <p:sp>
        <p:nvSpPr>
          <p:cNvPr id="12" name="Pill2">
            <a:extLst>
              <a:ext uri="{FF2B5EF4-FFF2-40B4-BE49-F238E27FC236}">
                <a16:creationId xmlns:a16="http://schemas.microsoft.com/office/drawing/2014/main" id="{B11A45A2-88F8-4078-866E-E21037E2126A}"/>
              </a:ext>
            </a:extLst>
          </p:cNvPr>
          <p:cNvSpPr/>
          <p:nvPr/>
        </p:nvSpPr>
        <p:spPr>
          <a:xfrm>
            <a:off x="4318000" y="3804251"/>
            <a:ext cx="3556000" cy="711200"/>
          </a:xfrm>
          <a:prstGeom prst="roundRect">
            <a:avLst/>
          </a:prstGeom>
          <a:solidFill>
            <a:srgbClr val="40916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t" anchorCtr="0"/>
          <a:lstStyle/>
          <a:p>
            <a:pPr algn="ctr">
              <a:buNone/>
            </a:pPr>
            <a:r>
              <a:rPr lang="en-US" sz="900" b="1">
                <a:solidFill>
                  <a:srgbClr val="FFFFFF"/>
                </a:solidFill>
                <a:latin typeface="Arial"/>
              </a:rPr>
              <a:t>CLICK RATE</a:t>
            </a:r>
          </a:p>
          <a:p>
            <a:pPr algn="ctr">
              <a:buNone/>
            </a:pPr>
            <a:r>
              <a:rPr lang="en-US" sz="1800" b="1">
                <a:solidFill>
                  <a:srgbClr val="FFFFFF"/>
                </a:solidFill>
                <a:latin typeface="Arial"/>
              </a:rPr>
              <a:t>Flat</a:t>
            </a:r>
            <a:r>
              <a:rPr lang="en-US" sz="1200">
                <a:solidFill>
                  <a:srgbClr val="B7D9C4"/>
                </a:solidFill>
                <a:latin typeface="Arial"/>
              </a:rPr>
              <a:t>  (0.69% both)</a:t>
            </a:r>
          </a:p>
        </p:txBody>
      </p:sp>
      <p:sp>
        <p:nvSpPr>
          <p:cNvPr id="13" name="Pill3">
            <a:extLst>
              <a:ext uri="{FF2B5EF4-FFF2-40B4-BE49-F238E27FC236}">
                <a16:creationId xmlns:a16="http://schemas.microsoft.com/office/drawing/2014/main" id="{7BBA3454-57C4-42C5-9E29-19B83E5366C2}"/>
              </a:ext>
            </a:extLst>
          </p:cNvPr>
          <p:cNvSpPr/>
          <p:nvPr/>
        </p:nvSpPr>
        <p:spPr>
          <a:xfrm>
            <a:off x="8128000" y="3816950"/>
            <a:ext cx="3556000" cy="711200"/>
          </a:xfrm>
          <a:prstGeom prst="roundRect">
            <a:avLst/>
          </a:prstGeom>
          <a:solidFill>
            <a:srgbClr val="52B78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t" anchorCtr="0"/>
          <a:lstStyle/>
          <a:p>
            <a:pPr algn="ctr">
              <a:buNone/>
            </a:pPr>
            <a:endParaRPr lang="en-US" sz="900" b="1">
              <a:solidFill>
                <a:srgbClr val="FFFFFF"/>
              </a:solidFill>
              <a:latin typeface="Arial"/>
            </a:endParaRPr>
          </a:p>
          <a:p>
            <a:pPr algn="ctr">
              <a:buNone/>
            </a:pPr>
            <a:r>
              <a:rPr lang="en-US" sz="900" b="1">
                <a:solidFill>
                  <a:srgbClr val="FFFFFF"/>
                </a:solidFill>
                <a:latin typeface="Arial"/>
              </a:rPr>
              <a:t>CONVERSIONS LIFT</a:t>
            </a:r>
          </a:p>
          <a:p>
            <a:pPr algn="ctr">
              <a:buNone/>
            </a:pPr>
            <a:r>
              <a:rPr lang="en-US" sz="1800" b="1">
                <a:solidFill>
                  <a:srgbClr val="FFFFFF"/>
                </a:solidFill>
                <a:latin typeface="Arial"/>
              </a:rPr>
              <a:t>+29</a:t>
            </a:r>
            <a:r>
              <a:rPr lang="en-US" sz="1200">
                <a:solidFill>
                  <a:srgbClr val="B7D9C4"/>
                </a:solidFill>
                <a:latin typeface="Arial"/>
              </a:rPr>
              <a:t>  (36 → 65)</a:t>
            </a:r>
          </a:p>
        </p:txBody>
      </p:sp>
      <p:sp>
        <p:nvSpPr>
          <p:cNvPr id="14" name="RecoBox">
            <a:extLst>
              <a:ext uri="{FF2B5EF4-FFF2-40B4-BE49-F238E27FC236}">
                <a16:creationId xmlns:a16="http://schemas.microsoft.com/office/drawing/2014/main" id="{08CF8CED-2EE9-4C75-888F-B358147F4041}"/>
              </a:ext>
            </a:extLst>
          </p:cNvPr>
          <p:cNvSpPr/>
          <p:nvPr/>
        </p:nvSpPr>
        <p:spPr>
          <a:xfrm>
            <a:off x="508000" y="4825999"/>
            <a:ext cx="11328400" cy="1041400"/>
          </a:xfrm>
          <a:prstGeom prst="roundRect">
            <a:avLst/>
          </a:prstGeom>
          <a:solidFill>
            <a:srgbClr val="F0F7F4"/>
          </a:solidFill>
          <a:ln w="12700" cap="flat" cmpd="sng" algn="ctr">
            <a:solidFill>
              <a:srgbClr val="2D6A4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t" anchorCtr="0"/>
          <a:lstStyle/>
          <a:p>
            <a:pPr algn="l">
              <a:buNone/>
            </a:pPr>
            <a:r>
              <a:rPr lang="en-US" sz="2000" b="1">
                <a:solidFill>
                  <a:srgbClr val="1B4332"/>
                </a:solidFill>
                <a:latin typeface="Arial"/>
              </a:rPr>
              <a:t>Analysis</a:t>
            </a:r>
          </a:p>
          <a:p>
            <a:pPr algn="l">
              <a:buNone/>
            </a:pPr>
            <a:r>
              <a:rPr lang="en-US" sz="1300">
                <a:solidFill>
                  <a:srgbClr val="333333"/>
                </a:solidFill>
                <a:latin typeface="Arial"/>
              </a:rPr>
              <a:t>Sending after the ID Card drove </a:t>
            </a:r>
            <a:r>
              <a:rPr lang="en-US" sz="1300" b="1">
                <a:solidFill>
                  <a:srgbClr val="1B4332"/>
                </a:solidFill>
                <a:latin typeface="Arial"/>
              </a:rPr>
              <a:t>significantly higher open rates</a:t>
            </a:r>
            <a:r>
              <a:rPr lang="en-US" sz="1300">
                <a:solidFill>
                  <a:srgbClr val="333333"/>
                </a:solidFill>
                <a:latin typeface="Arial"/>
              </a:rPr>
              <a:t>, jumping nearly 4 percentage points (+19% relative). Click rate held steady at 0.69% in both groups, while </a:t>
            </a:r>
            <a:r>
              <a:rPr lang="en-US" sz="1300" b="1">
                <a:solidFill>
                  <a:srgbClr val="1B4332"/>
                </a:solidFill>
                <a:latin typeface="Arial"/>
              </a:rPr>
              <a:t>conversions nearly doubled</a:t>
            </a:r>
            <a:r>
              <a:rPr lang="en-US" sz="1300">
                <a:solidFill>
                  <a:srgbClr val="333333"/>
                </a:solidFill>
                <a:latin typeface="Arial"/>
              </a:rPr>
              <a:t> (36 → 65, +81%). Timing email sends after the ID Card arrival clearly </a:t>
            </a:r>
            <a:r>
              <a:rPr lang="en-US" sz="1300" b="1">
                <a:solidFill>
                  <a:srgbClr val="1B4332"/>
                </a:solidFill>
                <a:latin typeface="Arial"/>
              </a:rPr>
              <a:t>amplifies member awareness and conversion</a:t>
            </a:r>
            <a:r>
              <a:rPr lang="en-US" sz="1300">
                <a:solidFill>
                  <a:srgbClr val="333333"/>
                </a:solidFill>
                <a:latin typeface="Arial"/>
              </a:rPr>
              <a:t>.</a:t>
            </a:r>
          </a:p>
        </p:txBody>
      </p:sp>
      <p:sp>
        <p:nvSpPr>
          <p:cNvPr id="15" name="TextBox 14">
            <a:extLst>
              <a:ext uri="{FF2B5EF4-FFF2-40B4-BE49-F238E27FC236}">
                <a16:creationId xmlns:a16="http://schemas.microsoft.com/office/drawing/2014/main" id="{56B9877E-7FA0-4B7F-974B-3552D374E99B}"/>
              </a:ext>
            </a:extLst>
          </p:cNvPr>
          <p:cNvSpPr txBox="1"/>
          <p:nvPr/>
        </p:nvSpPr>
        <p:spPr>
          <a:xfrm>
            <a:off x="508000" y="5994399"/>
            <a:ext cx="8890000" cy="228600"/>
          </a:xfrm>
          <a:prstGeom prst="rect">
            <a:avLst/>
          </a:prstGeom>
          <a:noFill/>
        </p:spPr>
        <p:txBody>
          <a:bodyPr vertOverflow="overflow" vert="horz" wrap="square" lIns="0" tIns="0" rIns="0" bIns="0" rtlCol="0" anchor="t">
            <a:noAutofit/>
          </a:bodyPr>
          <a:lstStyle/>
          <a:p>
            <a:pPr algn="l"/>
            <a:r>
              <a:rPr lang="en-US" sz="800" i="1">
                <a:solidFill>
                  <a:srgbClr val="999999"/>
                </a:solidFill>
                <a:latin typeface="Arial"/>
                <a:cs typeface="Arial"/>
              </a:rPr>
              <a:t>Source: </a:t>
            </a:r>
            <a:r>
              <a:rPr lang="en-US" sz="800" i="1" err="1">
                <a:solidFill>
                  <a:srgbClr val="999999"/>
                </a:solidFill>
                <a:latin typeface="Arial"/>
                <a:cs typeface="Arial"/>
              </a:rPr>
              <a:t>Iterable</a:t>
            </a:r>
            <a:r>
              <a:rPr lang="en-US" sz="800" i="1">
                <a:solidFill>
                  <a:srgbClr val="999999"/>
                </a:solidFill>
                <a:latin typeface="Arial"/>
                <a:cs typeface="Arial"/>
              </a:rPr>
              <a:t> campaign data. Metrics collected 1 week after send. 165,255 total EEs in test population.</a:t>
            </a:r>
          </a:p>
        </p:txBody>
      </p:sp>
    </p:spTree>
    <p:extLst>
      <p:ext uri="{BB962C8B-B14F-4D97-AF65-F5344CB8AC3E}">
        <p14:creationId xmlns:p14="http://schemas.microsoft.com/office/powerpoint/2010/main" val="2281064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CBF49C-5FAA-494D-92A7-F1B201194004}"/>
              </a:ext>
            </a:extLst>
          </p:cNvPr>
          <p:cNvSpPr txBox="1"/>
          <p:nvPr/>
        </p:nvSpPr>
        <p:spPr>
          <a:xfrm>
            <a:off x="508000" y="203200"/>
            <a:ext cx="8890000" cy="431800"/>
          </a:xfrm>
          <a:prstGeom prst="rect">
            <a:avLst/>
          </a:prstGeom>
          <a:noFill/>
        </p:spPr>
        <p:txBody>
          <a:bodyPr vertOverflow="overflow" vert="horz" wrap="square" lIns="0" tIns="0" rIns="0" bIns="0" rtlCol="0" anchor="t">
            <a:noAutofit/>
          </a:bodyPr>
          <a:lstStyle/>
          <a:p>
            <a:pPr algn="l"/>
            <a:r>
              <a:rPr lang="en-US" sz="2200" b="1">
                <a:solidFill>
                  <a:srgbClr val="1B4332"/>
                </a:solidFill>
                <a:latin typeface="Arial"/>
                <a:cs typeface="Arial"/>
              </a:rPr>
              <a:t>Q1 2026 - NCSHP Paid Ad Campaign Results</a:t>
            </a:r>
          </a:p>
        </p:txBody>
      </p:sp>
      <p:sp>
        <p:nvSpPr>
          <p:cNvPr id="4" name="TextBox 3">
            <a:extLst>
              <a:ext uri="{FF2B5EF4-FFF2-40B4-BE49-F238E27FC236}">
                <a16:creationId xmlns:a16="http://schemas.microsoft.com/office/drawing/2014/main" id="{4FC9CF24-0716-4CE1-8F07-2AC5B44F27C5}"/>
              </a:ext>
            </a:extLst>
          </p:cNvPr>
          <p:cNvSpPr txBox="1"/>
          <p:nvPr/>
        </p:nvSpPr>
        <p:spPr>
          <a:xfrm>
            <a:off x="508000" y="635000"/>
            <a:ext cx="11176000" cy="254000"/>
          </a:xfrm>
          <a:prstGeom prst="rect">
            <a:avLst/>
          </a:prstGeom>
          <a:noFill/>
        </p:spPr>
        <p:txBody>
          <a:bodyPr vertOverflow="overflow" vert="horz" wrap="square" lIns="0" tIns="0" rIns="0" bIns="0" rtlCol="0" anchor="t">
            <a:noAutofit/>
          </a:bodyPr>
          <a:lstStyle/>
          <a:p>
            <a:pPr algn="l"/>
            <a:r>
              <a:rPr lang="en-US" sz="1100">
                <a:solidFill>
                  <a:srgbClr val="666666"/>
                </a:solidFill>
                <a:latin typeface="Arial"/>
                <a:cs typeface="Arial"/>
              </a:rPr>
              <a:t>Working Planet Paid Ad test  |  NCSHP vs. 7-client baseline  |  Pre/post campaign analysis</a:t>
            </a:r>
          </a:p>
        </p:txBody>
      </p:sp>
      <p:cxnSp>
        <p:nvCxnSpPr>
          <p:cNvPr id="12" name="Straight Arrow Connector 11">
            <a:extLst>
              <a:ext uri="{FF2B5EF4-FFF2-40B4-BE49-F238E27FC236}">
                <a16:creationId xmlns:a16="http://schemas.microsoft.com/office/drawing/2014/main" id="{1C4E26F1-FD99-4D5D-B767-336865F08C40}"/>
              </a:ext>
            </a:extLst>
          </p:cNvPr>
          <p:cNvCxnSpPr/>
          <p:nvPr/>
        </p:nvCxnSpPr>
        <p:spPr>
          <a:xfrm>
            <a:off x="508000" y="927100"/>
            <a:ext cx="11176000" cy="0"/>
          </a:xfrm>
          <a:prstGeom prst="straightConnector1">
            <a:avLst/>
          </a:prstGeom>
          <a:ln w="19050" cap="flat" cmpd="sng" algn="ctr">
            <a:solidFill>
              <a:srgbClr val="2D6A4F"/>
            </a:solidFill>
            <a:prstDash val="solid"/>
            <a:miter lim="800000"/>
          </a:ln>
        </p:spPr>
        <p:style>
          <a:lnRef idx="2">
            <a:schemeClr val="accent1"/>
          </a:lnRef>
          <a:fillRef idx="0">
            <a:schemeClr val="accent1"/>
          </a:fillRef>
          <a:effectRef idx="1">
            <a:schemeClr val="accent1"/>
          </a:effectRef>
          <a:fontRef idx="minor">
            <a:schemeClr val="tx1"/>
          </a:fontRef>
        </p:style>
      </p:cxnSp>
      <p:sp>
        <p:nvSpPr>
          <p:cNvPr id="16" name="HeroCard">
            <a:extLst>
              <a:ext uri="{FF2B5EF4-FFF2-40B4-BE49-F238E27FC236}">
                <a16:creationId xmlns:a16="http://schemas.microsoft.com/office/drawing/2014/main" id="{B0DCA708-91F7-4511-AE3E-A571F549FD23}"/>
              </a:ext>
            </a:extLst>
          </p:cNvPr>
          <p:cNvSpPr/>
          <p:nvPr/>
        </p:nvSpPr>
        <p:spPr>
          <a:xfrm>
            <a:off x="508000" y="1225550"/>
            <a:ext cx="4318000" cy="2438400"/>
          </a:xfrm>
          <a:prstGeom prst="roundRect">
            <a:avLst/>
          </a:prstGeom>
          <a:solidFill>
            <a:srgbClr val="1B43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t" anchorCtr="0"/>
          <a:lstStyle/>
          <a:p>
            <a:pPr algn="ctr">
              <a:buNone/>
            </a:pPr>
            <a:endParaRPr lang="en-US" sz="1000" b="1">
              <a:solidFill>
                <a:srgbClr val="FFFFFF"/>
              </a:solidFill>
              <a:latin typeface="Arial"/>
            </a:endParaRPr>
          </a:p>
          <a:p>
            <a:pPr algn="ctr">
              <a:buNone/>
            </a:pPr>
            <a:endParaRPr lang="en-US" sz="1000" b="1">
              <a:solidFill>
                <a:srgbClr val="FFFFFF"/>
              </a:solidFill>
              <a:latin typeface="Arial"/>
            </a:endParaRPr>
          </a:p>
          <a:p>
            <a:pPr algn="ctr">
              <a:buNone/>
            </a:pPr>
            <a:r>
              <a:rPr lang="en-US" sz="1000" b="1">
                <a:solidFill>
                  <a:srgbClr val="FFFFFF"/>
                </a:solidFill>
                <a:latin typeface="Arial"/>
              </a:rPr>
              <a:t>RETURN ON AD SPEND</a:t>
            </a:r>
          </a:p>
          <a:p>
            <a:pPr algn="ctr">
              <a:buNone/>
            </a:pPr>
            <a:r>
              <a:rPr lang="en-US" sz="4800" b="1">
                <a:solidFill>
                  <a:srgbClr val="FFFFFF"/>
                </a:solidFill>
                <a:latin typeface="Arial"/>
              </a:rPr>
              <a:t>$32</a:t>
            </a:r>
          </a:p>
          <a:p>
            <a:pPr algn="ctr">
              <a:buNone/>
            </a:pPr>
            <a:r>
              <a:rPr lang="en-US" sz="1600">
                <a:solidFill>
                  <a:srgbClr val="B7D9C4"/>
                </a:solidFill>
                <a:latin typeface="Arial"/>
              </a:rPr>
              <a:t>revenue per dollar invested</a:t>
            </a:r>
          </a:p>
          <a:p>
            <a:pPr algn="ctr">
              <a:spcBef>
                <a:spcPts val="800"/>
              </a:spcBef>
              <a:buNone/>
            </a:pPr>
            <a:r>
              <a:rPr lang="en-US" sz="1100">
                <a:solidFill>
                  <a:srgbClr val="B7D9C4"/>
                </a:solidFill>
                <a:latin typeface="Arial"/>
              </a:rPr>
              <a:t>$25,252 spend  →  $812,380 est. revenue</a:t>
            </a:r>
          </a:p>
        </p:txBody>
      </p:sp>
      <p:sp>
        <p:nvSpPr>
          <p:cNvPr id="17" name="Tile1">
            <a:extLst>
              <a:ext uri="{FF2B5EF4-FFF2-40B4-BE49-F238E27FC236}">
                <a16:creationId xmlns:a16="http://schemas.microsoft.com/office/drawing/2014/main" id="{55A9E2E6-C01E-4D78-A255-456C62BEC968}"/>
              </a:ext>
            </a:extLst>
          </p:cNvPr>
          <p:cNvSpPr/>
          <p:nvPr/>
        </p:nvSpPr>
        <p:spPr>
          <a:xfrm>
            <a:off x="5080000" y="1225550"/>
            <a:ext cx="3302000" cy="1168400"/>
          </a:xfrm>
          <a:prstGeom prst="roundRect">
            <a:avLst/>
          </a:prstGeom>
          <a:solidFill>
            <a:srgbClr val="2D6A4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t" anchorCtr="0"/>
          <a:lstStyle/>
          <a:p>
            <a:pPr algn="ctr">
              <a:buNone/>
            </a:pPr>
            <a:endParaRPr lang="en-US" sz="900" b="1">
              <a:solidFill>
                <a:srgbClr val="FFFFFF"/>
              </a:solidFill>
              <a:latin typeface="Arial"/>
            </a:endParaRPr>
          </a:p>
          <a:p>
            <a:pPr algn="ctr">
              <a:buNone/>
            </a:pPr>
            <a:r>
              <a:rPr lang="en-US" sz="900" b="1">
                <a:solidFill>
                  <a:srgbClr val="FFFFFF"/>
                </a:solidFill>
                <a:latin typeface="Arial"/>
              </a:rPr>
              <a:t>NET CALL LIFT</a:t>
            </a:r>
          </a:p>
          <a:p>
            <a:pPr algn="ctr">
              <a:buNone/>
            </a:pPr>
            <a:r>
              <a:rPr lang="en-US" sz="2400" b="1">
                <a:solidFill>
                  <a:srgbClr val="FFFFFF"/>
                </a:solidFill>
                <a:latin typeface="Arial"/>
              </a:rPr>
              <a:t>+259.6%</a:t>
            </a:r>
          </a:p>
          <a:p>
            <a:pPr algn="ctr">
              <a:buNone/>
            </a:pPr>
            <a:r>
              <a:rPr lang="en-US" sz="900" i="1">
                <a:solidFill>
                  <a:srgbClr val="B7D9C4"/>
                </a:solidFill>
                <a:latin typeface="Arial"/>
              </a:rPr>
              <a:t>Test vs. control (above ID Card baseline)</a:t>
            </a:r>
          </a:p>
        </p:txBody>
      </p:sp>
      <p:sp>
        <p:nvSpPr>
          <p:cNvPr id="18" name="Tile2">
            <a:extLst>
              <a:ext uri="{FF2B5EF4-FFF2-40B4-BE49-F238E27FC236}">
                <a16:creationId xmlns:a16="http://schemas.microsoft.com/office/drawing/2014/main" id="{8F62ABE2-9DF9-4D34-867F-B479BF3D0F85}"/>
              </a:ext>
            </a:extLst>
          </p:cNvPr>
          <p:cNvSpPr/>
          <p:nvPr/>
        </p:nvSpPr>
        <p:spPr>
          <a:xfrm>
            <a:off x="8534400" y="1225550"/>
            <a:ext cx="3302000" cy="1168400"/>
          </a:xfrm>
          <a:prstGeom prst="roundRect">
            <a:avLst/>
          </a:prstGeom>
          <a:solidFill>
            <a:srgbClr val="40916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t" anchorCtr="0"/>
          <a:lstStyle/>
          <a:p>
            <a:pPr algn="ctr">
              <a:buNone/>
            </a:pPr>
            <a:endParaRPr lang="en-US" sz="900" b="1">
              <a:solidFill>
                <a:srgbClr val="FFFFFF"/>
              </a:solidFill>
              <a:latin typeface="Arial"/>
            </a:endParaRPr>
          </a:p>
          <a:p>
            <a:pPr algn="ctr">
              <a:buNone/>
            </a:pPr>
            <a:r>
              <a:rPr lang="en-US" sz="900" b="1">
                <a:solidFill>
                  <a:srgbClr val="FFFFFF"/>
                </a:solidFill>
                <a:latin typeface="Arial"/>
              </a:rPr>
              <a:t>INCREMENTAL CALLS</a:t>
            </a:r>
          </a:p>
          <a:p>
            <a:pPr algn="ctr">
              <a:buNone/>
            </a:pPr>
            <a:r>
              <a:rPr lang="en-US" sz="2400" b="1">
                <a:solidFill>
                  <a:srgbClr val="FFFFFF"/>
                </a:solidFill>
                <a:latin typeface="Arial"/>
              </a:rPr>
              <a:t>+755</a:t>
            </a:r>
          </a:p>
          <a:p>
            <a:pPr algn="ctr">
              <a:buNone/>
            </a:pPr>
            <a:r>
              <a:rPr lang="en-US" sz="900" i="1">
                <a:solidFill>
                  <a:srgbClr val="B7D9C4"/>
                </a:solidFill>
                <a:latin typeface="Arial"/>
              </a:rPr>
              <a:t>3,676 actual vs. 2,931 expected</a:t>
            </a:r>
          </a:p>
        </p:txBody>
      </p:sp>
      <p:sp>
        <p:nvSpPr>
          <p:cNvPr id="19" name="Tile3">
            <a:extLst>
              <a:ext uri="{FF2B5EF4-FFF2-40B4-BE49-F238E27FC236}">
                <a16:creationId xmlns:a16="http://schemas.microsoft.com/office/drawing/2014/main" id="{E371DAAD-D95F-478D-8EF2-E8F2F0E59074}"/>
              </a:ext>
            </a:extLst>
          </p:cNvPr>
          <p:cNvSpPr/>
          <p:nvPr/>
        </p:nvSpPr>
        <p:spPr>
          <a:xfrm>
            <a:off x="5080000" y="2495550"/>
            <a:ext cx="3302000" cy="1168400"/>
          </a:xfrm>
          <a:prstGeom prst="roundRect">
            <a:avLst/>
          </a:prstGeom>
          <a:solidFill>
            <a:srgbClr val="F0F7F4"/>
          </a:solidFill>
          <a:ln w="12700" cap="flat" cmpd="sng" algn="ctr">
            <a:solidFill>
              <a:srgbClr val="2D6A4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t" anchorCtr="0"/>
          <a:lstStyle/>
          <a:p>
            <a:pPr algn="ctr">
              <a:buNone/>
            </a:pPr>
            <a:endParaRPr lang="en-US" sz="900" b="1">
              <a:solidFill>
                <a:srgbClr val="2D6A4F"/>
              </a:solidFill>
              <a:latin typeface="Arial"/>
            </a:endParaRPr>
          </a:p>
          <a:p>
            <a:pPr algn="ctr">
              <a:buNone/>
            </a:pPr>
            <a:r>
              <a:rPr lang="en-US" sz="900" b="1">
                <a:solidFill>
                  <a:srgbClr val="2D6A4F"/>
                </a:solidFill>
                <a:latin typeface="Arial"/>
              </a:rPr>
              <a:t>NCSHP (TEST)</a:t>
            </a:r>
          </a:p>
          <a:p>
            <a:pPr algn="ctr">
              <a:buNone/>
            </a:pPr>
            <a:r>
              <a:rPr lang="en-US" sz="2400" b="1">
                <a:solidFill>
                  <a:srgbClr val="1B4332"/>
                </a:solidFill>
                <a:latin typeface="Arial"/>
              </a:rPr>
              <a:t>+476.7%</a:t>
            </a:r>
          </a:p>
          <a:p>
            <a:pPr algn="ctr">
              <a:buNone/>
            </a:pPr>
            <a:r>
              <a:rPr lang="en-US" sz="900" i="1">
                <a:solidFill>
                  <a:srgbClr val="333333"/>
                </a:solidFill>
                <a:latin typeface="Arial"/>
              </a:rPr>
              <a:t>Call lift vs. pre-campaign</a:t>
            </a:r>
          </a:p>
        </p:txBody>
      </p:sp>
      <p:sp>
        <p:nvSpPr>
          <p:cNvPr id="20" name="Tile4">
            <a:extLst>
              <a:ext uri="{FF2B5EF4-FFF2-40B4-BE49-F238E27FC236}">
                <a16:creationId xmlns:a16="http://schemas.microsoft.com/office/drawing/2014/main" id="{90CA5239-DDC5-42CE-9787-447A841E4E7B}"/>
              </a:ext>
            </a:extLst>
          </p:cNvPr>
          <p:cNvSpPr/>
          <p:nvPr/>
        </p:nvSpPr>
        <p:spPr>
          <a:xfrm>
            <a:off x="8534400" y="2495550"/>
            <a:ext cx="3302000" cy="1168400"/>
          </a:xfrm>
          <a:prstGeom prst="roundRect">
            <a:avLst/>
          </a:prstGeom>
          <a:solidFill>
            <a:srgbClr val="F0F7F4"/>
          </a:solidFill>
          <a:ln w="12700" cap="flat" cmpd="sng" algn="ctr">
            <a:solidFill>
              <a:srgbClr val="2D6A4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t" anchorCtr="0"/>
          <a:lstStyle/>
          <a:p>
            <a:pPr algn="ctr">
              <a:buNone/>
            </a:pPr>
            <a:endParaRPr lang="en-US" sz="900" b="1">
              <a:solidFill>
                <a:srgbClr val="2D6A4F"/>
              </a:solidFill>
              <a:latin typeface="Arial"/>
            </a:endParaRPr>
          </a:p>
          <a:p>
            <a:pPr algn="ctr">
              <a:buNone/>
            </a:pPr>
            <a:r>
              <a:rPr lang="en-US" sz="900" b="1">
                <a:solidFill>
                  <a:srgbClr val="2D6A4F"/>
                </a:solidFill>
                <a:latin typeface="Arial"/>
              </a:rPr>
              <a:t>7-CLIENT BASELINE (CONTROL)</a:t>
            </a:r>
          </a:p>
          <a:p>
            <a:pPr algn="ctr">
              <a:buNone/>
            </a:pPr>
            <a:r>
              <a:rPr lang="en-US" sz="2400" b="1">
                <a:solidFill>
                  <a:srgbClr val="1B4332"/>
                </a:solidFill>
                <a:latin typeface="Arial"/>
              </a:rPr>
              <a:t>+217.1%</a:t>
            </a:r>
          </a:p>
          <a:p>
            <a:pPr algn="ctr">
              <a:buNone/>
            </a:pPr>
            <a:r>
              <a:rPr lang="en-US" sz="900" i="1">
                <a:solidFill>
                  <a:srgbClr val="333333"/>
                </a:solidFill>
                <a:latin typeface="Arial"/>
              </a:rPr>
              <a:t>Call lift vs. pre-campaign (ID Card driven)</a:t>
            </a:r>
          </a:p>
        </p:txBody>
      </p:sp>
      <p:sp>
        <p:nvSpPr>
          <p:cNvPr id="21" name="CaveatBox">
            <a:extLst>
              <a:ext uri="{FF2B5EF4-FFF2-40B4-BE49-F238E27FC236}">
                <a16:creationId xmlns:a16="http://schemas.microsoft.com/office/drawing/2014/main" id="{A886A8D5-95DB-4FE9-BE0C-3175738FE24A}"/>
              </a:ext>
            </a:extLst>
          </p:cNvPr>
          <p:cNvSpPr/>
          <p:nvPr/>
        </p:nvSpPr>
        <p:spPr>
          <a:xfrm>
            <a:off x="508000" y="3876675"/>
            <a:ext cx="11328400" cy="533400"/>
          </a:xfrm>
          <a:prstGeom prst="roundRect">
            <a:avLst/>
          </a:prstGeom>
          <a:solidFill>
            <a:srgbClr val="FFF3E0"/>
          </a:solidFill>
          <a:ln w="12700" cap="flat" cmpd="sng" algn="ctr">
            <a:solidFill>
              <a:srgbClr val="E651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t" anchorCtr="0"/>
          <a:lstStyle/>
          <a:p>
            <a:pPr algn="l">
              <a:buNone/>
            </a:pPr>
            <a:r>
              <a:rPr lang="en-US" sz="1100" b="1">
                <a:solidFill>
                  <a:srgbClr val="E65100"/>
                </a:solidFill>
                <a:latin typeface="Arial"/>
              </a:rPr>
              <a:t>⚠  Note: </a:t>
            </a:r>
            <a:r>
              <a:rPr lang="en-US" sz="1100">
                <a:solidFill>
                  <a:srgbClr val="5D4037"/>
                </a:solidFill>
                <a:latin typeface="Arial"/>
              </a:rPr>
              <a:t>NC had several external factors driving growth during this period (including internal comms, Lantern’s partnership with NCSHP in the news, and the large vs. small window test). Results reflect the NC vs. baseline difference, but </a:t>
            </a:r>
            <a:r>
              <a:rPr lang="en-US" sz="1100" b="1">
                <a:solidFill>
                  <a:srgbClr val="5D4037"/>
                </a:solidFill>
                <a:latin typeface="Arial"/>
              </a:rPr>
              <a:t>not all lift is attributable solely to Paid Ads.</a:t>
            </a:r>
          </a:p>
        </p:txBody>
      </p:sp>
      <p:sp>
        <p:nvSpPr>
          <p:cNvPr id="22" name="RecoBox">
            <a:extLst>
              <a:ext uri="{FF2B5EF4-FFF2-40B4-BE49-F238E27FC236}">
                <a16:creationId xmlns:a16="http://schemas.microsoft.com/office/drawing/2014/main" id="{5F6A9F91-5608-4630-B8FA-04276A7B19C9}"/>
              </a:ext>
            </a:extLst>
          </p:cNvPr>
          <p:cNvSpPr/>
          <p:nvPr/>
        </p:nvSpPr>
        <p:spPr>
          <a:xfrm>
            <a:off x="508000" y="4622800"/>
            <a:ext cx="11328400" cy="1244600"/>
          </a:xfrm>
          <a:prstGeom prst="roundRect">
            <a:avLst/>
          </a:prstGeom>
          <a:solidFill>
            <a:srgbClr val="F0F7F4"/>
          </a:solidFill>
          <a:ln w="12700" cap="flat" cmpd="sng" algn="ctr">
            <a:solidFill>
              <a:srgbClr val="2D6A4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t" anchorCtr="0"/>
          <a:lstStyle/>
          <a:p>
            <a:pPr algn="l">
              <a:buNone/>
            </a:pPr>
            <a:r>
              <a:rPr lang="en-US" sz="2000" b="1">
                <a:solidFill>
                  <a:srgbClr val="1B4332"/>
                </a:solidFill>
                <a:latin typeface="Arial"/>
              </a:rPr>
              <a:t>Recommendation</a:t>
            </a:r>
          </a:p>
          <a:p>
            <a:pPr algn="l">
              <a:buNone/>
            </a:pPr>
            <a:r>
              <a:rPr lang="en-US" sz="1300">
                <a:solidFill>
                  <a:srgbClr val="333333"/>
                </a:solidFill>
                <a:latin typeface="Arial"/>
              </a:rPr>
              <a:t>Lantern call data </a:t>
            </a:r>
            <a:r>
              <a:rPr lang="en-US" sz="1300" b="1">
                <a:solidFill>
                  <a:srgbClr val="1B4332"/>
                </a:solidFill>
                <a:latin typeface="Arial"/>
              </a:rPr>
              <a:t>largely aligns with Working Planet’s reported results</a:t>
            </a:r>
            <a:r>
              <a:rPr lang="en-US" sz="1300">
                <a:solidFill>
                  <a:srgbClr val="333333"/>
                </a:solidFill>
                <a:latin typeface="Arial"/>
              </a:rPr>
              <a:t>. Even accounting for external NC-specific factors, replicating such a return would be </a:t>
            </a:r>
            <a:r>
              <a:rPr lang="en-US" sz="1300" b="1">
                <a:solidFill>
                  <a:srgbClr val="1B4332"/>
                </a:solidFill>
                <a:latin typeface="Arial"/>
              </a:rPr>
              <a:t>highly valuable</a:t>
            </a:r>
            <a:r>
              <a:rPr lang="en-US" sz="1300">
                <a:solidFill>
                  <a:srgbClr val="333333"/>
                </a:solidFill>
                <a:latin typeface="Arial"/>
              </a:rPr>
              <a:t>. The data supports </a:t>
            </a:r>
            <a:r>
              <a:rPr lang="en-US" sz="1300" b="1">
                <a:solidFill>
                  <a:srgbClr val="1B4332"/>
                </a:solidFill>
                <a:latin typeface="Arial"/>
              </a:rPr>
              <a:t>continued investment in Paid Ads</a:t>
            </a:r>
            <a:r>
              <a:rPr lang="en-US" sz="1300">
                <a:solidFill>
                  <a:srgbClr val="333333"/>
                </a:solidFill>
                <a:latin typeface="Arial"/>
              </a:rPr>
              <a:t> and potentially making the NCSHP campaign evergreen, with an expectation of significant incremental revenue and a highly desirable ROAS.</a:t>
            </a:r>
          </a:p>
        </p:txBody>
      </p:sp>
      <p:sp>
        <p:nvSpPr>
          <p:cNvPr id="23" name="TextBox 22">
            <a:extLst>
              <a:ext uri="{FF2B5EF4-FFF2-40B4-BE49-F238E27FC236}">
                <a16:creationId xmlns:a16="http://schemas.microsoft.com/office/drawing/2014/main" id="{E03368F6-691E-4103-8658-FD2FFBAA47D9}"/>
              </a:ext>
            </a:extLst>
          </p:cNvPr>
          <p:cNvSpPr txBox="1"/>
          <p:nvPr/>
        </p:nvSpPr>
        <p:spPr>
          <a:xfrm>
            <a:off x="508000" y="5994400"/>
            <a:ext cx="8890000" cy="228600"/>
          </a:xfrm>
          <a:prstGeom prst="rect">
            <a:avLst/>
          </a:prstGeom>
          <a:noFill/>
        </p:spPr>
        <p:txBody>
          <a:bodyPr vertOverflow="overflow" vert="horz" wrap="square" lIns="0" tIns="0" rIns="0" bIns="0" rtlCol="0" anchor="t">
            <a:noAutofit/>
          </a:bodyPr>
          <a:lstStyle/>
          <a:p>
            <a:pPr algn="l"/>
            <a:r>
              <a:rPr lang="en-US" sz="800" i="1">
                <a:solidFill>
                  <a:srgbClr val="999999"/>
                </a:solidFill>
                <a:latin typeface="Arial"/>
                <a:cs typeface="Arial"/>
              </a:rPr>
              <a:t>Methodology: Pre/post campaign analysis comparing NCSHP (test) to 7-client baseline (control). Campaign timed with ID Card sends. Both groups saw lift from ID Cards; net difference isolated here.</a:t>
            </a:r>
          </a:p>
        </p:txBody>
      </p:sp>
    </p:spTree>
    <p:extLst>
      <p:ext uri="{BB962C8B-B14F-4D97-AF65-F5344CB8AC3E}">
        <p14:creationId xmlns:p14="http://schemas.microsoft.com/office/powerpoint/2010/main" val="886674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A52BF-3689-F4B0-6A2C-1AB7720948CB}"/>
            </a:ext>
          </a:extLst>
        </p:cNvPr>
        <p:cNvGrpSpPr/>
        <p:nvPr/>
      </p:nvGrpSpPr>
      <p:grpSpPr>
        <a:xfrm>
          <a:off x="0" y="0"/>
          <a:ext cx="0" cy="0"/>
          <a:chOff x="0" y="0"/>
          <a:chExt cx="0" cy="0"/>
        </a:xfrm>
      </p:grpSpPr>
      <p:sp>
        <p:nvSpPr>
          <p:cNvPr id="50" name="Title"/>
          <p:cNvSpPr txBox="1"/>
          <p:nvPr/>
        </p:nvSpPr>
        <p:spPr>
          <a:xfrm>
            <a:off x="457200" y="254000"/>
            <a:ext cx="8890000" cy="508000"/>
          </a:xfrm>
          <a:prstGeom prst="rect">
            <a:avLst/>
          </a:prstGeom>
          <a:noFill/>
        </p:spPr>
        <p:txBody>
          <a:bodyPr wrap="square" lIns="0" tIns="0" rIns="0" bIns="0" anchor="b"/>
          <a:lstStyle/>
          <a:p>
            <a:pPr algn="l">
              <a:buNone/>
            </a:pPr>
            <a:r>
              <a:rPr lang="en-US" sz="2800" b="1" spc="-100">
                <a:solidFill>
                  <a:srgbClr val="301E04"/>
                </a:solidFill>
                <a:latin typeface="Aptos SemiBold"/>
              </a:rPr>
              <a:t>ID Card Color Test – Green vs White</a:t>
            </a:r>
          </a:p>
        </p:txBody>
      </p:sp>
      <p:sp>
        <p:nvSpPr>
          <p:cNvPr id="51" name="Subtitle"/>
          <p:cNvSpPr txBox="1"/>
          <p:nvPr/>
        </p:nvSpPr>
        <p:spPr>
          <a:xfrm>
            <a:off x="457200" y="787400"/>
            <a:ext cx="8890000" cy="254000"/>
          </a:xfrm>
          <a:prstGeom prst="rect">
            <a:avLst/>
          </a:prstGeom>
          <a:noFill/>
        </p:spPr>
        <p:txBody>
          <a:bodyPr wrap="square" lIns="0" tIns="0" rIns="0" bIns="0" anchor="t"/>
          <a:lstStyle/>
          <a:p>
            <a:pPr algn="l">
              <a:buNone/>
            </a:pPr>
            <a:r>
              <a:rPr lang="en-US" sz="1400" i="1">
                <a:solidFill>
                  <a:srgbClr val="355834"/>
                </a:solidFill>
                <a:latin typeface="Aptos"/>
              </a:rPr>
              <a:t>A/B Test Across International Paper Audience | 28-day pre/post comparison</a:t>
            </a:r>
          </a:p>
        </p:txBody>
      </p:sp>
      <p:sp>
        <p:nvSpPr>
          <p:cNvPr id="52" name="TitleLine"/>
          <p:cNvSpPr/>
          <p:nvPr/>
        </p:nvSpPr>
        <p:spPr>
          <a:xfrm>
            <a:off x="457200" y="1092200"/>
            <a:ext cx="11277600" cy="12700"/>
          </a:xfrm>
          <a:prstGeom prst="rect">
            <a:avLst/>
          </a:prstGeom>
          <a:solidFill>
            <a:srgbClr val="E0D8CE"/>
          </a:solidFill>
          <a:ln>
            <a:noFill/>
          </a:ln>
        </p:spPr>
        <p:txBody>
          <a:bodyPr/>
          <a:lstStyle/>
          <a:p>
            <a:endParaRPr lang="en-US"/>
          </a:p>
        </p:txBody>
      </p:sp>
      <p:sp>
        <p:nvSpPr>
          <p:cNvPr id="53" name="ResultBanner"/>
          <p:cNvSpPr/>
          <p:nvPr/>
        </p:nvSpPr>
        <p:spPr>
          <a:xfrm>
            <a:off x="457200" y="1274285"/>
            <a:ext cx="11277600" cy="635000"/>
          </a:xfrm>
          <a:prstGeom prst="roundRect">
            <a:avLst>
              <a:gd name="adj" fmla="val 12000"/>
            </a:avLst>
          </a:prstGeom>
          <a:solidFill>
            <a:srgbClr val="FEF8E8"/>
          </a:solidFill>
          <a:ln w="9525">
            <a:solidFill>
              <a:srgbClr val="E8DFC8"/>
            </a:solidFill>
          </a:ln>
        </p:spPr>
        <p:txBody>
          <a:bodyPr wrap="square" lIns="177800" tIns="50800" rIns="177800" bIns="50800" anchor="ctr"/>
          <a:lstStyle/>
          <a:p>
            <a:pPr algn="ctr"/>
            <a:r>
              <a:rPr lang="en-US" sz="1800" b="1">
                <a:solidFill>
                  <a:srgbClr val="301E04"/>
                </a:solidFill>
                <a:latin typeface="Aptos SemiBold"/>
              </a:rPr>
              <a:t>Result: </a:t>
            </a:r>
            <a:r>
              <a:rPr lang="en-US" b="1">
                <a:solidFill>
                  <a:srgbClr val="005041"/>
                </a:solidFill>
                <a:latin typeface="Aptos SemiBold"/>
              </a:rPr>
              <a:t>White Outperforms</a:t>
            </a:r>
            <a:r>
              <a:rPr lang="en-US" sz="1800" b="1">
                <a:solidFill>
                  <a:srgbClr val="005041"/>
                </a:solidFill>
                <a:latin typeface="Aptos SemiBold"/>
              </a:rPr>
              <a:t> </a:t>
            </a:r>
            <a:r>
              <a:rPr lang="en-US" b="1">
                <a:solidFill>
                  <a:srgbClr val="005041"/>
                </a:solidFill>
                <a:latin typeface="Aptos SemiBold"/>
              </a:rPr>
              <a:t>at 85% Confidence</a:t>
            </a:r>
            <a:r>
              <a:rPr lang="en-US">
                <a:solidFill>
                  <a:srgbClr val="301E04"/>
                </a:solidFill>
                <a:latin typeface="Aptos"/>
              </a:rPr>
              <a:t> </a:t>
            </a:r>
            <a:r>
              <a:rPr lang="en-US" sz="1800">
                <a:solidFill>
                  <a:srgbClr val="301E04"/>
                </a:solidFill>
                <a:latin typeface="Aptos"/>
              </a:rPr>
              <a:t> |  p-value = 0.845</a:t>
            </a:r>
          </a:p>
        </p:txBody>
      </p:sp>
      <p:sp>
        <p:nvSpPr>
          <p:cNvPr id="54" name="GreenCardBg"/>
          <p:cNvSpPr/>
          <p:nvPr/>
        </p:nvSpPr>
        <p:spPr>
          <a:xfrm>
            <a:off x="457200" y="2196523"/>
            <a:ext cx="5461000" cy="1789546"/>
          </a:xfrm>
          <a:prstGeom prst="roundRect">
            <a:avLst>
              <a:gd name="adj" fmla="val 5000"/>
            </a:avLst>
          </a:prstGeom>
          <a:solidFill>
            <a:srgbClr val="FFFFFF"/>
          </a:solidFill>
          <a:ln w="9525">
            <a:solidFill>
              <a:srgbClr val="005041">
                <a:alpha val="40000"/>
              </a:srgbClr>
            </a:solidFill>
          </a:ln>
        </p:spPr>
        <p:txBody>
          <a:bodyPr/>
          <a:lstStyle/>
          <a:p>
            <a:endParaRPr lang="en-US"/>
          </a:p>
        </p:txBody>
      </p:sp>
      <p:sp>
        <p:nvSpPr>
          <p:cNvPr id="55" name="GreenHeader"/>
          <p:cNvSpPr/>
          <p:nvPr/>
        </p:nvSpPr>
        <p:spPr>
          <a:xfrm>
            <a:off x="457200" y="2196523"/>
            <a:ext cx="5461000" cy="406400"/>
          </a:xfrm>
          <a:prstGeom prst="roundRect">
            <a:avLst>
              <a:gd name="adj" fmla="val 10000"/>
            </a:avLst>
          </a:prstGeom>
          <a:solidFill>
            <a:srgbClr val="005041"/>
          </a:solidFill>
          <a:ln>
            <a:noFill/>
          </a:ln>
        </p:spPr>
        <p:txBody>
          <a:bodyPr wrap="square" lIns="177800" tIns="0" rIns="177800" bIns="0" anchor="ctr"/>
          <a:lstStyle/>
          <a:p>
            <a:pPr algn="l">
              <a:buNone/>
            </a:pPr>
            <a:r>
              <a:rPr lang="en-US" sz="1600" b="1">
                <a:solidFill>
                  <a:srgbClr val="FFFFFF"/>
                </a:solidFill>
                <a:latin typeface="Aptos SemiBold"/>
              </a:rPr>
              <a:t>Green ID Card</a:t>
            </a:r>
          </a:p>
        </p:txBody>
      </p:sp>
      <p:sp>
        <p:nvSpPr>
          <p:cNvPr id="57" name="WhiteCardBg"/>
          <p:cNvSpPr/>
          <p:nvPr/>
        </p:nvSpPr>
        <p:spPr>
          <a:xfrm>
            <a:off x="6273800" y="2219614"/>
            <a:ext cx="5461000" cy="1766456"/>
          </a:xfrm>
          <a:prstGeom prst="roundRect">
            <a:avLst>
              <a:gd name="adj" fmla="val 5000"/>
            </a:avLst>
          </a:prstGeom>
          <a:solidFill>
            <a:srgbClr val="FFFFFF"/>
          </a:solidFill>
          <a:ln w="9525">
            <a:solidFill>
              <a:srgbClr val="FF6947">
                <a:alpha val="40000"/>
              </a:srgbClr>
            </a:solidFill>
          </a:ln>
        </p:spPr>
        <p:txBody>
          <a:bodyPr/>
          <a:lstStyle/>
          <a:p>
            <a:endParaRPr lang="en-US"/>
          </a:p>
        </p:txBody>
      </p:sp>
      <p:sp>
        <p:nvSpPr>
          <p:cNvPr id="58" name="WhiteHeader"/>
          <p:cNvSpPr/>
          <p:nvPr/>
        </p:nvSpPr>
        <p:spPr>
          <a:xfrm>
            <a:off x="6273800" y="2196523"/>
            <a:ext cx="5461000" cy="406400"/>
          </a:xfrm>
          <a:prstGeom prst="roundRect">
            <a:avLst>
              <a:gd name="adj" fmla="val 10000"/>
            </a:avLst>
          </a:prstGeom>
          <a:solidFill>
            <a:srgbClr val="FF6947"/>
          </a:solidFill>
          <a:ln>
            <a:noFill/>
          </a:ln>
        </p:spPr>
        <p:txBody>
          <a:bodyPr wrap="square" lIns="177800" tIns="0" rIns="177800" bIns="0" anchor="ctr"/>
          <a:lstStyle/>
          <a:p>
            <a:pPr algn="l">
              <a:buNone/>
            </a:pPr>
            <a:r>
              <a:rPr lang="en-US" sz="1600" b="1">
                <a:solidFill>
                  <a:srgbClr val="FFFFFF"/>
                </a:solidFill>
                <a:latin typeface="Aptos SemiBold"/>
              </a:rPr>
              <a:t>White ID Card</a:t>
            </a:r>
          </a:p>
        </p:txBody>
      </p:sp>
      <p:sp>
        <p:nvSpPr>
          <p:cNvPr id="60" name="SigTestBg"/>
          <p:cNvSpPr/>
          <p:nvPr/>
        </p:nvSpPr>
        <p:spPr>
          <a:xfrm>
            <a:off x="434109" y="4282209"/>
            <a:ext cx="11277600" cy="1397000"/>
          </a:xfrm>
          <a:prstGeom prst="roundRect">
            <a:avLst>
              <a:gd name="adj" fmla="val 5000"/>
            </a:avLst>
          </a:prstGeom>
          <a:solidFill>
            <a:srgbClr val="F7F4F0"/>
          </a:solidFill>
          <a:ln w="6350">
            <a:solidFill>
              <a:srgbClr val="E0D8CE"/>
            </a:solidFill>
          </a:ln>
        </p:spPr>
        <p:txBody>
          <a:bodyPr/>
          <a:lstStyle/>
          <a:p>
            <a:endParaRPr lang="en-US"/>
          </a:p>
        </p:txBody>
      </p:sp>
      <p:sp>
        <p:nvSpPr>
          <p:cNvPr id="61" name="SigTestHeader"/>
          <p:cNvSpPr txBox="1"/>
          <p:nvPr/>
        </p:nvSpPr>
        <p:spPr>
          <a:xfrm>
            <a:off x="611909" y="4358409"/>
            <a:ext cx="10922000" cy="304800"/>
          </a:xfrm>
          <a:prstGeom prst="rect">
            <a:avLst/>
          </a:prstGeom>
          <a:noFill/>
        </p:spPr>
        <p:txBody>
          <a:bodyPr wrap="square" lIns="0" tIns="0" rIns="0" bIns="0" anchor="t"/>
          <a:lstStyle/>
          <a:p>
            <a:pPr algn="l">
              <a:buNone/>
            </a:pPr>
            <a:r>
              <a:rPr lang="en-US" sz="1500" b="1" cap="all">
                <a:solidFill>
                  <a:srgbClr val="355834"/>
                </a:solidFill>
                <a:latin typeface="Aptos SemiBold"/>
              </a:rPr>
              <a:t>Significance Test (Z-test on DiD)</a:t>
            </a:r>
          </a:p>
        </p:txBody>
      </p:sp>
      <p:sp>
        <p:nvSpPr>
          <p:cNvPr id="62" name="Stat63"/>
          <p:cNvSpPr txBox="1"/>
          <p:nvPr/>
        </p:nvSpPr>
        <p:spPr>
          <a:xfrm>
            <a:off x="611909" y="4739409"/>
            <a:ext cx="2540000" cy="838200"/>
          </a:xfrm>
          <a:prstGeom prst="rect">
            <a:avLst/>
          </a:prstGeom>
          <a:noFill/>
        </p:spPr>
        <p:txBody>
          <a:bodyPr wrap="square" lIns="0" tIns="0" rIns="0" bIns="0" anchor="t"/>
          <a:lstStyle/>
          <a:p>
            <a:pPr algn="l">
              <a:lnSpc>
                <a:spcPct val="100000"/>
              </a:lnSpc>
              <a:spcBef>
                <a:spcPts val="0"/>
              </a:spcBef>
              <a:spcAft>
                <a:spcPts val="200"/>
              </a:spcAft>
              <a:buNone/>
            </a:pPr>
            <a:r>
              <a:rPr lang="en-US" sz="1200">
                <a:solidFill>
                  <a:srgbClr val="6B6155"/>
                </a:solidFill>
                <a:latin typeface="Aptos"/>
              </a:rPr>
              <a:t>DiD Estimate</a:t>
            </a:r>
          </a:p>
          <a:p>
            <a:pPr algn="l">
              <a:lnSpc>
                <a:spcPct val="100000"/>
              </a:lnSpc>
              <a:spcBef>
                <a:spcPts val="0"/>
              </a:spcBef>
              <a:spcAft>
                <a:spcPts val="0"/>
              </a:spcAft>
              <a:buNone/>
            </a:pPr>
            <a:r>
              <a:rPr lang="en-US" sz="2400" b="1">
                <a:solidFill>
                  <a:srgbClr val="301E04"/>
                </a:solidFill>
                <a:latin typeface="Aptos SemiBold"/>
              </a:rPr>
              <a:t>−0.0278 pp</a:t>
            </a:r>
          </a:p>
        </p:txBody>
      </p:sp>
      <p:sp>
        <p:nvSpPr>
          <p:cNvPr id="63" name="Stat64"/>
          <p:cNvSpPr txBox="1"/>
          <p:nvPr/>
        </p:nvSpPr>
        <p:spPr>
          <a:xfrm>
            <a:off x="3278909" y="4739409"/>
            <a:ext cx="2032000" cy="838200"/>
          </a:xfrm>
          <a:prstGeom prst="rect">
            <a:avLst/>
          </a:prstGeom>
          <a:noFill/>
        </p:spPr>
        <p:txBody>
          <a:bodyPr wrap="square" lIns="0" tIns="0" rIns="0" bIns="0" anchor="t"/>
          <a:lstStyle/>
          <a:p>
            <a:pPr algn="l">
              <a:lnSpc>
                <a:spcPct val="100000"/>
              </a:lnSpc>
              <a:spcBef>
                <a:spcPts val="0"/>
              </a:spcBef>
              <a:spcAft>
                <a:spcPts val="200"/>
              </a:spcAft>
              <a:buNone/>
            </a:pPr>
            <a:r>
              <a:rPr lang="en-US" sz="1200">
                <a:solidFill>
                  <a:srgbClr val="6B6155"/>
                </a:solidFill>
                <a:latin typeface="Aptos"/>
              </a:rPr>
              <a:t>Pooled Std Error</a:t>
            </a:r>
          </a:p>
          <a:p>
            <a:pPr algn="l">
              <a:lnSpc>
                <a:spcPct val="100000"/>
              </a:lnSpc>
              <a:spcBef>
                <a:spcPts val="0"/>
              </a:spcBef>
              <a:spcAft>
                <a:spcPts val="0"/>
              </a:spcAft>
              <a:buNone/>
            </a:pPr>
            <a:r>
              <a:rPr lang="en-US" sz="2400" b="1">
                <a:solidFill>
                  <a:srgbClr val="301E04"/>
                </a:solidFill>
                <a:latin typeface="Aptos SemiBold"/>
              </a:rPr>
              <a:t>0.1423 pp</a:t>
            </a:r>
          </a:p>
        </p:txBody>
      </p:sp>
      <p:sp>
        <p:nvSpPr>
          <p:cNvPr id="64" name="Stat65"/>
          <p:cNvSpPr txBox="1"/>
          <p:nvPr/>
        </p:nvSpPr>
        <p:spPr>
          <a:xfrm>
            <a:off x="5437909" y="4739409"/>
            <a:ext cx="1778000" cy="838200"/>
          </a:xfrm>
          <a:prstGeom prst="rect">
            <a:avLst/>
          </a:prstGeom>
          <a:noFill/>
        </p:spPr>
        <p:txBody>
          <a:bodyPr wrap="square" lIns="0" tIns="0" rIns="0" bIns="0" anchor="t"/>
          <a:lstStyle/>
          <a:p>
            <a:pPr algn="l">
              <a:lnSpc>
                <a:spcPct val="100000"/>
              </a:lnSpc>
              <a:spcBef>
                <a:spcPts val="0"/>
              </a:spcBef>
              <a:spcAft>
                <a:spcPts val="200"/>
              </a:spcAft>
              <a:buNone/>
            </a:pPr>
            <a:r>
              <a:rPr lang="en-US" sz="1200">
                <a:solidFill>
                  <a:srgbClr val="6B6155"/>
                </a:solidFill>
                <a:latin typeface="Aptos"/>
              </a:rPr>
              <a:t>Z-Statistic</a:t>
            </a:r>
          </a:p>
          <a:p>
            <a:pPr algn="l">
              <a:lnSpc>
                <a:spcPct val="100000"/>
              </a:lnSpc>
              <a:spcBef>
                <a:spcPts val="0"/>
              </a:spcBef>
              <a:spcAft>
                <a:spcPts val="0"/>
              </a:spcAft>
              <a:buNone/>
            </a:pPr>
            <a:r>
              <a:rPr lang="en-US" sz="2400" b="1">
                <a:solidFill>
                  <a:srgbClr val="301E04"/>
                </a:solidFill>
                <a:latin typeface="Aptos SemiBold"/>
              </a:rPr>
              <a:t>−0.195</a:t>
            </a:r>
          </a:p>
        </p:txBody>
      </p:sp>
      <p:sp>
        <p:nvSpPr>
          <p:cNvPr id="65" name="Stat66"/>
          <p:cNvSpPr txBox="1"/>
          <p:nvPr/>
        </p:nvSpPr>
        <p:spPr>
          <a:xfrm>
            <a:off x="7342909" y="4739409"/>
            <a:ext cx="1778000" cy="838200"/>
          </a:xfrm>
          <a:prstGeom prst="rect">
            <a:avLst/>
          </a:prstGeom>
          <a:noFill/>
        </p:spPr>
        <p:txBody>
          <a:bodyPr wrap="square" lIns="0" tIns="0" rIns="0" bIns="0" anchor="t"/>
          <a:lstStyle/>
          <a:p>
            <a:pPr algn="l">
              <a:lnSpc>
                <a:spcPct val="100000"/>
              </a:lnSpc>
              <a:spcBef>
                <a:spcPts val="0"/>
              </a:spcBef>
              <a:spcAft>
                <a:spcPts val="200"/>
              </a:spcAft>
              <a:buNone/>
            </a:pPr>
            <a:r>
              <a:rPr lang="en-US" sz="1200">
                <a:solidFill>
                  <a:srgbClr val="6B6155"/>
                </a:solidFill>
                <a:latin typeface="Aptos"/>
              </a:rPr>
              <a:t>p-value</a:t>
            </a:r>
          </a:p>
          <a:p>
            <a:pPr algn="l">
              <a:lnSpc>
                <a:spcPct val="100000"/>
              </a:lnSpc>
              <a:spcBef>
                <a:spcPts val="0"/>
              </a:spcBef>
              <a:spcAft>
                <a:spcPts val="0"/>
              </a:spcAft>
              <a:buNone/>
            </a:pPr>
            <a:r>
              <a:rPr lang="en-US" sz="2400" b="1">
                <a:solidFill>
                  <a:srgbClr val="301E04"/>
                </a:solidFill>
                <a:latin typeface="Aptos SemiBold"/>
              </a:rPr>
              <a:t>0.845</a:t>
            </a:r>
          </a:p>
        </p:txBody>
      </p:sp>
      <p:sp>
        <p:nvSpPr>
          <p:cNvPr id="66" name="Stat67"/>
          <p:cNvSpPr txBox="1"/>
          <p:nvPr/>
        </p:nvSpPr>
        <p:spPr>
          <a:xfrm>
            <a:off x="9247909" y="4739409"/>
            <a:ext cx="2159000" cy="838200"/>
          </a:xfrm>
          <a:prstGeom prst="rect">
            <a:avLst/>
          </a:prstGeom>
          <a:noFill/>
        </p:spPr>
        <p:txBody>
          <a:bodyPr wrap="square" lIns="0" tIns="0" rIns="0" bIns="0" anchor="t"/>
          <a:lstStyle/>
          <a:p>
            <a:pPr algn="l">
              <a:lnSpc>
                <a:spcPct val="100000"/>
              </a:lnSpc>
              <a:spcBef>
                <a:spcPts val="0"/>
              </a:spcBef>
              <a:spcAft>
                <a:spcPts val="200"/>
              </a:spcAft>
              <a:buNone/>
            </a:pPr>
            <a:r>
              <a:rPr lang="en-US" sz="1200">
                <a:solidFill>
                  <a:srgbClr val="6B6155"/>
                </a:solidFill>
                <a:latin typeface="Aptos"/>
              </a:rPr>
              <a:t>Significant (α=0.15)?</a:t>
            </a:r>
          </a:p>
          <a:p>
            <a:pPr algn="l">
              <a:lnSpc>
                <a:spcPct val="100000"/>
              </a:lnSpc>
              <a:spcBef>
                <a:spcPts val="0"/>
              </a:spcBef>
              <a:spcAft>
                <a:spcPts val="0"/>
              </a:spcAft>
              <a:buNone/>
            </a:pPr>
            <a:r>
              <a:rPr lang="en-US" sz="2400" b="1">
                <a:solidFill>
                  <a:srgbClr val="005041"/>
                </a:solidFill>
                <a:latin typeface="Aptos SemiBold"/>
              </a:rPr>
              <a:t>Yes</a:t>
            </a:r>
          </a:p>
        </p:txBody>
      </p:sp>
      <p:sp>
        <p:nvSpPr>
          <p:cNvPr id="67" name="InsightLine"/>
          <p:cNvSpPr txBox="1"/>
          <p:nvPr/>
        </p:nvSpPr>
        <p:spPr>
          <a:xfrm>
            <a:off x="457200" y="6375400"/>
            <a:ext cx="11277600" cy="254000"/>
          </a:xfrm>
          <a:prstGeom prst="rect">
            <a:avLst/>
          </a:prstGeom>
          <a:noFill/>
        </p:spPr>
        <p:txBody>
          <a:bodyPr wrap="square" lIns="0" tIns="0" rIns="0" bIns="0" anchor="t"/>
          <a:lstStyle/>
          <a:p>
            <a:pPr algn="l">
              <a:buNone/>
            </a:pPr>
            <a:r>
              <a:rPr lang="en-US" sz="1200" i="1">
                <a:solidFill>
                  <a:srgbClr val="8B7355"/>
                </a:solidFill>
                <a:latin typeface="Aptos"/>
              </a:rPr>
              <a:t>Card color had no statistically significant impact on call rates — both variants performed similarly.</a:t>
            </a:r>
          </a:p>
        </p:txBody>
      </p:sp>
      <p:sp>
        <p:nvSpPr>
          <p:cNvPr id="200" name="Row201"/>
          <p:cNvSpPr txBox="1"/>
          <p:nvPr/>
        </p:nvSpPr>
        <p:spPr>
          <a:xfrm>
            <a:off x="635000" y="2666423"/>
            <a:ext cx="5080000" cy="304800"/>
          </a:xfrm>
          <a:prstGeom prst="rect">
            <a:avLst/>
          </a:prstGeom>
          <a:noFill/>
        </p:spPr>
        <p:txBody>
          <a:bodyPr wrap="square" lIns="0" tIns="0" rIns="0" bIns="0" anchor="ctr"/>
          <a:lstStyle/>
          <a:p>
            <a:pPr algn="l">
              <a:buNone/>
              <a:tabLst>
                <a:tab pos="5003800" algn="r"/>
              </a:tabLst>
            </a:pPr>
            <a:r>
              <a:rPr lang="en-US" sz="1400">
                <a:solidFill>
                  <a:srgbClr val="6B6155"/>
                </a:solidFill>
                <a:latin typeface="Aptos"/>
              </a:rPr>
              <a:t>Mail Count</a:t>
            </a:r>
            <a:r>
              <a:rPr lang="en-US" sz="1400" b="1">
                <a:solidFill>
                  <a:srgbClr val="301E04"/>
                </a:solidFill>
                <a:latin typeface="Aptos SemiBold"/>
              </a:rPr>
              <a:t>	10,755</a:t>
            </a:r>
          </a:p>
        </p:txBody>
      </p:sp>
      <p:sp>
        <p:nvSpPr>
          <p:cNvPr id="201" name="Sep202"/>
          <p:cNvSpPr/>
          <p:nvPr/>
        </p:nvSpPr>
        <p:spPr>
          <a:xfrm>
            <a:off x="558800" y="2994314"/>
            <a:ext cx="5257800" cy="0"/>
          </a:xfrm>
          <a:prstGeom prst="line">
            <a:avLst/>
          </a:prstGeom>
          <a:ln w="6350">
            <a:solidFill>
              <a:srgbClr val="E0D8CE"/>
            </a:solidFill>
          </a:ln>
        </p:spPr>
        <p:txBody>
          <a:bodyPr/>
          <a:lstStyle/>
          <a:p>
            <a:endParaRPr lang="en-US"/>
          </a:p>
        </p:txBody>
      </p:sp>
      <p:sp>
        <p:nvSpPr>
          <p:cNvPr id="202" name="Row203"/>
          <p:cNvSpPr txBox="1"/>
          <p:nvPr/>
        </p:nvSpPr>
        <p:spPr>
          <a:xfrm>
            <a:off x="635000" y="2996623"/>
            <a:ext cx="5080000" cy="304800"/>
          </a:xfrm>
          <a:prstGeom prst="rect">
            <a:avLst/>
          </a:prstGeom>
          <a:noFill/>
        </p:spPr>
        <p:txBody>
          <a:bodyPr wrap="square" lIns="0" tIns="0" rIns="0" bIns="0" anchor="ctr"/>
          <a:lstStyle/>
          <a:p>
            <a:pPr algn="l">
              <a:buNone/>
              <a:tabLst>
                <a:tab pos="5003800" algn="r"/>
              </a:tabLst>
            </a:pPr>
            <a:r>
              <a:rPr lang="en-US" sz="1400">
                <a:solidFill>
                  <a:srgbClr val="6B6155"/>
                </a:solidFill>
                <a:latin typeface="Aptos"/>
              </a:rPr>
              <a:t>Pre Calls / Post Calls</a:t>
            </a:r>
            <a:r>
              <a:rPr lang="en-US" sz="1400" b="1">
                <a:solidFill>
                  <a:srgbClr val="301E04"/>
                </a:solidFill>
                <a:latin typeface="Aptos SemiBold"/>
              </a:rPr>
              <a:t>	8 → 88</a:t>
            </a:r>
          </a:p>
        </p:txBody>
      </p:sp>
      <p:sp>
        <p:nvSpPr>
          <p:cNvPr id="203" name="Sep204"/>
          <p:cNvSpPr/>
          <p:nvPr/>
        </p:nvSpPr>
        <p:spPr>
          <a:xfrm>
            <a:off x="558800" y="3301423"/>
            <a:ext cx="5257800" cy="0"/>
          </a:xfrm>
          <a:prstGeom prst="line">
            <a:avLst/>
          </a:prstGeom>
          <a:ln w="6350">
            <a:solidFill>
              <a:srgbClr val="E0D8CE"/>
            </a:solidFill>
          </a:ln>
        </p:spPr>
        <p:txBody>
          <a:bodyPr/>
          <a:lstStyle/>
          <a:p>
            <a:endParaRPr lang="en-US"/>
          </a:p>
        </p:txBody>
      </p:sp>
      <p:sp>
        <p:nvSpPr>
          <p:cNvPr id="204" name="Row205"/>
          <p:cNvSpPr txBox="1"/>
          <p:nvPr/>
        </p:nvSpPr>
        <p:spPr>
          <a:xfrm>
            <a:off x="635000" y="3326823"/>
            <a:ext cx="5080000" cy="304800"/>
          </a:xfrm>
          <a:prstGeom prst="rect">
            <a:avLst/>
          </a:prstGeom>
          <a:noFill/>
        </p:spPr>
        <p:txBody>
          <a:bodyPr wrap="square" lIns="0" tIns="0" rIns="0" bIns="0" anchor="ctr"/>
          <a:lstStyle/>
          <a:p>
            <a:pPr algn="l">
              <a:buNone/>
              <a:tabLst>
                <a:tab pos="5003800" algn="r"/>
              </a:tabLst>
            </a:pPr>
            <a:r>
              <a:rPr lang="en-US" sz="1400">
                <a:solidFill>
                  <a:srgbClr val="6B6155"/>
                </a:solidFill>
                <a:latin typeface="Aptos"/>
              </a:rPr>
              <a:t>Incremental Calls</a:t>
            </a:r>
            <a:r>
              <a:rPr lang="en-US" sz="1400" b="1">
                <a:solidFill>
                  <a:srgbClr val="005041"/>
                </a:solidFill>
                <a:latin typeface="Aptos SemiBold"/>
              </a:rPr>
              <a:t>	+80</a:t>
            </a:r>
          </a:p>
        </p:txBody>
      </p:sp>
      <p:sp>
        <p:nvSpPr>
          <p:cNvPr id="205" name="Sep206"/>
          <p:cNvSpPr/>
          <p:nvPr/>
        </p:nvSpPr>
        <p:spPr>
          <a:xfrm>
            <a:off x="558800" y="3631623"/>
            <a:ext cx="5257800" cy="0"/>
          </a:xfrm>
          <a:prstGeom prst="line">
            <a:avLst/>
          </a:prstGeom>
          <a:ln w="6350">
            <a:solidFill>
              <a:srgbClr val="E0D8CE"/>
            </a:solidFill>
          </a:ln>
        </p:spPr>
        <p:txBody>
          <a:bodyPr/>
          <a:lstStyle/>
          <a:p>
            <a:endParaRPr lang="en-US"/>
          </a:p>
        </p:txBody>
      </p:sp>
      <p:sp>
        <p:nvSpPr>
          <p:cNvPr id="206" name="Row207"/>
          <p:cNvSpPr txBox="1"/>
          <p:nvPr/>
        </p:nvSpPr>
        <p:spPr>
          <a:xfrm>
            <a:off x="635000" y="3657023"/>
            <a:ext cx="5080000" cy="304800"/>
          </a:xfrm>
          <a:prstGeom prst="rect">
            <a:avLst/>
          </a:prstGeom>
          <a:noFill/>
        </p:spPr>
        <p:txBody>
          <a:bodyPr wrap="square" lIns="0" tIns="0" rIns="0" bIns="0" anchor="ctr"/>
          <a:lstStyle/>
          <a:p>
            <a:pPr algn="l">
              <a:buNone/>
              <a:tabLst>
                <a:tab pos="5003800" algn="r"/>
              </a:tabLst>
            </a:pPr>
            <a:r>
              <a:rPr lang="en-US" sz="1400">
                <a:solidFill>
                  <a:srgbClr val="6B6155"/>
                </a:solidFill>
                <a:latin typeface="Aptos"/>
              </a:rPr>
              <a:t>Call Rate Delta</a:t>
            </a:r>
            <a:r>
              <a:rPr lang="en-US" sz="1400" b="1">
                <a:solidFill>
                  <a:srgbClr val="005041"/>
                </a:solidFill>
                <a:latin typeface="Aptos SemiBold"/>
              </a:rPr>
              <a:t>	+0.74%</a:t>
            </a:r>
          </a:p>
        </p:txBody>
      </p:sp>
      <p:sp>
        <p:nvSpPr>
          <p:cNvPr id="207" name="Sep208"/>
          <p:cNvSpPr/>
          <p:nvPr/>
        </p:nvSpPr>
        <p:spPr>
          <a:xfrm>
            <a:off x="558800" y="3961823"/>
            <a:ext cx="5257800" cy="0"/>
          </a:xfrm>
          <a:prstGeom prst="line">
            <a:avLst/>
          </a:prstGeom>
          <a:ln w="6350">
            <a:solidFill>
              <a:srgbClr val="E0D8CE"/>
            </a:solidFill>
          </a:ln>
        </p:spPr>
        <p:txBody>
          <a:bodyPr/>
          <a:lstStyle/>
          <a:p>
            <a:endParaRPr lang="en-US"/>
          </a:p>
        </p:txBody>
      </p:sp>
      <p:sp>
        <p:nvSpPr>
          <p:cNvPr id="209" name="Row210"/>
          <p:cNvSpPr txBox="1"/>
          <p:nvPr/>
        </p:nvSpPr>
        <p:spPr>
          <a:xfrm>
            <a:off x="6451600" y="2666423"/>
            <a:ext cx="5080000" cy="304800"/>
          </a:xfrm>
          <a:prstGeom prst="rect">
            <a:avLst/>
          </a:prstGeom>
          <a:noFill/>
        </p:spPr>
        <p:txBody>
          <a:bodyPr wrap="square" lIns="0" tIns="0" rIns="0" bIns="0" anchor="ctr"/>
          <a:lstStyle/>
          <a:p>
            <a:pPr algn="l">
              <a:buNone/>
              <a:tabLst>
                <a:tab pos="5003800" algn="r"/>
              </a:tabLst>
            </a:pPr>
            <a:r>
              <a:rPr lang="en-US" sz="1400">
                <a:solidFill>
                  <a:srgbClr val="6B6155"/>
                </a:solidFill>
                <a:latin typeface="Aptos"/>
              </a:rPr>
              <a:t>Mail Count</a:t>
            </a:r>
            <a:r>
              <a:rPr lang="en-US" sz="1400" b="1">
                <a:solidFill>
                  <a:srgbClr val="301E04"/>
                </a:solidFill>
                <a:latin typeface="Aptos SemiBold"/>
              </a:rPr>
              <a:t>	10,764</a:t>
            </a:r>
          </a:p>
        </p:txBody>
      </p:sp>
      <p:sp>
        <p:nvSpPr>
          <p:cNvPr id="210" name="Sep211"/>
          <p:cNvSpPr/>
          <p:nvPr/>
        </p:nvSpPr>
        <p:spPr>
          <a:xfrm>
            <a:off x="6375400" y="2971223"/>
            <a:ext cx="5257800" cy="0"/>
          </a:xfrm>
          <a:prstGeom prst="line">
            <a:avLst/>
          </a:prstGeom>
          <a:ln w="6350">
            <a:solidFill>
              <a:srgbClr val="E0D8CE"/>
            </a:solidFill>
          </a:ln>
        </p:spPr>
        <p:txBody>
          <a:bodyPr/>
          <a:lstStyle/>
          <a:p>
            <a:endParaRPr lang="en-US"/>
          </a:p>
        </p:txBody>
      </p:sp>
      <p:sp>
        <p:nvSpPr>
          <p:cNvPr id="211" name="Row212"/>
          <p:cNvSpPr txBox="1"/>
          <p:nvPr/>
        </p:nvSpPr>
        <p:spPr>
          <a:xfrm>
            <a:off x="6451600" y="2996623"/>
            <a:ext cx="5080000" cy="304800"/>
          </a:xfrm>
          <a:prstGeom prst="rect">
            <a:avLst/>
          </a:prstGeom>
          <a:noFill/>
        </p:spPr>
        <p:txBody>
          <a:bodyPr wrap="square" lIns="0" tIns="0" rIns="0" bIns="0" anchor="ctr"/>
          <a:lstStyle/>
          <a:p>
            <a:pPr algn="l">
              <a:buNone/>
              <a:tabLst>
                <a:tab pos="5003800" algn="r"/>
              </a:tabLst>
            </a:pPr>
            <a:r>
              <a:rPr lang="en-US" sz="1400">
                <a:solidFill>
                  <a:srgbClr val="6B6155"/>
                </a:solidFill>
                <a:latin typeface="Aptos"/>
              </a:rPr>
              <a:t>Pre Calls / Post Calls</a:t>
            </a:r>
            <a:r>
              <a:rPr lang="en-US" sz="1400" b="1">
                <a:solidFill>
                  <a:srgbClr val="301E04"/>
                </a:solidFill>
                <a:latin typeface="Aptos SemiBold"/>
              </a:rPr>
              <a:t>	5 → 103</a:t>
            </a:r>
          </a:p>
        </p:txBody>
      </p:sp>
      <p:sp>
        <p:nvSpPr>
          <p:cNvPr id="212" name="Sep213"/>
          <p:cNvSpPr/>
          <p:nvPr/>
        </p:nvSpPr>
        <p:spPr>
          <a:xfrm>
            <a:off x="6375400" y="3301423"/>
            <a:ext cx="5257800" cy="0"/>
          </a:xfrm>
          <a:prstGeom prst="line">
            <a:avLst/>
          </a:prstGeom>
          <a:ln w="6350">
            <a:solidFill>
              <a:srgbClr val="E0D8CE"/>
            </a:solidFill>
          </a:ln>
        </p:spPr>
        <p:txBody>
          <a:bodyPr/>
          <a:lstStyle/>
          <a:p>
            <a:endParaRPr lang="en-US"/>
          </a:p>
        </p:txBody>
      </p:sp>
      <p:sp>
        <p:nvSpPr>
          <p:cNvPr id="213" name="Row214"/>
          <p:cNvSpPr txBox="1"/>
          <p:nvPr/>
        </p:nvSpPr>
        <p:spPr>
          <a:xfrm>
            <a:off x="6451600" y="3326823"/>
            <a:ext cx="5080000" cy="304800"/>
          </a:xfrm>
          <a:prstGeom prst="rect">
            <a:avLst/>
          </a:prstGeom>
          <a:noFill/>
        </p:spPr>
        <p:txBody>
          <a:bodyPr wrap="square" lIns="0" tIns="0" rIns="0" bIns="0" anchor="ctr"/>
          <a:lstStyle/>
          <a:p>
            <a:pPr algn="l">
              <a:buNone/>
              <a:tabLst>
                <a:tab pos="5003800" algn="r"/>
              </a:tabLst>
            </a:pPr>
            <a:r>
              <a:rPr lang="en-US" sz="1400">
                <a:solidFill>
                  <a:srgbClr val="6B6155"/>
                </a:solidFill>
                <a:latin typeface="Aptos"/>
              </a:rPr>
              <a:t>Incremental Calls</a:t>
            </a:r>
            <a:r>
              <a:rPr lang="en-US" sz="1400" b="1">
                <a:solidFill>
                  <a:srgbClr val="FF6947"/>
                </a:solidFill>
                <a:latin typeface="Aptos SemiBold"/>
              </a:rPr>
              <a:t>	+98</a:t>
            </a:r>
          </a:p>
        </p:txBody>
      </p:sp>
      <p:sp>
        <p:nvSpPr>
          <p:cNvPr id="214" name="Sep215"/>
          <p:cNvSpPr/>
          <p:nvPr/>
        </p:nvSpPr>
        <p:spPr>
          <a:xfrm>
            <a:off x="6375400" y="3631623"/>
            <a:ext cx="5257800" cy="0"/>
          </a:xfrm>
          <a:prstGeom prst="line">
            <a:avLst/>
          </a:prstGeom>
          <a:ln w="6350">
            <a:solidFill>
              <a:srgbClr val="E0D8CE"/>
            </a:solidFill>
          </a:ln>
        </p:spPr>
        <p:txBody>
          <a:bodyPr/>
          <a:lstStyle/>
          <a:p>
            <a:endParaRPr lang="en-US"/>
          </a:p>
        </p:txBody>
      </p:sp>
      <p:sp>
        <p:nvSpPr>
          <p:cNvPr id="215" name="Row216"/>
          <p:cNvSpPr txBox="1"/>
          <p:nvPr/>
        </p:nvSpPr>
        <p:spPr>
          <a:xfrm>
            <a:off x="6451600" y="3657023"/>
            <a:ext cx="5080000" cy="304800"/>
          </a:xfrm>
          <a:prstGeom prst="rect">
            <a:avLst/>
          </a:prstGeom>
          <a:noFill/>
        </p:spPr>
        <p:txBody>
          <a:bodyPr wrap="square" lIns="0" tIns="0" rIns="0" bIns="0" anchor="ctr"/>
          <a:lstStyle/>
          <a:p>
            <a:pPr algn="l">
              <a:buNone/>
              <a:tabLst>
                <a:tab pos="5003800" algn="r"/>
              </a:tabLst>
            </a:pPr>
            <a:r>
              <a:rPr lang="en-US" sz="1400">
                <a:solidFill>
                  <a:srgbClr val="6B6155"/>
                </a:solidFill>
                <a:latin typeface="Aptos"/>
              </a:rPr>
              <a:t>Call Rate Delta</a:t>
            </a:r>
            <a:r>
              <a:rPr lang="en-US" sz="1400" b="1">
                <a:solidFill>
                  <a:srgbClr val="FF6947"/>
                </a:solidFill>
                <a:latin typeface="Aptos SemiBold"/>
              </a:rPr>
              <a:t>	+0.91%</a:t>
            </a:r>
          </a:p>
        </p:txBody>
      </p:sp>
      <p:sp>
        <p:nvSpPr>
          <p:cNvPr id="216" name="Sep217"/>
          <p:cNvSpPr/>
          <p:nvPr/>
        </p:nvSpPr>
        <p:spPr>
          <a:xfrm>
            <a:off x="6375400" y="3961823"/>
            <a:ext cx="5257800" cy="0"/>
          </a:xfrm>
          <a:prstGeom prst="line">
            <a:avLst/>
          </a:prstGeom>
          <a:ln w="6350">
            <a:solidFill>
              <a:srgbClr val="E0D8CE"/>
            </a:solidFill>
          </a:ln>
        </p:spPr>
        <p:txBody>
          <a:bodyPr/>
          <a:lstStyle/>
          <a:p>
            <a:endParaRPr lang="en-US"/>
          </a:p>
        </p:txBody>
      </p:sp>
      <p:sp>
        <p:nvSpPr>
          <p:cNvPr id="218" name="VSep219"/>
          <p:cNvSpPr/>
          <p:nvPr/>
        </p:nvSpPr>
        <p:spPr>
          <a:xfrm>
            <a:off x="3215409" y="4790209"/>
            <a:ext cx="0" cy="711200"/>
          </a:xfrm>
          <a:prstGeom prst="line">
            <a:avLst/>
          </a:prstGeom>
          <a:ln w="6350">
            <a:solidFill>
              <a:srgbClr val="D5CEC4"/>
            </a:solidFill>
          </a:ln>
        </p:spPr>
        <p:txBody>
          <a:bodyPr/>
          <a:lstStyle/>
          <a:p>
            <a:endParaRPr lang="en-US"/>
          </a:p>
        </p:txBody>
      </p:sp>
      <p:sp>
        <p:nvSpPr>
          <p:cNvPr id="219" name="VSep220"/>
          <p:cNvSpPr/>
          <p:nvPr/>
        </p:nvSpPr>
        <p:spPr>
          <a:xfrm>
            <a:off x="5374409" y="4790209"/>
            <a:ext cx="0" cy="711200"/>
          </a:xfrm>
          <a:prstGeom prst="line">
            <a:avLst/>
          </a:prstGeom>
          <a:ln w="6350">
            <a:solidFill>
              <a:srgbClr val="D5CEC4"/>
            </a:solidFill>
          </a:ln>
        </p:spPr>
        <p:txBody>
          <a:bodyPr/>
          <a:lstStyle/>
          <a:p>
            <a:endParaRPr lang="en-US"/>
          </a:p>
        </p:txBody>
      </p:sp>
      <p:sp>
        <p:nvSpPr>
          <p:cNvPr id="220" name="VSep221"/>
          <p:cNvSpPr/>
          <p:nvPr/>
        </p:nvSpPr>
        <p:spPr>
          <a:xfrm>
            <a:off x="7279409" y="4790209"/>
            <a:ext cx="0" cy="711200"/>
          </a:xfrm>
          <a:prstGeom prst="line">
            <a:avLst/>
          </a:prstGeom>
          <a:ln w="6350">
            <a:solidFill>
              <a:srgbClr val="D5CEC4"/>
            </a:solidFill>
          </a:ln>
        </p:spPr>
        <p:txBody>
          <a:bodyPr/>
          <a:lstStyle/>
          <a:p>
            <a:endParaRPr lang="en-US"/>
          </a:p>
        </p:txBody>
      </p:sp>
      <p:sp>
        <p:nvSpPr>
          <p:cNvPr id="221" name="VSep222"/>
          <p:cNvSpPr/>
          <p:nvPr/>
        </p:nvSpPr>
        <p:spPr>
          <a:xfrm>
            <a:off x="9184409" y="4790209"/>
            <a:ext cx="0" cy="711200"/>
          </a:xfrm>
          <a:prstGeom prst="line">
            <a:avLst/>
          </a:prstGeom>
          <a:ln w="6350">
            <a:solidFill>
              <a:srgbClr val="D5CEC4"/>
            </a:solidFill>
          </a:ln>
        </p:spPr>
        <p:txBody>
          <a:bodyPr/>
          <a:lstStyle/>
          <a:p>
            <a:endParaRPr lang="en-US"/>
          </a:p>
        </p:txBody>
      </p:sp>
    </p:spTree>
    <p:extLst>
      <p:ext uri="{BB962C8B-B14F-4D97-AF65-F5344CB8AC3E}">
        <p14:creationId xmlns:p14="http://schemas.microsoft.com/office/powerpoint/2010/main" val="2494718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186E-85EA-505C-F857-F5A21C1573D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3A15291-4EDC-612A-B337-6055DB10C598}"/>
              </a:ext>
            </a:extLst>
          </p:cNvPr>
          <p:cNvSpPr/>
          <p:nvPr/>
        </p:nvSpPr>
        <p:spPr>
          <a:xfrm>
            <a:off x="300625" y="1348573"/>
            <a:ext cx="11674257" cy="43316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E4B3E302-E5CD-F646-B739-654643971E63}"/>
              </a:ext>
            </a:extLst>
          </p:cNvPr>
          <p:cNvSpPr>
            <a:spLocks noGrp="1"/>
          </p:cNvSpPr>
          <p:nvPr>
            <p:ph type="sldNum" sz="quarter" idx="12"/>
          </p:nvPr>
        </p:nvSpPr>
        <p:spPr/>
        <p:txBody>
          <a:bodyPr/>
          <a:lstStyle/>
          <a:p>
            <a:fld id="{B002F54D-7D95-6247-85C9-F38D4611B8D4}" type="slidenum">
              <a:rPr lang="en-IL" smtClean="0"/>
              <a:pPr/>
              <a:t>9</a:t>
            </a:fld>
            <a:endParaRPr lang="en-US"/>
          </a:p>
        </p:txBody>
      </p:sp>
      <p:sp>
        <p:nvSpPr>
          <p:cNvPr id="6" name="TextBox 5">
            <a:extLst>
              <a:ext uri="{FF2B5EF4-FFF2-40B4-BE49-F238E27FC236}">
                <a16:creationId xmlns:a16="http://schemas.microsoft.com/office/drawing/2014/main" id="{890BF3D5-3D7F-1413-7308-04277582031F}"/>
              </a:ext>
            </a:extLst>
          </p:cNvPr>
          <p:cNvSpPr txBox="1"/>
          <p:nvPr/>
        </p:nvSpPr>
        <p:spPr>
          <a:xfrm>
            <a:off x="457200" y="3629172"/>
            <a:ext cx="3670300" cy="1800493"/>
          </a:xfrm>
          <a:prstGeom prst="rect">
            <a:avLst/>
          </a:prstGeom>
          <a:noFill/>
          <a:ln>
            <a:solidFill>
              <a:srgbClr val="00504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t>MSK: 3/4 stages significant </a:t>
            </a:r>
            <a:endParaRPr lang="en-US" sz="1400"/>
          </a:p>
          <a:p>
            <a:pPr marL="285750" indent="-285750">
              <a:buFont typeface="Arial" panose="020B0604020202020204" pitchFamily="34" charset="0"/>
              <a:buChar char="•"/>
            </a:pPr>
            <a:r>
              <a:rPr lang="en-US" sz="1400"/>
              <a:t>First Call: 17.30% lift | 100.0% confidence </a:t>
            </a:r>
          </a:p>
          <a:p>
            <a:pPr marL="285750" indent="-285750">
              <a:buFont typeface="Arial" panose="020B0604020202020204" pitchFamily="34" charset="0"/>
              <a:buChar char="•"/>
            </a:pPr>
            <a:r>
              <a:rPr lang="en-US" sz="1400"/>
              <a:t>New Case: 18.35% lift | 99.9% confidence </a:t>
            </a:r>
          </a:p>
          <a:p>
            <a:pPr marL="285750" indent="-285750">
              <a:buFont typeface="Arial" panose="020B0604020202020204" pitchFamily="34" charset="0"/>
              <a:buChar char="•"/>
            </a:pPr>
            <a:r>
              <a:rPr lang="en-US" sz="1400"/>
              <a:t>Consult Reached: 20.20% lift | 99.7% confidence </a:t>
            </a:r>
          </a:p>
          <a:p>
            <a:pPr marL="285750" indent="-285750">
              <a:buFont typeface="Arial" panose="020B0604020202020204" pitchFamily="34" charset="0"/>
              <a:buChar char="•"/>
            </a:pPr>
            <a:r>
              <a:rPr lang="en-US" sz="1400"/>
              <a:t>Surgery Reached: 18.31% lift | 91.9% confidence </a:t>
            </a:r>
          </a:p>
          <a:p>
            <a:endParaRPr lang="en-US" sz="1300"/>
          </a:p>
        </p:txBody>
      </p:sp>
      <p:sp>
        <p:nvSpPr>
          <p:cNvPr id="7" name="TextBox 6">
            <a:extLst>
              <a:ext uri="{FF2B5EF4-FFF2-40B4-BE49-F238E27FC236}">
                <a16:creationId xmlns:a16="http://schemas.microsoft.com/office/drawing/2014/main" id="{671B8F79-C82B-E760-9DE0-A050324B501B}"/>
              </a:ext>
            </a:extLst>
          </p:cNvPr>
          <p:cNvSpPr txBox="1"/>
          <p:nvPr/>
        </p:nvSpPr>
        <p:spPr>
          <a:xfrm>
            <a:off x="4254500" y="3629172"/>
            <a:ext cx="3670300" cy="1800493"/>
          </a:xfrm>
          <a:prstGeom prst="rect">
            <a:avLst/>
          </a:prstGeom>
          <a:noFill/>
          <a:ln>
            <a:solidFill>
              <a:srgbClr val="00504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t>BAR: 1/4 stages significant</a:t>
            </a:r>
            <a:endParaRPr lang="en-US" sz="1400"/>
          </a:p>
          <a:p>
            <a:pPr marL="285750" indent="-285750">
              <a:buFont typeface="Arial" panose="020B0604020202020204" pitchFamily="34" charset="0"/>
              <a:buChar char="•"/>
            </a:pPr>
            <a:r>
              <a:rPr lang="en-US" sz="1400"/>
              <a:t>First Call: 16.99% lift | 94.2% confidence </a:t>
            </a:r>
          </a:p>
          <a:p>
            <a:pPr marL="285750" indent="-285750">
              <a:buFont typeface="Arial" panose="020B0604020202020204" pitchFamily="34" charset="0"/>
              <a:buChar char="•"/>
            </a:pPr>
            <a:r>
              <a:rPr lang="en-US" sz="1400"/>
              <a:t>New Case: 24.85% lift | 96.3% confidence </a:t>
            </a:r>
          </a:p>
          <a:p>
            <a:pPr marL="285750" indent="-285750">
              <a:buFont typeface="Arial" panose="020B0604020202020204" pitchFamily="34" charset="0"/>
              <a:buChar char="•"/>
            </a:pPr>
            <a:r>
              <a:rPr lang="en-US" sz="1400"/>
              <a:t>Consult Reached: 22.86% lift | 88.5% confidence </a:t>
            </a:r>
          </a:p>
          <a:p>
            <a:pPr marL="285750" indent="-285750">
              <a:buFont typeface="Arial" panose="020B0604020202020204" pitchFamily="34" charset="0"/>
              <a:buChar char="•"/>
            </a:pPr>
            <a:r>
              <a:rPr lang="en-US" sz="1400"/>
              <a:t>Surgery Reached: 4.77% lift | 17.1% confidence </a:t>
            </a:r>
            <a:endParaRPr lang="en-US" sz="1300">
              <a:ea typeface="+mn-lt"/>
              <a:cs typeface="+mn-lt"/>
            </a:endParaRPr>
          </a:p>
          <a:p>
            <a:endParaRPr lang="en-US" sz="1300"/>
          </a:p>
        </p:txBody>
      </p:sp>
      <p:sp>
        <p:nvSpPr>
          <p:cNvPr id="8" name="TextBox 7">
            <a:extLst>
              <a:ext uri="{FF2B5EF4-FFF2-40B4-BE49-F238E27FC236}">
                <a16:creationId xmlns:a16="http://schemas.microsoft.com/office/drawing/2014/main" id="{32269FD6-EC0B-2937-D2AF-4F0D7C27AB1F}"/>
              </a:ext>
            </a:extLst>
          </p:cNvPr>
          <p:cNvSpPr txBox="1"/>
          <p:nvPr/>
        </p:nvSpPr>
        <p:spPr>
          <a:xfrm>
            <a:off x="8051800" y="3629172"/>
            <a:ext cx="3670300" cy="1815882"/>
          </a:xfrm>
          <a:prstGeom prst="rect">
            <a:avLst/>
          </a:prstGeom>
          <a:noFill/>
          <a:ln>
            <a:solidFill>
              <a:srgbClr val="00504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t>COMBINED: 3/4 stages significant </a:t>
            </a:r>
            <a:endParaRPr lang="en-US" sz="1400"/>
          </a:p>
          <a:p>
            <a:pPr marL="285750" indent="-285750">
              <a:buFont typeface="Arial" panose="020B0604020202020204" pitchFamily="34" charset="0"/>
              <a:buChar char="•"/>
            </a:pPr>
            <a:r>
              <a:rPr lang="en-US" sz="1400"/>
              <a:t>First Call: 17.25% lift | 100.0% confidence </a:t>
            </a:r>
          </a:p>
          <a:p>
            <a:pPr marL="285750" indent="-285750">
              <a:buFont typeface="Arial" panose="020B0604020202020204" pitchFamily="34" charset="0"/>
              <a:buChar char="•"/>
            </a:pPr>
            <a:r>
              <a:rPr lang="en-US" sz="1400"/>
              <a:t>New Case: 19.47% lift | 100.0% confidence </a:t>
            </a:r>
          </a:p>
          <a:p>
            <a:pPr marL="285750" indent="-285750">
              <a:buFont typeface="Arial" panose="020B0604020202020204" pitchFamily="34" charset="0"/>
              <a:buChar char="•"/>
            </a:pPr>
            <a:r>
              <a:rPr lang="en-US" sz="1400"/>
              <a:t>Consult Reached: 20.67% lift | 99.9% confidence </a:t>
            </a:r>
          </a:p>
          <a:p>
            <a:pPr marL="285750" indent="-285750">
              <a:buFont typeface="Arial" panose="020B0604020202020204" pitchFamily="34" charset="0"/>
              <a:buChar char="•"/>
            </a:pPr>
            <a:r>
              <a:rPr lang="en-US" sz="1400"/>
              <a:t>Surgery Reached: 15.92% lift | 90.7% confidence </a:t>
            </a:r>
            <a:endParaRPr lang="en-US" sz="1300">
              <a:ea typeface="+mn-lt"/>
              <a:cs typeface="+mn-lt"/>
            </a:endParaRPr>
          </a:p>
        </p:txBody>
      </p:sp>
      <p:graphicFrame>
        <p:nvGraphicFramePr>
          <p:cNvPr id="10" name="Table 9">
            <a:extLst>
              <a:ext uri="{FF2B5EF4-FFF2-40B4-BE49-F238E27FC236}">
                <a16:creationId xmlns:a16="http://schemas.microsoft.com/office/drawing/2014/main" id="{61332910-127C-BE48-3EBF-7D07E03B104C}"/>
              </a:ext>
            </a:extLst>
          </p:cNvPr>
          <p:cNvGraphicFramePr>
            <a:graphicFrameLocks noGrp="1"/>
          </p:cNvGraphicFramePr>
          <p:nvPr/>
        </p:nvGraphicFramePr>
        <p:xfrm>
          <a:off x="473363" y="1593272"/>
          <a:ext cx="11339912" cy="1835730"/>
        </p:xfrm>
        <a:graphic>
          <a:graphicData uri="http://schemas.openxmlformats.org/drawingml/2006/table">
            <a:tbl>
              <a:tblPr bandRow="1">
                <a:tableStyleId>{5C22544A-7EE6-4342-B048-85BDC9FD1C3A}</a:tableStyleId>
              </a:tblPr>
              <a:tblGrid>
                <a:gridCol w="2088086">
                  <a:extLst>
                    <a:ext uri="{9D8B030D-6E8A-4147-A177-3AD203B41FA5}">
                      <a16:colId xmlns:a16="http://schemas.microsoft.com/office/drawing/2014/main" val="875284732"/>
                    </a:ext>
                  </a:extLst>
                </a:gridCol>
                <a:gridCol w="1541971">
                  <a:extLst>
                    <a:ext uri="{9D8B030D-6E8A-4147-A177-3AD203B41FA5}">
                      <a16:colId xmlns:a16="http://schemas.microsoft.com/office/drawing/2014/main" val="1200301230"/>
                    </a:ext>
                  </a:extLst>
                </a:gridCol>
                <a:gridCol w="1541971">
                  <a:extLst>
                    <a:ext uri="{9D8B030D-6E8A-4147-A177-3AD203B41FA5}">
                      <a16:colId xmlns:a16="http://schemas.microsoft.com/office/drawing/2014/main" val="2403961452"/>
                    </a:ext>
                  </a:extLst>
                </a:gridCol>
                <a:gridCol w="1541971">
                  <a:extLst>
                    <a:ext uri="{9D8B030D-6E8A-4147-A177-3AD203B41FA5}">
                      <a16:colId xmlns:a16="http://schemas.microsoft.com/office/drawing/2014/main" val="1140427782"/>
                    </a:ext>
                  </a:extLst>
                </a:gridCol>
                <a:gridCol w="1541971">
                  <a:extLst>
                    <a:ext uri="{9D8B030D-6E8A-4147-A177-3AD203B41FA5}">
                      <a16:colId xmlns:a16="http://schemas.microsoft.com/office/drawing/2014/main" val="2382761467"/>
                    </a:ext>
                  </a:extLst>
                </a:gridCol>
                <a:gridCol w="1541971">
                  <a:extLst>
                    <a:ext uri="{9D8B030D-6E8A-4147-A177-3AD203B41FA5}">
                      <a16:colId xmlns:a16="http://schemas.microsoft.com/office/drawing/2014/main" val="3277612009"/>
                    </a:ext>
                  </a:extLst>
                </a:gridCol>
                <a:gridCol w="1541971">
                  <a:extLst>
                    <a:ext uri="{9D8B030D-6E8A-4147-A177-3AD203B41FA5}">
                      <a16:colId xmlns:a16="http://schemas.microsoft.com/office/drawing/2014/main" val="1480156591"/>
                    </a:ext>
                  </a:extLst>
                </a:gridCol>
              </a:tblGrid>
              <a:tr h="367146">
                <a:tc>
                  <a:txBody>
                    <a:bodyPr/>
                    <a:lstStyle/>
                    <a:p>
                      <a:pPr algn="l" fontAlgn="b">
                        <a:buNone/>
                      </a:pPr>
                      <a:r>
                        <a:rPr lang="en-US" sz="1800" b="0" i="0" u="none" strike="noStrike">
                          <a:solidFill>
                            <a:srgbClr val="000000"/>
                          </a:solidFill>
                          <a:effectLst/>
                          <a:latin typeface="Aptos Narrow" panose="020B0004020202020204" pitchFamily="34" charset="0"/>
                        </a:rPr>
                        <a:t>Group</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fontAlgn="b">
                        <a:buNone/>
                      </a:pPr>
                      <a:r>
                        <a:rPr lang="en-US" sz="1800" b="0" i="0" u="none" strike="noStrike">
                          <a:solidFill>
                            <a:srgbClr val="000000"/>
                          </a:solidFill>
                          <a:effectLst/>
                          <a:latin typeface="Aptos Narrow" panose="020B0004020202020204" pitchFamily="34" charset="0"/>
                        </a:rPr>
                        <a:t>Segment</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fontAlgn="b">
                        <a:buNone/>
                      </a:pPr>
                      <a:r>
                        <a:rPr lang="en-US" sz="1800" b="0" i="0" u="none" strike="noStrike">
                          <a:solidFill>
                            <a:srgbClr val="000000"/>
                          </a:solidFill>
                          <a:effectLst/>
                          <a:latin typeface="Aptos Narrow" panose="020B0004020202020204" pitchFamily="34" charset="0"/>
                        </a:rPr>
                        <a:t>Members</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fontAlgn="b">
                        <a:buNone/>
                      </a:pPr>
                      <a:r>
                        <a:rPr lang="en-US" sz="1800" b="0" i="0" u="none" strike="noStrike">
                          <a:solidFill>
                            <a:srgbClr val="000000"/>
                          </a:solidFill>
                          <a:effectLst/>
                          <a:latin typeface="Aptos Narrow" panose="020B0004020202020204" pitchFamily="34" charset="0"/>
                        </a:rPr>
                        <a:t>First Calls</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fontAlgn="b">
                        <a:buNone/>
                      </a:pPr>
                      <a:r>
                        <a:rPr lang="en-US" sz="1800" b="0" i="0" u="none" strike="noStrike">
                          <a:solidFill>
                            <a:srgbClr val="000000"/>
                          </a:solidFill>
                          <a:effectLst/>
                          <a:latin typeface="Aptos Narrow" panose="020B0004020202020204" pitchFamily="34" charset="0"/>
                        </a:rPr>
                        <a:t>Cases</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fontAlgn="b">
                        <a:buNone/>
                      </a:pPr>
                      <a:r>
                        <a:rPr lang="en-US" sz="1800" b="0" i="0" u="none" strike="noStrike">
                          <a:solidFill>
                            <a:srgbClr val="000000"/>
                          </a:solidFill>
                          <a:effectLst/>
                          <a:latin typeface="Aptos Narrow" panose="020B0004020202020204" pitchFamily="34" charset="0"/>
                        </a:rPr>
                        <a:t>Consults</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fontAlgn="b">
                        <a:buNone/>
                      </a:pPr>
                      <a:r>
                        <a:rPr lang="en-US" sz="1800" b="0" i="0" u="none" strike="noStrike">
                          <a:solidFill>
                            <a:srgbClr val="000000"/>
                          </a:solidFill>
                          <a:effectLst/>
                          <a:latin typeface="Aptos Narrow" panose="020B0004020202020204" pitchFamily="34" charset="0"/>
                        </a:rPr>
                        <a:t>Surgeries</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001333897"/>
                  </a:ext>
                </a:extLst>
              </a:tr>
              <a:tr h="367146">
                <a:tc>
                  <a:txBody>
                    <a:bodyPr/>
                    <a:lstStyle/>
                    <a:p>
                      <a:pPr algn="l" fontAlgn="b">
                        <a:buNone/>
                      </a:pPr>
                      <a:r>
                        <a:rPr lang="en-US" sz="1800" b="0" i="0" u="none" strike="noStrike">
                          <a:solidFill>
                            <a:srgbClr val="000000"/>
                          </a:solidFill>
                          <a:effectLst/>
                          <a:latin typeface="Aptos Narrow" panose="020B0004020202020204" pitchFamily="34" charset="0"/>
                        </a:rPr>
                        <a:t>Holdout</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fontAlgn="b">
                        <a:buNone/>
                      </a:pPr>
                      <a:r>
                        <a:rPr lang="en-US" sz="1800" b="0" i="0" u="none" strike="noStrike">
                          <a:solidFill>
                            <a:srgbClr val="000000"/>
                          </a:solidFill>
                          <a:effectLst/>
                          <a:latin typeface="Aptos Narrow" panose="020B0004020202020204" pitchFamily="34" charset="0"/>
                        </a:rPr>
                        <a:t>MSK</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fontAlgn="b">
                        <a:buNone/>
                      </a:pPr>
                      <a:r>
                        <a:rPr lang="en-US" sz="1800" b="0" i="0" u="none" strike="noStrike">
                          <a:solidFill>
                            <a:srgbClr val="000000"/>
                          </a:solidFill>
                          <a:effectLst/>
                          <a:latin typeface="Aptos Narrow" panose="020B0004020202020204" pitchFamily="34" charset="0"/>
                        </a:rPr>
                        <a:t>47,840</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fontAlgn="b">
                        <a:buNone/>
                      </a:pPr>
                      <a:r>
                        <a:rPr lang="en-US" sz="1800" b="0" i="0" u="none" strike="noStrike">
                          <a:solidFill>
                            <a:srgbClr val="000000"/>
                          </a:solidFill>
                          <a:effectLst/>
                          <a:latin typeface="Aptos Narrow" panose="020B0004020202020204" pitchFamily="34" charset="0"/>
                        </a:rPr>
                        <a:t>1,239</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fontAlgn="b">
                        <a:buNone/>
                      </a:pPr>
                      <a:r>
                        <a:rPr lang="en-US" sz="1800" b="0" i="0" u="none" strike="noStrike">
                          <a:solidFill>
                            <a:srgbClr val="000000"/>
                          </a:solidFill>
                          <a:effectLst/>
                          <a:latin typeface="Aptos Narrow" panose="020B0004020202020204" pitchFamily="34" charset="0"/>
                        </a:rPr>
                        <a:t>748</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fontAlgn="b">
                        <a:buNone/>
                      </a:pPr>
                      <a:r>
                        <a:rPr lang="en-US" sz="1800" b="0" i="0" u="none" strike="noStrike">
                          <a:solidFill>
                            <a:srgbClr val="000000"/>
                          </a:solidFill>
                          <a:effectLst/>
                          <a:latin typeface="Aptos Narrow" panose="020B0004020202020204" pitchFamily="34" charset="0"/>
                        </a:rPr>
                        <a:t>481</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fontAlgn="b">
                        <a:buNone/>
                      </a:pPr>
                      <a:r>
                        <a:rPr lang="en-US" sz="1800" b="0" i="0" u="none" strike="noStrike">
                          <a:solidFill>
                            <a:srgbClr val="000000"/>
                          </a:solidFill>
                          <a:effectLst/>
                          <a:latin typeface="Aptos Narrow" panose="020B0004020202020204" pitchFamily="34" charset="0"/>
                        </a:rPr>
                        <a:t>197</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085019186"/>
                  </a:ext>
                </a:extLst>
              </a:tr>
              <a:tr h="367146">
                <a:tc>
                  <a:txBody>
                    <a:bodyPr/>
                    <a:lstStyle/>
                    <a:p>
                      <a:pPr algn="l" fontAlgn="b">
                        <a:buNone/>
                      </a:pPr>
                      <a:r>
                        <a:rPr lang="en-US" sz="1800" b="0" i="0" u="none" strike="noStrike">
                          <a:solidFill>
                            <a:srgbClr val="000000"/>
                          </a:solidFill>
                          <a:effectLst/>
                          <a:latin typeface="Aptos Narrow" panose="020B0004020202020204" pitchFamily="34" charset="0"/>
                        </a:rPr>
                        <a:t>Holdout</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fontAlgn="b">
                        <a:buNone/>
                      </a:pPr>
                      <a:r>
                        <a:rPr lang="en-US" sz="1800" b="0" i="0" u="none" strike="noStrike">
                          <a:solidFill>
                            <a:srgbClr val="000000"/>
                          </a:solidFill>
                          <a:effectLst/>
                          <a:latin typeface="Aptos Narrow" panose="020B0004020202020204" pitchFamily="34" charset="0"/>
                        </a:rPr>
                        <a:t>BAR</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fontAlgn="b">
                        <a:buNone/>
                      </a:pPr>
                      <a:r>
                        <a:rPr lang="en-US" sz="1800" b="0" i="0" u="none" strike="noStrike">
                          <a:solidFill>
                            <a:srgbClr val="000000"/>
                          </a:solidFill>
                          <a:effectLst/>
                          <a:latin typeface="Aptos Narrow" panose="020B0004020202020204" pitchFamily="34" charset="0"/>
                        </a:rPr>
                        <a:t>18,242</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fontAlgn="b">
                        <a:buNone/>
                      </a:pPr>
                      <a:r>
                        <a:rPr lang="en-US" sz="1800" b="0" i="0" u="none" strike="noStrike">
                          <a:solidFill>
                            <a:srgbClr val="000000"/>
                          </a:solidFill>
                          <a:effectLst/>
                          <a:latin typeface="Aptos Narrow" panose="020B0004020202020204" pitchFamily="34" charset="0"/>
                        </a:rPr>
                        <a:t>265</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fontAlgn="b">
                        <a:buNone/>
                      </a:pPr>
                      <a:r>
                        <a:rPr lang="en-US" sz="1800" b="0" i="0" u="none" strike="noStrike">
                          <a:solidFill>
                            <a:srgbClr val="000000"/>
                          </a:solidFill>
                          <a:effectLst/>
                          <a:latin typeface="Aptos Narrow" panose="020B0004020202020204" pitchFamily="34" charset="0"/>
                        </a:rPr>
                        <a:t>157</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fontAlgn="b">
                        <a:buNone/>
                      </a:pPr>
                      <a:r>
                        <a:rPr lang="en-US" sz="1800" b="0" i="0" u="none" strike="noStrike">
                          <a:solidFill>
                            <a:srgbClr val="000000"/>
                          </a:solidFill>
                          <a:effectLst/>
                          <a:latin typeface="Aptos Narrow" panose="020B0004020202020204" pitchFamily="34" charset="0"/>
                        </a:rPr>
                        <a:t>105</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fontAlgn="b">
                        <a:buNone/>
                      </a:pPr>
                      <a:r>
                        <a:rPr lang="en-US" sz="1800" b="0" i="0" u="none" strike="noStrike">
                          <a:solidFill>
                            <a:srgbClr val="000000"/>
                          </a:solidFill>
                          <a:effectLst/>
                          <a:latin typeface="Aptos Narrow" panose="020B0004020202020204" pitchFamily="34" charset="0"/>
                        </a:rPr>
                        <a:t>42</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671376559"/>
                  </a:ext>
                </a:extLst>
              </a:tr>
              <a:tr h="367146">
                <a:tc>
                  <a:txBody>
                    <a:bodyPr/>
                    <a:lstStyle/>
                    <a:p>
                      <a:pPr algn="l" fontAlgn="b">
                        <a:buNone/>
                      </a:pPr>
                      <a:r>
                        <a:rPr lang="en-US" sz="1800" b="0" i="0" u="none" strike="noStrike">
                          <a:solidFill>
                            <a:srgbClr val="000000"/>
                          </a:solidFill>
                          <a:effectLst/>
                          <a:latin typeface="Aptos Narrow" panose="020B0004020202020204" pitchFamily="34" charset="0"/>
                        </a:rPr>
                        <a:t>Non-Holdout</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fontAlgn="b">
                        <a:buNone/>
                      </a:pPr>
                      <a:r>
                        <a:rPr lang="en-US" sz="1800" b="0" i="0" u="none" strike="noStrike">
                          <a:solidFill>
                            <a:srgbClr val="000000"/>
                          </a:solidFill>
                          <a:effectLst/>
                          <a:latin typeface="Aptos Narrow" panose="020B0004020202020204" pitchFamily="34" charset="0"/>
                        </a:rPr>
                        <a:t>MSK</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fontAlgn="b">
                        <a:buNone/>
                      </a:pPr>
                      <a:r>
                        <a:rPr lang="en-US" sz="1800" b="0" i="0" u="none" strike="noStrike">
                          <a:solidFill>
                            <a:srgbClr val="000000"/>
                          </a:solidFill>
                          <a:effectLst/>
                          <a:latin typeface="Aptos Narrow" panose="020B0004020202020204" pitchFamily="34" charset="0"/>
                        </a:rPr>
                        <a:t>47,827</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fontAlgn="b">
                        <a:buNone/>
                      </a:pPr>
                      <a:r>
                        <a:rPr lang="en-US" sz="1800" b="0" i="0" u="none" strike="noStrike">
                          <a:solidFill>
                            <a:srgbClr val="000000"/>
                          </a:solidFill>
                          <a:effectLst/>
                          <a:latin typeface="Aptos Narrow" panose="020B0004020202020204" pitchFamily="34" charset="0"/>
                        </a:rPr>
                        <a:t>1,453</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fontAlgn="b">
                        <a:buNone/>
                      </a:pPr>
                      <a:r>
                        <a:rPr lang="en-US" sz="1800" b="0" i="0" u="none" strike="noStrike">
                          <a:solidFill>
                            <a:srgbClr val="000000"/>
                          </a:solidFill>
                          <a:effectLst/>
                          <a:latin typeface="Aptos Narrow" panose="020B0004020202020204" pitchFamily="34" charset="0"/>
                        </a:rPr>
                        <a:t>885</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fontAlgn="b">
                        <a:buNone/>
                      </a:pPr>
                      <a:r>
                        <a:rPr lang="en-US" sz="1800" b="0" i="0" u="none" strike="noStrike">
                          <a:solidFill>
                            <a:srgbClr val="000000"/>
                          </a:solidFill>
                          <a:effectLst/>
                          <a:latin typeface="Aptos Narrow" panose="020B0004020202020204" pitchFamily="34" charset="0"/>
                        </a:rPr>
                        <a:t>578</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fontAlgn="b">
                        <a:buNone/>
                      </a:pPr>
                      <a:r>
                        <a:rPr lang="en-US" sz="1800" b="0" i="0" u="none" strike="noStrike">
                          <a:solidFill>
                            <a:srgbClr val="000000"/>
                          </a:solidFill>
                          <a:effectLst/>
                          <a:latin typeface="Aptos Narrow" panose="020B0004020202020204" pitchFamily="34" charset="0"/>
                        </a:rPr>
                        <a:t>233</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721785174"/>
                  </a:ext>
                </a:extLst>
              </a:tr>
              <a:tr h="367146">
                <a:tc>
                  <a:txBody>
                    <a:bodyPr/>
                    <a:lstStyle/>
                    <a:p>
                      <a:pPr algn="l" fontAlgn="b">
                        <a:buNone/>
                      </a:pPr>
                      <a:r>
                        <a:rPr lang="en-US" sz="1800" b="0" i="0" u="none" strike="noStrike">
                          <a:solidFill>
                            <a:srgbClr val="000000"/>
                          </a:solidFill>
                          <a:effectLst/>
                          <a:latin typeface="Aptos Narrow" panose="020B0004020202020204" pitchFamily="34" charset="0"/>
                        </a:rPr>
                        <a:t>Non-Holdout</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fontAlgn="b">
                        <a:buNone/>
                      </a:pPr>
                      <a:r>
                        <a:rPr lang="en-US" sz="1800" b="0" i="0" u="none" strike="noStrike">
                          <a:solidFill>
                            <a:srgbClr val="000000"/>
                          </a:solidFill>
                          <a:effectLst/>
                          <a:latin typeface="Aptos Narrow" panose="020B0004020202020204" pitchFamily="34" charset="0"/>
                        </a:rPr>
                        <a:t>BAR</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fontAlgn="b">
                        <a:buNone/>
                      </a:pPr>
                      <a:r>
                        <a:rPr lang="en-US" sz="1800" b="0" i="0" u="none" strike="noStrike">
                          <a:solidFill>
                            <a:srgbClr val="000000"/>
                          </a:solidFill>
                          <a:effectLst/>
                          <a:latin typeface="Aptos Narrow" panose="020B0004020202020204" pitchFamily="34" charset="0"/>
                        </a:rPr>
                        <a:t>18,241</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fontAlgn="b">
                        <a:buNone/>
                      </a:pPr>
                      <a:r>
                        <a:rPr lang="en-US" sz="1800" b="0" i="0" u="none" strike="noStrike">
                          <a:solidFill>
                            <a:srgbClr val="000000"/>
                          </a:solidFill>
                          <a:effectLst/>
                          <a:latin typeface="Aptos Narrow" panose="020B0004020202020204" pitchFamily="34" charset="0"/>
                        </a:rPr>
                        <a:t>310</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fontAlgn="b">
                        <a:buNone/>
                      </a:pPr>
                      <a:r>
                        <a:rPr lang="en-US" sz="1800" b="0" i="0" u="none" strike="noStrike">
                          <a:solidFill>
                            <a:srgbClr val="000000"/>
                          </a:solidFill>
                          <a:effectLst/>
                          <a:latin typeface="Aptos Narrow" panose="020B0004020202020204" pitchFamily="34" charset="0"/>
                        </a:rPr>
                        <a:t>196</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fontAlgn="b">
                        <a:buNone/>
                      </a:pPr>
                      <a:r>
                        <a:rPr lang="en-US" sz="1800" b="0" i="0" u="none" strike="noStrike">
                          <a:solidFill>
                            <a:srgbClr val="000000"/>
                          </a:solidFill>
                          <a:effectLst/>
                          <a:latin typeface="Aptos Narrow" panose="020B0004020202020204" pitchFamily="34" charset="0"/>
                        </a:rPr>
                        <a:t>129</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fontAlgn="b">
                        <a:buNone/>
                      </a:pPr>
                      <a:r>
                        <a:rPr lang="en-US" sz="1800" b="0" i="0" u="none" strike="noStrike">
                          <a:solidFill>
                            <a:srgbClr val="000000"/>
                          </a:solidFill>
                          <a:effectLst/>
                          <a:latin typeface="Aptos Narrow" panose="020B0004020202020204" pitchFamily="34" charset="0"/>
                        </a:rPr>
                        <a:t>44</a:t>
                      </a:r>
                    </a:p>
                  </a:txBody>
                  <a:tcPr marL="6350" marR="6350" marT="6350" marB="0" anchor="b">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797533782"/>
                  </a:ext>
                </a:extLst>
              </a:tr>
            </a:tbl>
          </a:graphicData>
        </a:graphic>
      </p:graphicFrame>
      <p:sp>
        <p:nvSpPr>
          <p:cNvPr id="12" name="Title">
            <a:extLst>
              <a:ext uri="{FF2B5EF4-FFF2-40B4-BE49-F238E27FC236}">
                <a16:creationId xmlns:a16="http://schemas.microsoft.com/office/drawing/2014/main" id="{D8CBBF83-3AFB-C519-2F98-A14F79783C44}"/>
              </a:ext>
            </a:extLst>
          </p:cNvPr>
          <p:cNvSpPr txBox="1">
            <a:spLocks noGrp="1"/>
          </p:cNvSpPr>
          <p:nvPr/>
        </p:nvSpPr>
        <p:spPr>
          <a:xfrm>
            <a:off x="457200" y="254000"/>
            <a:ext cx="8890000" cy="533400"/>
          </a:xfrm>
          <a:prstGeom prst="rect">
            <a:avLst/>
          </a:prstGeom>
          <a:noFill/>
        </p:spPr>
        <p:txBody>
          <a:bodyPr wrap="square" anchor="t">
            <a:normAutofit/>
          </a:bodyPr>
          <a:lstStyle/>
          <a:p>
            <a:pPr algn="l">
              <a:buNone/>
            </a:pPr>
            <a:r>
              <a:rPr lang="en-US" sz="2800" b="1" spc="-100">
                <a:solidFill>
                  <a:srgbClr val="301E04"/>
                </a:solidFill>
                <a:latin typeface="Aptos SemiBold"/>
              </a:rPr>
              <a:t>TMO Holdout Test</a:t>
            </a:r>
          </a:p>
        </p:txBody>
      </p:sp>
      <p:sp>
        <p:nvSpPr>
          <p:cNvPr id="14" name="Subtitle">
            <a:extLst>
              <a:ext uri="{FF2B5EF4-FFF2-40B4-BE49-F238E27FC236}">
                <a16:creationId xmlns:a16="http://schemas.microsoft.com/office/drawing/2014/main" id="{8446F6BF-7466-8C56-B0CC-85B1B1F14FD3}"/>
              </a:ext>
            </a:extLst>
          </p:cNvPr>
          <p:cNvSpPr txBox="1">
            <a:spLocks noGrp="1"/>
          </p:cNvSpPr>
          <p:nvPr/>
        </p:nvSpPr>
        <p:spPr>
          <a:xfrm>
            <a:off x="457200" y="812800"/>
            <a:ext cx="8890000" cy="279400"/>
          </a:xfrm>
          <a:prstGeom prst="rect">
            <a:avLst/>
          </a:prstGeom>
          <a:noFill/>
        </p:spPr>
        <p:txBody>
          <a:bodyPr wrap="square" lIns="91440" tIns="45720" rIns="91440" bIns="45720" anchor="t">
            <a:normAutofit fontScale="92500" lnSpcReduction="10000"/>
          </a:bodyPr>
          <a:lstStyle/>
          <a:p>
            <a:pPr algn="l">
              <a:buNone/>
            </a:pPr>
            <a:r>
              <a:rPr lang="en-US" sz="1400" i="1">
                <a:solidFill>
                  <a:srgbClr val="355834"/>
                </a:solidFill>
                <a:latin typeface="Aptos"/>
              </a:rPr>
              <a:t>March 3, 2026 – June 1, 2026 | MSK &amp; BAR Member Segments</a:t>
            </a:r>
          </a:p>
        </p:txBody>
      </p:sp>
      <p:sp>
        <p:nvSpPr>
          <p:cNvPr id="16" name="TitleLine">
            <a:extLst>
              <a:ext uri="{FF2B5EF4-FFF2-40B4-BE49-F238E27FC236}">
                <a16:creationId xmlns:a16="http://schemas.microsoft.com/office/drawing/2014/main" id="{4655391E-A2D2-56B6-3680-E1F0E4C952AD}"/>
              </a:ext>
            </a:extLst>
          </p:cNvPr>
          <p:cNvSpPr>
            <a:spLocks noGrp="1"/>
          </p:cNvSpPr>
          <p:nvPr/>
        </p:nvSpPr>
        <p:spPr>
          <a:xfrm>
            <a:off x="457200" y="1143000"/>
            <a:ext cx="11277600" cy="0"/>
          </a:xfrm>
          <a:prstGeom prst="line">
            <a:avLst/>
          </a:prstGeom>
          <a:noFill/>
          <a:ln w="9525">
            <a:solidFill>
              <a:srgbClr val="D4C8B0"/>
            </a:solidFill>
          </a:ln>
        </p:spPr>
        <p:txBody>
          <a:bodyPr/>
          <a:lstStyle/>
          <a:p>
            <a:endParaRPr lang="en-US"/>
          </a:p>
        </p:txBody>
      </p:sp>
    </p:spTree>
    <p:extLst>
      <p:ext uri="{BB962C8B-B14F-4D97-AF65-F5344CB8AC3E}">
        <p14:creationId xmlns:p14="http://schemas.microsoft.com/office/powerpoint/2010/main" val="2776654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1D080-92B5-D351-5F7B-68027A57B0B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C16EFE3-1271-141D-6736-B3CBA958A85F}"/>
              </a:ext>
            </a:extLst>
          </p:cNvPr>
          <p:cNvSpPr>
            <a:spLocks noGrp="1"/>
          </p:cNvSpPr>
          <p:nvPr>
            <p:ph type="sldNum" sz="quarter" idx="10"/>
          </p:nvPr>
        </p:nvSpPr>
        <p:spPr/>
        <p:txBody>
          <a:body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10</a:t>
            </a:fld>
            <a:endParaRPr lang="en-US">
              <a:latin typeface="Aptos" panose="020B0004020202020204" pitchFamily="34" charset="0"/>
            </a:endParaRPr>
          </a:p>
        </p:txBody>
      </p:sp>
      <p:sp>
        <p:nvSpPr>
          <p:cNvPr id="20" name="Title"/>
          <p:cNvSpPr>
            <a:spLocks noGrp="1"/>
          </p:cNvSpPr>
          <p:nvPr/>
        </p:nvSpPr>
        <p:spPr>
          <a:xfrm>
            <a:off x="457200" y="254000"/>
            <a:ext cx="8890000" cy="533400"/>
          </a:xfrm>
          <a:prstGeom prst="rect">
            <a:avLst/>
          </a:prstGeom>
          <a:noFill/>
          <a:ln>
            <a:noFill/>
          </a:ln>
        </p:spPr>
        <p:txBody>
          <a:bodyPr anchor="ctr"/>
          <a:lstStyle/>
          <a:p>
            <a:pPr algn="l">
              <a:buNone/>
            </a:pPr>
            <a:r>
              <a:rPr lang="en-US" sz="2800" b="1" spc="-100">
                <a:solidFill>
                  <a:srgbClr val="301E04"/>
                </a:solidFill>
                <a:latin typeface="Aptos SemiBold"/>
              </a:rPr>
              <a:t>Spouse Mailer Envelope CTA – A/B/C Test</a:t>
            </a:r>
          </a:p>
        </p:txBody>
      </p:sp>
      <p:sp>
        <p:nvSpPr>
          <p:cNvPr id="21" name="Subtitle"/>
          <p:cNvSpPr>
            <a:spLocks noGrp="1"/>
          </p:cNvSpPr>
          <p:nvPr/>
        </p:nvSpPr>
        <p:spPr>
          <a:xfrm>
            <a:off x="457200" y="812800"/>
            <a:ext cx="8890000" cy="254000"/>
          </a:xfrm>
          <a:prstGeom prst="rect">
            <a:avLst/>
          </a:prstGeom>
          <a:noFill/>
          <a:ln>
            <a:noFill/>
          </a:ln>
        </p:spPr>
        <p:txBody>
          <a:bodyPr anchor="ctr"/>
          <a:lstStyle/>
          <a:p>
            <a:pPr algn="l">
              <a:buNone/>
            </a:pPr>
            <a:r>
              <a:rPr lang="en-US" sz="1400" i="1">
                <a:solidFill>
                  <a:srgbClr val="355834"/>
                </a:solidFill>
                <a:latin typeface="Aptos"/>
              </a:rPr>
              <a:t>March 23, 2026 – April 23, 2026 | MSK &amp; BAR Member Segments | Holdout: 45,194 members</a:t>
            </a:r>
          </a:p>
        </p:txBody>
      </p:sp>
      <p:sp>
        <p:nvSpPr>
          <p:cNvPr id="22" name="TitleLine"/>
          <p:cNvSpPr>
            <a:spLocks noGrp="1"/>
          </p:cNvSpPr>
          <p:nvPr/>
        </p:nvSpPr>
        <p:spPr>
          <a:xfrm>
            <a:off x="457200" y="1117600"/>
            <a:ext cx="11277600" cy="0"/>
          </a:xfrm>
          <a:prstGeom prst="line">
            <a:avLst/>
          </a:prstGeom>
          <a:ln w="12700">
            <a:solidFill>
              <a:srgbClr val="CCCCCC"/>
            </a:solidFill>
          </a:ln>
        </p:spPr>
        <p:txBody>
          <a:bodyPr/>
          <a:lstStyle/>
          <a:p>
            <a:endParaRPr/>
          </a:p>
        </p:txBody>
      </p:sp>
      <p:sp>
        <p:nvSpPr>
          <p:cNvPr id="23" name="ResultBannerBg"/>
          <p:cNvSpPr>
            <a:spLocks noGrp="1"/>
          </p:cNvSpPr>
          <p:nvPr/>
        </p:nvSpPr>
        <p:spPr>
          <a:xfrm>
            <a:off x="457200" y="1240970"/>
            <a:ext cx="11277600" cy="470356"/>
          </a:xfrm>
          <a:prstGeom prst="rect">
            <a:avLst/>
          </a:prstGeom>
          <a:solidFill>
            <a:srgbClr val="005041"/>
          </a:solidFill>
          <a:ln>
            <a:noFill/>
          </a:ln>
        </p:spPr>
        <p:txBody>
          <a:bodyPr/>
          <a:lstStyle/>
          <a:p>
            <a:endParaRPr/>
          </a:p>
        </p:txBody>
      </p:sp>
      <p:sp>
        <p:nvSpPr>
          <p:cNvPr id="24" name="ResultBannerText"/>
          <p:cNvSpPr>
            <a:spLocks noGrp="1"/>
          </p:cNvSpPr>
          <p:nvPr/>
        </p:nvSpPr>
        <p:spPr>
          <a:xfrm>
            <a:off x="584200" y="1284513"/>
            <a:ext cx="11049600" cy="338820"/>
          </a:xfrm>
          <a:prstGeom prst="rect">
            <a:avLst/>
          </a:prstGeom>
          <a:noFill/>
          <a:ln>
            <a:noFill/>
          </a:ln>
        </p:spPr>
        <p:txBody>
          <a:bodyPr lIns="91440" tIns="45720" rIns="91440" bIns="45720" anchor="ctr"/>
          <a:lstStyle/>
          <a:p>
            <a:r>
              <a:rPr lang="en-US" sz="1400" b="1">
                <a:solidFill>
                  <a:srgbClr val="FFFFFF"/>
                </a:solidFill>
                <a:latin typeface="Aptos SemiBold"/>
              </a:rPr>
              <a:t>✓ Variant 1 vs. Variant 2: Both variants outperform the holdout (envelope with no CTA) — </a:t>
            </a:r>
            <a:r>
              <a:rPr lang="en-US" sz="1400" b="1">
                <a:solidFill>
                  <a:srgbClr val="FEF8E8"/>
                </a:solidFill>
                <a:latin typeface="Aptos SemiBold"/>
              </a:rPr>
              <a:t>neither message is statistically different from the other</a:t>
            </a:r>
            <a:r>
              <a:rPr lang="en-US" sz="1400" b="1">
                <a:solidFill>
                  <a:srgbClr val="FFFFFF"/>
                </a:solidFill>
                <a:latin typeface="Aptos SemiBold"/>
              </a:rPr>
              <a:t> (V1: +228% lift in calls; V2: +264% lift in calls)</a:t>
            </a:r>
          </a:p>
        </p:txBody>
      </p:sp>
      <p:sp>
        <p:nvSpPr>
          <p:cNvPr id="30" name="V1CardBg"/>
          <p:cNvSpPr>
            <a:spLocks noGrp="1"/>
          </p:cNvSpPr>
          <p:nvPr/>
        </p:nvSpPr>
        <p:spPr>
          <a:xfrm>
            <a:off x="482600" y="1799317"/>
            <a:ext cx="5537200" cy="1600200"/>
          </a:xfrm>
          <a:prstGeom prst="rect">
            <a:avLst/>
          </a:prstGeom>
          <a:solidFill>
            <a:srgbClr val="F5F2EC"/>
          </a:solidFill>
          <a:ln>
            <a:noFill/>
          </a:ln>
        </p:spPr>
        <p:txBody>
          <a:bodyPr/>
          <a:lstStyle/>
          <a:p>
            <a:endParaRPr/>
          </a:p>
        </p:txBody>
      </p:sp>
      <p:sp>
        <p:nvSpPr>
          <p:cNvPr id="31" name="V1HeaderBg"/>
          <p:cNvSpPr>
            <a:spLocks noGrp="1"/>
          </p:cNvSpPr>
          <p:nvPr/>
        </p:nvSpPr>
        <p:spPr>
          <a:xfrm>
            <a:off x="482600" y="1799317"/>
            <a:ext cx="5537200" cy="406400"/>
          </a:xfrm>
          <a:prstGeom prst="rect">
            <a:avLst/>
          </a:prstGeom>
          <a:solidFill>
            <a:srgbClr val="005041"/>
          </a:solidFill>
          <a:ln>
            <a:noFill/>
          </a:ln>
        </p:spPr>
        <p:txBody>
          <a:bodyPr/>
          <a:lstStyle/>
          <a:p>
            <a:endParaRPr/>
          </a:p>
        </p:txBody>
      </p:sp>
      <p:sp>
        <p:nvSpPr>
          <p:cNvPr id="32" name="V1HeaderLabel"/>
          <p:cNvSpPr>
            <a:spLocks noGrp="1"/>
          </p:cNvSpPr>
          <p:nvPr/>
        </p:nvSpPr>
        <p:spPr>
          <a:xfrm>
            <a:off x="584200" y="1799317"/>
            <a:ext cx="5334000" cy="406400"/>
          </a:xfrm>
          <a:prstGeom prst="rect">
            <a:avLst/>
          </a:prstGeom>
          <a:noFill/>
          <a:ln>
            <a:noFill/>
          </a:ln>
        </p:spPr>
        <p:txBody>
          <a:bodyPr anchor="ctr"/>
          <a:lstStyle/>
          <a:p>
            <a:pPr algn="l">
              <a:buNone/>
            </a:pPr>
            <a:r>
              <a:rPr lang="en-US" sz="1400" b="1" cap="all">
                <a:solidFill>
                  <a:srgbClr val="FFFFFF"/>
                </a:solidFill>
                <a:latin typeface="Aptos SemiBold"/>
              </a:rPr>
              <a:t>Variant 1: "Important health benefit for spouses"</a:t>
            </a:r>
          </a:p>
        </p:txBody>
      </p:sp>
      <p:sp>
        <p:nvSpPr>
          <p:cNvPr id="34" name="V1Content"/>
          <p:cNvSpPr>
            <a:spLocks noGrp="1"/>
          </p:cNvSpPr>
          <p:nvPr/>
        </p:nvSpPr>
        <p:spPr>
          <a:xfrm>
            <a:off x="584200" y="2269217"/>
            <a:ext cx="5334000" cy="1130300"/>
          </a:xfrm>
          <a:prstGeom prst="rect">
            <a:avLst/>
          </a:prstGeom>
          <a:noFill/>
          <a:ln>
            <a:noFill/>
          </a:ln>
        </p:spPr>
        <p:txBody>
          <a:bodyPr anchor="t"/>
          <a:lstStyle/>
          <a:p>
            <a:pPr marL="228600" indent="-228600">
              <a:buFont typeface="Arial"/>
              <a:buChar char="•"/>
            </a:pPr>
            <a:r>
              <a:rPr lang="en-US" sz="1400">
                <a:solidFill>
                  <a:srgbClr val="301E04"/>
                </a:solidFill>
                <a:latin typeface="Aptos"/>
              </a:rPr>
              <a:t>Mailers Sent: 56,019 | Audience: Both plan populations</a:t>
            </a:r>
          </a:p>
          <a:p>
            <a:pPr marL="228600" indent="-228600">
              <a:buFont typeface="Arial"/>
              <a:buChar char="•"/>
            </a:pPr>
            <a:r>
              <a:rPr lang="en-US" sz="1400">
                <a:solidFill>
                  <a:srgbClr val="301E04"/>
                </a:solidFill>
                <a:latin typeface="Aptos"/>
              </a:rPr>
              <a:t>First calls: </a:t>
            </a:r>
            <a:r>
              <a:rPr lang="en-US" sz="1400" b="1">
                <a:solidFill>
                  <a:srgbClr val="005041"/>
                </a:solidFill>
                <a:latin typeface="Aptos SemiBold"/>
              </a:rPr>
              <a:t>92</a:t>
            </a:r>
            <a:r>
              <a:rPr lang="en-US" sz="1400">
                <a:solidFill>
                  <a:srgbClr val="301E04"/>
                </a:solidFill>
                <a:latin typeface="Aptos"/>
              </a:rPr>
              <a:t>  |  New cases: </a:t>
            </a:r>
            <a:r>
              <a:rPr lang="en-US" sz="1400" b="1">
                <a:solidFill>
                  <a:srgbClr val="005041"/>
                </a:solidFill>
                <a:latin typeface="Aptos SemiBold"/>
              </a:rPr>
              <a:t>48</a:t>
            </a:r>
            <a:r>
              <a:rPr lang="en-US" sz="1400">
                <a:solidFill>
                  <a:srgbClr val="301E04"/>
                </a:solidFill>
                <a:latin typeface="Aptos"/>
              </a:rPr>
              <a:t>  (call rate: 0.164%  |  case rate: 0.095%)</a:t>
            </a:r>
          </a:p>
          <a:p>
            <a:pPr marL="228600" indent="-228600">
              <a:buFont typeface="Arial"/>
              <a:buChar char="•"/>
            </a:pPr>
            <a:r>
              <a:rPr lang="en-US" sz="1400">
                <a:solidFill>
                  <a:srgbClr val="301E04"/>
                </a:solidFill>
                <a:latin typeface="Aptos"/>
              </a:rPr>
              <a:t>Lift vs. holdout: </a:t>
            </a:r>
            <a:r>
              <a:rPr lang="en-US" sz="1400" b="1">
                <a:solidFill>
                  <a:srgbClr val="005041"/>
                </a:solidFill>
                <a:latin typeface="Aptos SemiBold"/>
              </a:rPr>
              <a:t>+228% in calls (+64)  |  +179% in cases (+34)</a:t>
            </a:r>
          </a:p>
        </p:txBody>
      </p:sp>
      <p:sp>
        <p:nvSpPr>
          <p:cNvPr id="40" name="V2CardBg"/>
          <p:cNvSpPr>
            <a:spLocks noGrp="1"/>
          </p:cNvSpPr>
          <p:nvPr/>
        </p:nvSpPr>
        <p:spPr>
          <a:xfrm>
            <a:off x="6197600" y="1799317"/>
            <a:ext cx="5537200" cy="1600200"/>
          </a:xfrm>
          <a:prstGeom prst="rect">
            <a:avLst/>
          </a:prstGeom>
          <a:solidFill>
            <a:srgbClr val="F5F2EC"/>
          </a:solidFill>
          <a:ln>
            <a:noFill/>
          </a:ln>
        </p:spPr>
        <p:txBody>
          <a:bodyPr/>
          <a:lstStyle/>
          <a:p>
            <a:endParaRPr/>
          </a:p>
        </p:txBody>
      </p:sp>
      <p:sp>
        <p:nvSpPr>
          <p:cNvPr id="41" name="V2HeaderBg"/>
          <p:cNvSpPr>
            <a:spLocks noGrp="1"/>
          </p:cNvSpPr>
          <p:nvPr/>
        </p:nvSpPr>
        <p:spPr>
          <a:xfrm>
            <a:off x="6197600" y="1799317"/>
            <a:ext cx="5537200" cy="406400"/>
          </a:xfrm>
          <a:prstGeom prst="rect">
            <a:avLst/>
          </a:prstGeom>
          <a:solidFill>
            <a:srgbClr val="8B7355"/>
          </a:solidFill>
          <a:ln>
            <a:noFill/>
          </a:ln>
        </p:spPr>
        <p:txBody>
          <a:bodyPr/>
          <a:lstStyle/>
          <a:p>
            <a:endParaRPr/>
          </a:p>
        </p:txBody>
      </p:sp>
      <p:sp>
        <p:nvSpPr>
          <p:cNvPr id="42" name="V2HeaderLabel"/>
          <p:cNvSpPr>
            <a:spLocks noGrp="1"/>
          </p:cNvSpPr>
          <p:nvPr/>
        </p:nvSpPr>
        <p:spPr>
          <a:xfrm>
            <a:off x="6299200" y="1799317"/>
            <a:ext cx="5334000" cy="406400"/>
          </a:xfrm>
          <a:prstGeom prst="rect">
            <a:avLst/>
          </a:prstGeom>
          <a:noFill/>
          <a:ln>
            <a:noFill/>
          </a:ln>
        </p:spPr>
        <p:txBody>
          <a:bodyPr anchor="ctr"/>
          <a:lstStyle/>
          <a:p>
            <a:pPr algn="l">
              <a:buNone/>
            </a:pPr>
            <a:r>
              <a:rPr lang="en-US" sz="1400" b="1" cap="all">
                <a:solidFill>
                  <a:srgbClr val="FFFFFF"/>
                </a:solidFill>
                <a:latin typeface="Aptos SemiBold"/>
              </a:rPr>
              <a:t>Variant 2: "Your surgery costs may already be covered"</a:t>
            </a:r>
          </a:p>
        </p:txBody>
      </p:sp>
      <p:sp>
        <p:nvSpPr>
          <p:cNvPr id="44" name="V2Content"/>
          <p:cNvSpPr>
            <a:spLocks noGrp="1"/>
          </p:cNvSpPr>
          <p:nvPr/>
        </p:nvSpPr>
        <p:spPr>
          <a:xfrm>
            <a:off x="6299200" y="2269217"/>
            <a:ext cx="5334000" cy="1130300"/>
          </a:xfrm>
          <a:prstGeom prst="rect">
            <a:avLst/>
          </a:prstGeom>
          <a:noFill/>
          <a:ln>
            <a:noFill/>
          </a:ln>
        </p:spPr>
        <p:txBody>
          <a:bodyPr anchor="t"/>
          <a:lstStyle/>
          <a:p>
            <a:pPr marL="228600" indent="-228600">
              <a:buFont typeface="Arial"/>
              <a:buChar char="•"/>
            </a:pPr>
            <a:r>
              <a:rPr lang="en-US" sz="1400">
                <a:solidFill>
                  <a:srgbClr val="301E04"/>
                </a:solidFill>
                <a:latin typeface="Aptos"/>
              </a:rPr>
              <a:t>Mailers Sent: 56,012 | Audience: Both plan populations</a:t>
            </a:r>
          </a:p>
          <a:p>
            <a:pPr marL="228600" indent="-228600">
              <a:buFont typeface="Arial"/>
              <a:buChar char="•"/>
            </a:pPr>
            <a:r>
              <a:rPr lang="en-US" sz="1400">
                <a:solidFill>
                  <a:srgbClr val="301E04"/>
                </a:solidFill>
                <a:latin typeface="Aptos"/>
              </a:rPr>
              <a:t>First calls: </a:t>
            </a:r>
            <a:r>
              <a:rPr lang="en-US" sz="1400" b="1">
                <a:solidFill>
                  <a:srgbClr val="005041"/>
                </a:solidFill>
                <a:latin typeface="Aptos SemiBold"/>
              </a:rPr>
              <a:t>102</a:t>
            </a:r>
            <a:r>
              <a:rPr lang="en-US" sz="1400">
                <a:solidFill>
                  <a:srgbClr val="301E04"/>
                </a:solidFill>
                <a:latin typeface="Aptos"/>
              </a:rPr>
              <a:t>  |  New cases: </a:t>
            </a:r>
            <a:r>
              <a:rPr lang="en-US" sz="1400" b="1">
                <a:solidFill>
                  <a:srgbClr val="005041"/>
                </a:solidFill>
                <a:latin typeface="Aptos SemiBold"/>
              </a:rPr>
              <a:t>48</a:t>
            </a:r>
            <a:r>
              <a:rPr lang="en-US" sz="1400">
                <a:solidFill>
                  <a:srgbClr val="301E04"/>
                </a:solidFill>
                <a:latin typeface="Aptos"/>
              </a:rPr>
              <a:t>  (call rate: 0.182%  |  case rate: 0.086%)</a:t>
            </a:r>
          </a:p>
          <a:p>
            <a:pPr marL="228600" indent="-228600">
              <a:buFont typeface="Arial"/>
              <a:buChar char="•"/>
            </a:pPr>
            <a:r>
              <a:rPr lang="en-US" sz="1400">
                <a:solidFill>
                  <a:srgbClr val="301E04"/>
                </a:solidFill>
                <a:latin typeface="Aptos"/>
              </a:rPr>
              <a:t>Lift vs. holdout: </a:t>
            </a:r>
            <a:r>
              <a:rPr lang="en-US" sz="1400" b="1">
                <a:solidFill>
                  <a:srgbClr val="005041"/>
                </a:solidFill>
                <a:latin typeface="Aptos SemiBold"/>
              </a:rPr>
              <a:t>+264% in calls (+74)  |  +153% in cases (+29)</a:t>
            </a:r>
          </a:p>
        </p:txBody>
      </p:sp>
      <p:sp>
        <p:nvSpPr>
          <p:cNvPr id="50" name="SigTestBg"/>
          <p:cNvSpPr>
            <a:spLocks noGrp="1"/>
          </p:cNvSpPr>
          <p:nvPr/>
        </p:nvSpPr>
        <p:spPr>
          <a:xfrm>
            <a:off x="452800" y="3529237"/>
            <a:ext cx="11277600" cy="2660652"/>
          </a:xfrm>
          <a:prstGeom prst="rect">
            <a:avLst/>
          </a:prstGeom>
          <a:solidFill>
            <a:srgbClr val="EBE5D8"/>
          </a:solidFill>
          <a:ln>
            <a:noFill/>
          </a:ln>
        </p:spPr>
        <p:txBody>
          <a:bodyPr/>
          <a:lstStyle/>
          <a:p>
            <a:endParaRPr/>
          </a:p>
        </p:txBody>
      </p:sp>
      <p:sp>
        <p:nvSpPr>
          <p:cNvPr id="51" name="SigTestHeader"/>
          <p:cNvSpPr>
            <a:spLocks noGrp="1"/>
          </p:cNvSpPr>
          <p:nvPr/>
        </p:nvSpPr>
        <p:spPr>
          <a:xfrm>
            <a:off x="583600" y="3665763"/>
            <a:ext cx="11049600" cy="279400"/>
          </a:xfrm>
          <a:prstGeom prst="rect">
            <a:avLst/>
          </a:prstGeom>
          <a:noFill/>
          <a:ln>
            <a:noFill/>
          </a:ln>
        </p:spPr>
        <p:txBody>
          <a:bodyPr anchor="ctr"/>
          <a:lstStyle/>
          <a:p>
            <a:pPr algn="l">
              <a:buNone/>
            </a:pPr>
            <a:r>
              <a:rPr lang="en-US" sz="1500" b="1" cap="all">
                <a:solidFill>
                  <a:srgbClr val="355834"/>
                </a:solidFill>
                <a:latin typeface="Aptos SemiBold"/>
              </a:rPr>
              <a:t>Significance Test (Z-test on Proportions)</a:t>
            </a:r>
          </a:p>
        </p:txBody>
      </p:sp>
      <p:sp>
        <p:nvSpPr>
          <p:cNvPr id="66" name="V1VarLabel"/>
          <p:cNvSpPr>
            <a:spLocks noGrp="1"/>
          </p:cNvSpPr>
          <p:nvPr/>
        </p:nvSpPr>
        <p:spPr>
          <a:xfrm>
            <a:off x="2705100" y="4033156"/>
            <a:ext cx="4055000" cy="228600"/>
          </a:xfrm>
          <a:prstGeom prst="rect">
            <a:avLst/>
          </a:prstGeom>
          <a:noFill/>
          <a:ln>
            <a:noFill/>
          </a:ln>
        </p:spPr>
        <p:txBody>
          <a:bodyPr anchor="ctr"/>
          <a:lstStyle/>
          <a:p>
            <a:pPr algn="ctr">
              <a:buNone/>
            </a:pPr>
            <a:r>
              <a:rPr lang="en-US" sz="1200" b="1">
                <a:solidFill>
                  <a:srgbClr val="005041"/>
                </a:solidFill>
                <a:latin typeface="Aptos SemiBold"/>
              </a:rPr>
              <a:t>VARIANT 1</a:t>
            </a:r>
          </a:p>
        </p:txBody>
      </p:sp>
      <p:sp>
        <p:nvSpPr>
          <p:cNvPr id="67" name="V2VarLabel"/>
          <p:cNvSpPr>
            <a:spLocks noGrp="1"/>
          </p:cNvSpPr>
          <p:nvPr/>
        </p:nvSpPr>
        <p:spPr>
          <a:xfrm>
            <a:off x="6968700" y="4033156"/>
            <a:ext cx="4255000" cy="228600"/>
          </a:xfrm>
          <a:prstGeom prst="rect">
            <a:avLst/>
          </a:prstGeom>
          <a:noFill/>
          <a:ln>
            <a:noFill/>
          </a:ln>
        </p:spPr>
        <p:txBody>
          <a:bodyPr anchor="ctr"/>
          <a:lstStyle/>
          <a:p>
            <a:pPr algn="ctr">
              <a:buNone/>
            </a:pPr>
            <a:r>
              <a:rPr lang="en-US" sz="1200" b="1">
                <a:solidFill>
                  <a:srgbClr val="8B7355"/>
                </a:solidFill>
                <a:latin typeface="Aptos SemiBold"/>
              </a:rPr>
              <a:t>VARIANT 2</a:t>
            </a:r>
          </a:p>
        </p:txBody>
      </p:sp>
      <p:sp>
        <p:nvSpPr>
          <p:cNvPr id="60" name="SigHdr0"/>
          <p:cNvSpPr>
            <a:spLocks noGrp="1"/>
          </p:cNvSpPr>
          <p:nvPr/>
        </p:nvSpPr>
        <p:spPr>
          <a:xfrm>
            <a:off x="609600" y="4538888"/>
            <a:ext cx="2032000" cy="279400"/>
          </a:xfrm>
          <a:prstGeom prst="rect">
            <a:avLst/>
          </a:prstGeom>
          <a:noFill/>
          <a:ln>
            <a:noFill/>
          </a:ln>
        </p:spPr>
        <p:txBody>
          <a:bodyPr anchor="ctr"/>
          <a:lstStyle/>
          <a:p>
            <a:pPr algn="l">
              <a:buNone/>
            </a:pPr>
            <a:r>
              <a:rPr lang="en-US" sz="1400" b="1">
                <a:solidFill>
                  <a:srgbClr val="4A3F2F"/>
                </a:solidFill>
                <a:latin typeface="Aptos SemiBold"/>
              </a:rPr>
              <a:t>Metric</a:t>
            </a:r>
          </a:p>
        </p:txBody>
      </p:sp>
      <p:sp>
        <p:nvSpPr>
          <p:cNvPr id="61" name="SigHdr1"/>
          <p:cNvSpPr>
            <a:spLocks noGrp="1"/>
          </p:cNvSpPr>
          <p:nvPr/>
        </p:nvSpPr>
        <p:spPr>
          <a:xfrm>
            <a:off x="2743200" y="4538888"/>
            <a:ext cx="1955000" cy="279400"/>
          </a:xfrm>
          <a:prstGeom prst="rect">
            <a:avLst/>
          </a:prstGeom>
          <a:noFill/>
          <a:ln>
            <a:noFill/>
          </a:ln>
        </p:spPr>
        <p:txBody>
          <a:bodyPr anchor="ctr"/>
          <a:lstStyle/>
          <a:p>
            <a:pPr algn="ctr">
              <a:buNone/>
            </a:pPr>
            <a:r>
              <a:rPr lang="en-US" sz="1400" b="1">
                <a:solidFill>
                  <a:srgbClr val="4A3F2F"/>
                </a:solidFill>
                <a:latin typeface="Aptos SemiBold"/>
              </a:rPr>
              <a:t>Absolute</a:t>
            </a:r>
          </a:p>
        </p:txBody>
      </p:sp>
      <p:sp>
        <p:nvSpPr>
          <p:cNvPr id="62" name="SigHdr2"/>
          <p:cNvSpPr>
            <a:spLocks noGrp="1"/>
          </p:cNvSpPr>
          <p:nvPr/>
        </p:nvSpPr>
        <p:spPr>
          <a:xfrm>
            <a:off x="4800000" y="4538888"/>
            <a:ext cx="2100000" cy="279400"/>
          </a:xfrm>
          <a:prstGeom prst="rect">
            <a:avLst/>
          </a:prstGeom>
          <a:noFill/>
          <a:ln>
            <a:noFill/>
          </a:ln>
        </p:spPr>
        <p:txBody>
          <a:bodyPr anchor="ctr"/>
          <a:lstStyle/>
          <a:p>
            <a:pPr algn="ctr">
              <a:buNone/>
            </a:pPr>
            <a:r>
              <a:rPr lang="en-US" sz="1400" b="1">
                <a:solidFill>
                  <a:srgbClr val="4A3F2F"/>
                </a:solidFill>
                <a:latin typeface="Aptos SemiBold"/>
              </a:rPr>
              <a:t>Lift vs. Holdout</a:t>
            </a:r>
          </a:p>
        </p:txBody>
      </p:sp>
      <p:sp>
        <p:nvSpPr>
          <p:cNvPr id="63" name="SigHdr3"/>
          <p:cNvSpPr>
            <a:spLocks noGrp="1"/>
          </p:cNvSpPr>
          <p:nvPr/>
        </p:nvSpPr>
        <p:spPr>
          <a:xfrm>
            <a:off x="7006800" y="4538888"/>
            <a:ext cx="1955000" cy="279400"/>
          </a:xfrm>
          <a:prstGeom prst="rect">
            <a:avLst/>
          </a:prstGeom>
          <a:noFill/>
          <a:ln>
            <a:noFill/>
          </a:ln>
        </p:spPr>
        <p:txBody>
          <a:bodyPr anchor="ctr"/>
          <a:lstStyle/>
          <a:p>
            <a:pPr algn="ctr">
              <a:buNone/>
            </a:pPr>
            <a:r>
              <a:rPr lang="en-US" sz="1400" b="1">
                <a:solidFill>
                  <a:srgbClr val="4A3F2F"/>
                </a:solidFill>
                <a:latin typeface="Aptos SemiBold"/>
              </a:rPr>
              <a:t>Absolute</a:t>
            </a:r>
          </a:p>
        </p:txBody>
      </p:sp>
      <p:sp>
        <p:nvSpPr>
          <p:cNvPr id="64" name="SigHdr4"/>
          <p:cNvSpPr>
            <a:spLocks noGrp="1"/>
          </p:cNvSpPr>
          <p:nvPr/>
        </p:nvSpPr>
        <p:spPr>
          <a:xfrm>
            <a:off x="9063600" y="4538888"/>
            <a:ext cx="2300000" cy="279400"/>
          </a:xfrm>
          <a:prstGeom prst="rect">
            <a:avLst/>
          </a:prstGeom>
          <a:noFill/>
          <a:ln>
            <a:noFill/>
          </a:ln>
        </p:spPr>
        <p:txBody>
          <a:bodyPr anchor="ctr"/>
          <a:lstStyle/>
          <a:p>
            <a:pPr algn="ctr">
              <a:buNone/>
            </a:pPr>
            <a:r>
              <a:rPr lang="en-US" sz="1400" b="1">
                <a:solidFill>
                  <a:srgbClr val="4A3F2F"/>
                </a:solidFill>
                <a:latin typeface="Aptos SemiBold"/>
              </a:rPr>
              <a:t>Lift vs. Holdout</a:t>
            </a:r>
          </a:p>
        </p:txBody>
      </p:sp>
      <p:sp>
        <p:nvSpPr>
          <p:cNvPr id="80" name="HSep"/>
          <p:cNvSpPr>
            <a:spLocks noGrp="1"/>
          </p:cNvSpPr>
          <p:nvPr/>
        </p:nvSpPr>
        <p:spPr>
          <a:xfrm>
            <a:off x="609600" y="4818288"/>
            <a:ext cx="10754000" cy="0"/>
          </a:xfrm>
          <a:prstGeom prst="line">
            <a:avLst/>
          </a:prstGeom>
          <a:ln w="9525">
            <a:solidFill>
              <a:srgbClr val="AAAAAA"/>
            </a:solidFill>
          </a:ln>
        </p:spPr>
        <p:txBody>
          <a:bodyPr/>
          <a:lstStyle/>
          <a:p>
            <a:endParaRPr/>
          </a:p>
        </p:txBody>
      </p:sp>
      <p:sp>
        <p:nvSpPr>
          <p:cNvPr id="71" name="VSep1"/>
          <p:cNvSpPr>
            <a:spLocks noGrp="1"/>
          </p:cNvSpPr>
          <p:nvPr/>
        </p:nvSpPr>
        <p:spPr>
          <a:xfrm>
            <a:off x="2705100" y="4310288"/>
            <a:ext cx="0" cy="1016000"/>
          </a:xfrm>
          <a:prstGeom prst="line">
            <a:avLst/>
          </a:prstGeom>
          <a:ln w="9525">
            <a:solidFill>
              <a:srgbClr val="AAAAAA"/>
            </a:solidFill>
          </a:ln>
        </p:spPr>
        <p:txBody>
          <a:bodyPr/>
          <a:lstStyle/>
          <a:p>
            <a:endParaRPr/>
          </a:p>
        </p:txBody>
      </p:sp>
      <p:sp>
        <p:nvSpPr>
          <p:cNvPr id="72" name="VSep2"/>
          <p:cNvSpPr>
            <a:spLocks noGrp="1"/>
          </p:cNvSpPr>
          <p:nvPr/>
        </p:nvSpPr>
        <p:spPr>
          <a:xfrm flipH="1">
            <a:off x="4761898" y="4310288"/>
            <a:ext cx="1" cy="1609722"/>
          </a:xfrm>
          <a:prstGeom prst="line">
            <a:avLst/>
          </a:prstGeom>
          <a:ln w="9525">
            <a:solidFill>
              <a:srgbClr val="AAAAAA"/>
            </a:solidFill>
          </a:ln>
        </p:spPr>
        <p:txBody>
          <a:bodyPr/>
          <a:lstStyle/>
          <a:p>
            <a:endParaRPr/>
          </a:p>
        </p:txBody>
      </p:sp>
      <p:sp>
        <p:nvSpPr>
          <p:cNvPr id="73" name="VSep3"/>
          <p:cNvSpPr>
            <a:spLocks noGrp="1"/>
          </p:cNvSpPr>
          <p:nvPr/>
        </p:nvSpPr>
        <p:spPr>
          <a:xfrm flipH="1">
            <a:off x="-541282" y="4324664"/>
            <a:ext cx="5000" cy="1625600"/>
          </a:xfrm>
          <a:prstGeom prst="line">
            <a:avLst/>
          </a:prstGeom>
          <a:ln w="9525">
            <a:solidFill>
              <a:srgbClr val="AAAAAA"/>
            </a:solidFill>
          </a:ln>
        </p:spPr>
        <p:txBody>
          <a:bodyPr/>
          <a:lstStyle/>
          <a:p>
            <a:endParaRPr/>
          </a:p>
        </p:txBody>
      </p:sp>
      <p:sp>
        <p:nvSpPr>
          <p:cNvPr id="74" name="VSep4"/>
          <p:cNvSpPr>
            <a:spLocks noGrp="1"/>
          </p:cNvSpPr>
          <p:nvPr/>
        </p:nvSpPr>
        <p:spPr>
          <a:xfrm flipH="1">
            <a:off x="9025500" y="4310288"/>
            <a:ext cx="0" cy="1625600"/>
          </a:xfrm>
          <a:prstGeom prst="line">
            <a:avLst/>
          </a:prstGeom>
          <a:ln w="9525">
            <a:solidFill>
              <a:srgbClr val="AAAAAA"/>
            </a:solidFill>
          </a:ln>
        </p:spPr>
        <p:txBody>
          <a:bodyPr/>
          <a:lstStyle/>
          <a:p>
            <a:endParaRPr/>
          </a:p>
        </p:txBody>
      </p:sp>
      <p:sp>
        <p:nvSpPr>
          <p:cNvPr id="90" name="SigVal0_0"/>
          <p:cNvSpPr>
            <a:spLocks noGrp="1"/>
          </p:cNvSpPr>
          <p:nvPr/>
        </p:nvSpPr>
        <p:spPr>
          <a:xfrm>
            <a:off x="609600" y="4869088"/>
            <a:ext cx="2032000" cy="266700"/>
          </a:xfrm>
          <a:prstGeom prst="rect">
            <a:avLst/>
          </a:prstGeom>
          <a:noFill/>
          <a:ln>
            <a:noFill/>
          </a:ln>
        </p:spPr>
        <p:txBody>
          <a:bodyPr anchor="ctr"/>
          <a:lstStyle/>
          <a:p>
            <a:pPr algn="l">
              <a:buNone/>
            </a:pPr>
            <a:r>
              <a:rPr lang="en-US" sz="1400" b="0">
                <a:solidFill>
                  <a:srgbClr val="301E04"/>
                </a:solidFill>
                <a:latin typeface="Aptos"/>
              </a:rPr>
              <a:t>First calls</a:t>
            </a:r>
          </a:p>
        </p:txBody>
      </p:sp>
      <p:sp>
        <p:nvSpPr>
          <p:cNvPr id="91" name="SigVal0_1"/>
          <p:cNvSpPr>
            <a:spLocks noGrp="1"/>
          </p:cNvSpPr>
          <p:nvPr/>
        </p:nvSpPr>
        <p:spPr>
          <a:xfrm>
            <a:off x="2743200" y="4869088"/>
            <a:ext cx="1955000" cy="266700"/>
          </a:xfrm>
          <a:prstGeom prst="rect">
            <a:avLst/>
          </a:prstGeom>
          <a:noFill/>
          <a:ln>
            <a:noFill/>
          </a:ln>
        </p:spPr>
        <p:txBody>
          <a:bodyPr anchor="ctr"/>
          <a:lstStyle/>
          <a:p>
            <a:pPr algn="ctr">
              <a:buNone/>
            </a:pPr>
            <a:r>
              <a:rPr lang="en-US" sz="1400" b="1">
                <a:solidFill>
                  <a:srgbClr val="301E04"/>
                </a:solidFill>
                <a:latin typeface="Aptos SemiBold"/>
              </a:rPr>
              <a:t>92</a:t>
            </a:r>
          </a:p>
        </p:txBody>
      </p:sp>
      <p:sp>
        <p:nvSpPr>
          <p:cNvPr id="92" name="SigVal0_2"/>
          <p:cNvSpPr>
            <a:spLocks noGrp="1"/>
          </p:cNvSpPr>
          <p:nvPr/>
        </p:nvSpPr>
        <p:spPr>
          <a:xfrm>
            <a:off x="4800000" y="4869088"/>
            <a:ext cx="2100000" cy="266700"/>
          </a:xfrm>
          <a:prstGeom prst="rect">
            <a:avLst/>
          </a:prstGeom>
          <a:noFill/>
          <a:ln>
            <a:noFill/>
          </a:ln>
        </p:spPr>
        <p:txBody>
          <a:bodyPr anchor="ctr"/>
          <a:lstStyle/>
          <a:p>
            <a:pPr algn="ctr">
              <a:buNone/>
            </a:pPr>
            <a:r>
              <a:rPr lang="en-US" sz="1400" b="1">
                <a:solidFill>
                  <a:srgbClr val="005041"/>
                </a:solidFill>
                <a:latin typeface="Aptos SemiBold"/>
              </a:rPr>
              <a:t>+228% (+64 calls)</a:t>
            </a:r>
          </a:p>
        </p:txBody>
      </p:sp>
      <p:sp>
        <p:nvSpPr>
          <p:cNvPr id="93" name="SigVal0_3"/>
          <p:cNvSpPr>
            <a:spLocks noGrp="1"/>
          </p:cNvSpPr>
          <p:nvPr/>
        </p:nvSpPr>
        <p:spPr>
          <a:xfrm>
            <a:off x="7006800" y="4869088"/>
            <a:ext cx="1955000" cy="266700"/>
          </a:xfrm>
          <a:prstGeom prst="rect">
            <a:avLst/>
          </a:prstGeom>
          <a:noFill/>
          <a:ln>
            <a:noFill/>
          </a:ln>
        </p:spPr>
        <p:txBody>
          <a:bodyPr anchor="ctr"/>
          <a:lstStyle/>
          <a:p>
            <a:pPr algn="ctr">
              <a:buNone/>
            </a:pPr>
            <a:r>
              <a:rPr lang="en-US" sz="1400" b="1">
                <a:solidFill>
                  <a:srgbClr val="301E04"/>
                </a:solidFill>
                <a:latin typeface="Aptos SemiBold"/>
              </a:rPr>
              <a:t>102</a:t>
            </a:r>
          </a:p>
        </p:txBody>
      </p:sp>
      <p:sp>
        <p:nvSpPr>
          <p:cNvPr id="94" name="SigVal0_4"/>
          <p:cNvSpPr>
            <a:spLocks noGrp="1"/>
          </p:cNvSpPr>
          <p:nvPr/>
        </p:nvSpPr>
        <p:spPr>
          <a:xfrm>
            <a:off x="9063600" y="4869088"/>
            <a:ext cx="2300000" cy="266700"/>
          </a:xfrm>
          <a:prstGeom prst="rect">
            <a:avLst/>
          </a:prstGeom>
          <a:noFill/>
          <a:ln>
            <a:noFill/>
          </a:ln>
        </p:spPr>
        <p:txBody>
          <a:bodyPr anchor="ctr"/>
          <a:lstStyle/>
          <a:p>
            <a:pPr algn="ctr">
              <a:buNone/>
            </a:pPr>
            <a:r>
              <a:rPr lang="en-US" sz="1400" b="1">
                <a:solidFill>
                  <a:srgbClr val="005041"/>
                </a:solidFill>
                <a:latin typeface="Aptos SemiBold"/>
              </a:rPr>
              <a:t>+264% (+74 calls)</a:t>
            </a:r>
          </a:p>
        </p:txBody>
      </p:sp>
      <p:sp>
        <p:nvSpPr>
          <p:cNvPr id="100" name="SigVal1_0"/>
          <p:cNvSpPr>
            <a:spLocks noGrp="1"/>
          </p:cNvSpPr>
          <p:nvPr/>
        </p:nvSpPr>
        <p:spPr>
          <a:xfrm>
            <a:off x="609600" y="5135788"/>
            <a:ext cx="2032000" cy="266700"/>
          </a:xfrm>
          <a:prstGeom prst="rect">
            <a:avLst/>
          </a:prstGeom>
          <a:noFill/>
          <a:ln>
            <a:noFill/>
          </a:ln>
        </p:spPr>
        <p:txBody>
          <a:bodyPr anchor="ctr"/>
          <a:lstStyle/>
          <a:p>
            <a:pPr algn="l">
              <a:buNone/>
            </a:pPr>
            <a:r>
              <a:rPr lang="en-US" sz="1400" b="0">
                <a:solidFill>
                  <a:srgbClr val="301E04"/>
                </a:solidFill>
                <a:latin typeface="Aptos"/>
              </a:rPr>
              <a:t>New cases</a:t>
            </a:r>
          </a:p>
        </p:txBody>
      </p:sp>
      <p:sp>
        <p:nvSpPr>
          <p:cNvPr id="101" name="SigVal1_1"/>
          <p:cNvSpPr>
            <a:spLocks noGrp="1"/>
          </p:cNvSpPr>
          <p:nvPr/>
        </p:nvSpPr>
        <p:spPr>
          <a:xfrm>
            <a:off x="2743200" y="5135788"/>
            <a:ext cx="1955000" cy="266700"/>
          </a:xfrm>
          <a:prstGeom prst="rect">
            <a:avLst/>
          </a:prstGeom>
          <a:noFill/>
          <a:ln>
            <a:noFill/>
          </a:ln>
        </p:spPr>
        <p:txBody>
          <a:bodyPr anchor="ctr"/>
          <a:lstStyle/>
          <a:p>
            <a:pPr algn="ctr">
              <a:buNone/>
            </a:pPr>
            <a:r>
              <a:rPr lang="en-US" sz="1400" b="1">
                <a:solidFill>
                  <a:srgbClr val="301E04"/>
                </a:solidFill>
                <a:latin typeface="Aptos SemiBold"/>
              </a:rPr>
              <a:t>53</a:t>
            </a:r>
          </a:p>
        </p:txBody>
      </p:sp>
      <p:sp>
        <p:nvSpPr>
          <p:cNvPr id="102" name="SigVal1_2"/>
          <p:cNvSpPr>
            <a:spLocks noGrp="1"/>
          </p:cNvSpPr>
          <p:nvPr/>
        </p:nvSpPr>
        <p:spPr>
          <a:xfrm>
            <a:off x="4800000" y="5135788"/>
            <a:ext cx="2100000" cy="266700"/>
          </a:xfrm>
          <a:prstGeom prst="rect">
            <a:avLst/>
          </a:prstGeom>
          <a:noFill/>
          <a:ln>
            <a:noFill/>
          </a:ln>
        </p:spPr>
        <p:txBody>
          <a:bodyPr anchor="ctr"/>
          <a:lstStyle/>
          <a:p>
            <a:pPr algn="ctr">
              <a:buNone/>
            </a:pPr>
            <a:r>
              <a:rPr lang="en-US" sz="1400" b="1">
                <a:solidFill>
                  <a:srgbClr val="005041"/>
                </a:solidFill>
                <a:latin typeface="Aptos SemiBold"/>
              </a:rPr>
              <a:t>+179% (+34 cases)</a:t>
            </a:r>
          </a:p>
        </p:txBody>
      </p:sp>
      <p:sp>
        <p:nvSpPr>
          <p:cNvPr id="103" name="SigVal1_3"/>
          <p:cNvSpPr>
            <a:spLocks noGrp="1"/>
          </p:cNvSpPr>
          <p:nvPr/>
        </p:nvSpPr>
        <p:spPr>
          <a:xfrm>
            <a:off x="7006800" y="5135788"/>
            <a:ext cx="1955000" cy="266700"/>
          </a:xfrm>
          <a:prstGeom prst="rect">
            <a:avLst/>
          </a:prstGeom>
          <a:noFill/>
          <a:ln>
            <a:noFill/>
          </a:ln>
        </p:spPr>
        <p:txBody>
          <a:bodyPr anchor="ctr"/>
          <a:lstStyle/>
          <a:p>
            <a:pPr algn="ctr">
              <a:buNone/>
            </a:pPr>
            <a:r>
              <a:rPr lang="en-US" sz="1400" b="1">
                <a:solidFill>
                  <a:srgbClr val="301E04"/>
                </a:solidFill>
                <a:latin typeface="Aptos SemiBold"/>
              </a:rPr>
              <a:t>48</a:t>
            </a:r>
          </a:p>
        </p:txBody>
      </p:sp>
      <p:sp>
        <p:nvSpPr>
          <p:cNvPr id="104" name="SigVal1_4"/>
          <p:cNvSpPr>
            <a:spLocks noGrp="1"/>
          </p:cNvSpPr>
          <p:nvPr/>
        </p:nvSpPr>
        <p:spPr>
          <a:xfrm>
            <a:off x="9063600" y="5135788"/>
            <a:ext cx="2300000" cy="266700"/>
          </a:xfrm>
          <a:prstGeom prst="rect">
            <a:avLst/>
          </a:prstGeom>
          <a:noFill/>
          <a:ln>
            <a:noFill/>
          </a:ln>
        </p:spPr>
        <p:txBody>
          <a:bodyPr anchor="ctr"/>
          <a:lstStyle/>
          <a:p>
            <a:pPr algn="ctr">
              <a:buNone/>
            </a:pPr>
            <a:r>
              <a:rPr lang="en-US" sz="1400" b="1">
                <a:solidFill>
                  <a:srgbClr val="005041"/>
                </a:solidFill>
                <a:latin typeface="Aptos SemiBold"/>
              </a:rPr>
              <a:t>+153% (+29 cases)</a:t>
            </a:r>
          </a:p>
        </p:txBody>
      </p:sp>
      <p:sp>
        <p:nvSpPr>
          <p:cNvPr id="110" name="SigVal2_0"/>
          <p:cNvSpPr>
            <a:spLocks noGrp="1"/>
          </p:cNvSpPr>
          <p:nvPr/>
        </p:nvSpPr>
        <p:spPr>
          <a:xfrm>
            <a:off x="609600" y="5402488"/>
            <a:ext cx="2032000" cy="266700"/>
          </a:xfrm>
          <a:prstGeom prst="rect">
            <a:avLst/>
          </a:prstGeom>
          <a:noFill/>
          <a:ln>
            <a:noFill/>
          </a:ln>
        </p:spPr>
        <p:txBody>
          <a:bodyPr anchor="ctr"/>
          <a:lstStyle/>
          <a:p>
            <a:pPr algn="l">
              <a:buNone/>
            </a:pPr>
            <a:r>
              <a:rPr lang="en-US" sz="1400" b="0">
                <a:solidFill>
                  <a:srgbClr val="301E04"/>
                </a:solidFill>
                <a:latin typeface="Aptos"/>
              </a:rPr>
              <a:t>Call rate</a:t>
            </a:r>
          </a:p>
        </p:txBody>
      </p:sp>
      <p:sp>
        <p:nvSpPr>
          <p:cNvPr id="111" name="SigVal2_1"/>
          <p:cNvSpPr>
            <a:spLocks noGrp="1"/>
          </p:cNvSpPr>
          <p:nvPr/>
        </p:nvSpPr>
        <p:spPr>
          <a:xfrm>
            <a:off x="2743200" y="5402488"/>
            <a:ext cx="1955000" cy="266700"/>
          </a:xfrm>
          <a:prstGeom prst="rect">
            <a:avLst/>
          </a:prstGeom>
          <a:noFill/>
          <a:ln>
            <a:noFill/>
          </a:ln>
        </p:spPr>
        <p:txBody>
          <a:bodyPr anchor="ctr"/>
          <a:lstStyle/>
          <a:p>
            <a:pPr algn="ctr">
              <a:buNone/>
            </a:pPr>
            <a:r>
              <a:rPr lang="en-US" sz="1400" b="1">
                <a:solidFill>
                  <a:srgbClr val="301E04"/>
                </a:solidFill>
                <a:latin typeface="Aptos SemiBold"/>
              </a:rPr>
              <a:t>0.164%</a:t>
            </a:r>
          </a:p>
        </p:txBody>
      </p:sp>
      <p:sp>
        <p:nvSpPr>
          <p:cNvPr id="112" name="SigVal2_2"/>
          <p:cNvSpPr>
            <a:spLocks noGrp="1"/>
          </p:cNvSpPr>
          <p:nvPr/>
        </p:nvSpPr>
        <p:spPr>
          <a:xfrm>
            <a:off x="4800000" y="5402488"/>
            <a:ext cx="2100000" cy="266700"/>
          </a:xfrm>
          <a:prstGeom prst="rect">
            <a:avLst/>
          </a:prstGeom>
          <a:noFill/>
          <a:ln>
            <a:noFill/>
          </a:ln>
        </p:spPr>
        <p:txBody>
          <a:bodyPr anchor="ctr"/>
          <a:lstStyle/>
          <a:p>
            <a:pPr algn="ctr">
              <a:buNone/>
            </a:pPr>
            <a:r>
              <a:rPr lang="en-US" sz="1400" b="1">
                <a:solidFill>
                  <a:srgbClr val="301E04"/>
                </a:solidFill>
                <a:latin typeface="Aptos SemiBold"/>
              </a:rPr>
              <a:t>—</a:t>
            </a:r>
          </a:p>
        </p:txBody>
      </p:sp>
      <p:sp>
        <p:nvSpPr>
          <p:cNvPr id="113" name="SigVal2_3"/>
          <p:cNvSpPr>
            <a:spLocks noGrp="1"/>
          </p:cNvSpPr>
          <p:nvPr/>
        </p:nvSpPr>
        <p:spPr>
          <a:xfrm>
            <a:off x="7006800" y="5402488"/>
            <a:ext cx="1955000" cy="266700"/>
          </a:xfrm>
          <a:prstGeom prst="rect">
            <a:avLst/>
          </a:prstGeom>
          <a:noFill/>
          <a:ln>
            <a:noFill/>
          </a:ln>
        </p:spPr>
        <p:txBody>
          <a:bodyPr anchor="ctr"/>
          <a:lstStyle/>
          <a:p>
            <a:pPr algn="ctr">
              <a:buNone/>
            </a:pPr>
            <a:r>
              <a:rPr lang="en-US" sz="1400" b="1">
                <a:solidFill>
                  <a:srgbClr val="301E04"/>
                </a:solidFill>
                <a:latin typeface="Aptos SemiBold"/>
              </a:rPr>
              <a:t>0.182%</a:t>
            </a:r>
          </a:p>
        </p:txBody>
      </p:sp>
      <p:sp>
        <p:nvSpPr>
          <p:cNvPr id="114" name="SigVal2_4"/>
          <p:cNvSpPr>
            <a:spLocks noGrp="1"/>
          </p:cNvSpPr>
          <p:nvPr/>
        </p:nvSpPr>
        <p:spPr>
          <a:xfrm>
            <a:off x="9063600" y="5402488"/>
            <a:ext cx="2300000" cy="266700"/>
          </a:xfrm>
          <a:prstGeom prst="rect">
            <a:avLst/>
          </a:prstGeom>
          <a:noFill/>
          <a:ln>
            <a:noFill/>
          </a:ln>
        </p:spPr>
        <p:txBody>
          <a:bodyPr anchor="ctr"/>
          <a:lstStyle/>
          <a:p>
            <a:pPr algn="ctr">
              <a:buNone/>
            </a:pPr>
            <a:r>
              <a:rPr lang="en-US" sz="1400" b="1">
                <a:solidFill>
                  <a:srgbClr val="301E04"/>
                </a:solidFill>
                <a:latin typeface="Aptos SemiBold"/>
              </a:rPr>
              <a:t>—</a:t>
            </a:r>
          </a:p>
        </p:txBody>
      </p:sp>
      <p:sp>
        <p:nvSpPr>
          <p:cNvPr id="120" name="SigVal3_0"/>
          <p:cNvSpPr>
            <a:spLocks noGrp="1"/>
          </p:cNvSpPr>
          <p:nvPr/>
        </p:nvSpPr>
        <p:spPr>
          <a:xfrm>
            <a:off x="609600" y="5669188"/>
            <a:ext cx="2032000" cy="266700"/>
          </a:xfrm>
          <a:prstGeom prst="rect">
            <a:avLst/>
          </a:prstGeom>
          <a:noFill/>
          <a:ln>
            <a:noFill/>
          </a:ln>
        </p:spPr>
        <p:txBody>
          <a:bodyPr anchor="ctr"/>
          <a:lstStyle/>
          <a:p>
            <a:pPr algn="l">
              <a:buNone/>
            </a:pPr>
            <a:r>
              <a:rPr lang="en-US" sz="1400" b="0">
                <a:solidFill>
                  <a:srgbClr val="301E04"/>
                </a:solidFill>
                <a:latin typeface="Aptos"/>
              </a:rPr>
              <a:t>Case rate</a:t>
            </a:r>
          </a:p>
        </p:txBody>
      </p:sp>
      <p:sp>
        <p:nvSpPr>
          <p:cNvPr id="121" name="SigVal3_1"/>
          <p:cNvSpPr>
            <a:spLocks noGrp="1"/>
          </p:cNvSpPr>
          <p:nvPr/>
        </p:nvSpPr>
        <p:spPr>
          <a:xfrm>
            <a:off x="2743200" y="5669188"/>
            <a:ext cx="1955000" cy="266700"/>
          </a:xfrm>
          <a:prstGeom prst="rect">
            <a:avLst/>
          </a:prstGeom>
          <a:noFill/>
          <a:ln>
            <a:noFill/>
          </a:ln>
        </p:spPr>
        <p:txBody>
          <a:bodyPr anchor="ctr"/>
          <a:lstStyle/>
          <a:p>
            <a:pPr algn="ctr">
              <a:buNone/>
            </a:pPr>
            <a:r>
              <a:rPr lang="en-US" sz="1400" b="1">
                <a:solidFill>
                  <a:srgbClr val="301E04"/>
                </a:solidFill>
                <a:latin typeface="Aptos SemiBold"/>
              </a:rPr>
              <a:t>0.095%</a:t>
            </a:r>
          </a:p>
        </p:txBody>
      </p:sp>
      <p:sp>
        <p:nvSpPr>
          <p:cNvPr id="122" name="SigVal3_2"/>
          <p:cNvSpPr>
            <a:spLocks noGrp="1"/>
          </p:cNvSpPr>
          <p:nvPr/>
        </p:nvSpPr>
        <p:spPr>
          <a:xfrm>
            <a:off x="4800000" y="5669188"/>
            <a:ext cx="2100000" cy="266700"/>
          </a:xfrm>
          <a:prstGeom prst="rect">
            <a:avLst/>
          </a:prstGeom>
          <a:noFill/>
          <a:ln>
            <a:noFill/>
          </a:ln>
        </p:spPr>
        <p:txBody>
          <a:bodyPr anchor="ctr"/>
          <a:lstStyle/>
          <a:p>
            <a:pPr algn="ctr">
              <a:buNone/>
            </a:pPr>
            <a:r>
              <a:rPr lang="en-US" sz="1400" b="1">
                <a:solidFill>
                  <a:srgbClr val="301E04"/>
                </a:solidFill>
                <a:latin typeface="Aptos SemiBold"/>
              </a:rPr>
              <a:t>—</a:t>
            </a:r>
          </a:p>
        </p:txBody>
      </p:sp>
      <p:sp>
        <p:nvSpPr>
          <p:cNvPr id="123" name="SigVal3_3"/>
          <p:cNvSpPr>
            <a:spLocks noGrp="1"/>
          </p:cNvSpPr>
          <p:nvPr/>
        </p:nvSpPr>
        <p:spPr>
          <a:xfrm>
            <a:off x="7006800" y="5669188"/>
            <a:ext cx="1955000" cy="266700"/>
          </a:xfrm>
          <a:prstGeom prst="rect">
            <a:avLst/>
          </a:prstGeom>
          <a:noFill/>
          <a:ln>
            <a:noFill/>
          </a:ln>
        </p:spPr>
        <p:txBody>
          <a:bodyPr anchor="ctr"/>
          <a:lstStyle/>
          <a:p>
            <a:pPr algn="ctr">
              <a:buNone/>
            </a:pPr>
            <a:r>
              <a:rPr lang="en-US" sz="1400" b="1">
                <a:solidFill>
                  <a:srgbClr val="301E04"/>
                </a:solidFill>
                <a:latin typeface="Aptos SemiBold"/>
              </a:rPr>
              <a:t>0.086%</a:t>
            </a:r>
          </a:p>
        </p:txBody>
      </p:sp>
      <p:sp>
        <p:nvSpPr>
          <p:cNvPr id="124" name="SigVal3_4"/>
          <p:cNvSpPr>
            <a:spLocks noGrp="1"/>
          </p:cNvSpPr>
          <p:nvPr/>
        </p:nvSpPr>
        <p:spPr>
          <a:xfrm>
            <a:off x="9063600" y="5669188"/>
            <a:ext cx="2300000" cy="266700"/>
          </a:xfrm>
          <a:prstGeom prst="rect">
            <a:avLst/>
          </a:prstGeom>
          <a:noFill/>
          <a:ln>
            <a:noFill/>
          </a:ln>
        </p:spPr>
        <p:txBody>
          <a:bodyPr anchor="ctr"/>
          <a:lstStyle/>
          <a:p>
            <a:pPr algn="ctr">
              <a:buNone/>
            </a:pPr>
            <a:r>
              <a:rPr lang="en-US" sz="1400" b="1">
                <a:solidFill>
                  <a:srgbClr val="301E04"/>
                </a:solidFill>
                <a:latin typeface="Aptos SemiBold"/>
              </a:rPr>
              <a:t>—</a:t>
            </a:r>
          </a:p>
        </p:txBody>
      </p:sp>
    </p:spTree>
    <p:extLst>
      <p:ext uri="{BB962C8B-B14F-4D97-AF65-F5344CB8AC3E}">
        <p14:creationId xmlns:p14="http://schemas.microsoft.com/office/powerpoint/2010/main" val="2285539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B378D-93ED-2DC3-7B06-E0430FE990C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AE46DD0-AE14-F556-6F03-C85DFC0D25AB}"/>
              </a:ext>
            </a:extLst>
          </p:cNvPr>
          <p:cNvSpPr>
            <a:spLocks noGrp="1"/>
          </p:cNvSpPr>
          <p:nvPr>
            <p:ph type="sldNum" sz="quarter" idx="10"/>
          </p:nvPr>
        </p:nvSpPr>
        <p:spPr/>
        <p:txBody>
          <a:body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11</a:t>
            </a:fld>
            <a:endParaRPr lang="en-US">
              <a:latin typeface="Aptos" panose="020B0004020202020204" pitchFamily="34" charset="0"/>
            </a:endParaRPr>
          </a:p>
        </p:txBody>
      </p:sp>
      <p:sp>
        <p:nvSpPr>
          <p:cNvPr id="20" name="Title"/>
          <p:cNvSpPr/>
          <p:nvPr/>
        </p:nvSpPr>
        <p:spPr>
          <a:xfrm>
            <a:off x="457200" y="304800"/>
            <a:ext cx="8229600" cy="533400"/>
          </a:xfrm>
          <a:prstGeom prst="rect">
            <a:avLst/>
          </a:prstGeom>
          <a:noFill/>
        </p:spPr>
        <p:txBody>
          <a:bodyPr anchor="ctr"/>
          <a:lstStyle/>
          <a:p>
            <a:pPr algn="l">
              <a:buNone/>
            </a:pPr>
            <a:r>
              <a:rPr lang="en-US" sz="2800" b="1" spc="-100">
                <a:solidFill>
                  <a:srgbClr val="301E04"/>
                </a:solidFill>
                <a:latin typeface="Aptos SemiBold"/>
              </a:rPr>
              <a:t>Oracle Network Access Teaser – A/B Test</a:t>
            </a:r>
          </a:p>
        </p:txBody>
      </p:sp>
      <p:sp>
        <p:nvSpPr>
          <p:cNvPr id="21" name="Subtitle"/>
          <p:cNvSpPr/>
          <p:nvPr/>
        </p:nvSpPr>
        <p:spPr>
          <a:xfrm>
            <a:off x="457200" y="838200"/>
            <a:ext cx="8229600" cy="254000"/>
          </a:xfrm>
          <a:prstGeom prst="rect">
            <a:avLst/>
          </a:prstGeom>
          <a:noFill/>
        </p:spPr>
        <p:txBody>
          <a:bodyPr anchor="ctr"/>
          <a:lstStyle/>
          <a:p>
            <a:pPr algn="l">
              <a:buNone/>
            </a:pPr>
            <a:r>
              <a:rPr lang="en-US" sz="1400" i="1">
                <a:solidFill>
                  <a:srgbClr val="355834"/>
                </a:solidFill>
                <a:latin typeface="Aptos"/>
              </a:rPr>
              <a:t>Network Access Outreach | Oracle Population | Version A: 28,664 members · Version B: 20,162 members</a:t>
            </a:r>
          </a:p>
        </p:txBody>
      </p:sp>
      <p:sp>
        <p:nvSpPr>
          <p:cNvPr id="22" name="TitleLine"/>
          <p:cNvSpPr/>
          <p:nvPr/>
        </p:nvSpPr>
        <p:spPr>
          <a:xfrm>
            <a:off x="457200" y="1092200"/>
            <a:ext cx="8229600" cy="12700"/>
          </a:xfrm>
          <a:prstGeom prst="rect">
            <a:avLst/>
          </a:prstGeom>
          <a:solidFill>
            <a:srgbClr val="005041"/>
          </a:solidFill>
          <a:ln w="0">
            <a:noFill/>
          </a:ln>
        </p:spPr>
        <p:txBody>
          <a:bodyPr/>
          <a:lstStyle/>
          <a:p>
            <a:endParaRPr/>
          </a:p>
        </p:txBody>
      </p:sp>
      <p:sp>
        <p:nvSpPr>
          <p:cNvPr id="23" name="ResultBannerBg"/>
          <p:cNvSpPr/>
          <p:nvPr/>
        </p:nvSpPr>
        <p:spPr>
          <a:xfrm>
            <a:off x="457200" y="1290315"/>
            <a:ext cx="11054615" cy="431800"/>
          </a:xfrm>
          <a:prstGeom prst="rect">
            <a:avLst/>
          </a:prstGeom>
          <a:solidFill>
            <a:srgbClr val="005041"/>
          </a:solidFill>
          <a:ln w="0">
            <a:noFill/>
          </a:ln>
        </p:spPr>
        <p:txBody>
          <a:bodyPr/>
          <a:lstStyle/>
          <a:p>
            <a:endParaRPr/>
          </a:p>
        </p:txBody>
      </p:sp>
      <p:sp>
        <p:nvSpPr>
          <p:cNvPr id="24" name="ResultBannerText"/>
          <p:cNvSpPr/>
          <p:nvPr/>
        </p:nvSpPr>
        <p:spPr>
          <a:xfrm>
            <a:off x="571501" y="1290315"/>
            <a:ext cx="10748348" cy="431800"/>
          </a:xfrm>
          <a:prstGeom prst="rect">
            <a:avLst/>
          </a:prstGeom>
          <a:noFill/>
        </p:spPr>
        <p:txBody>
          <a:bodyPr anchor="ctr"/>
          <a:lstStyle/>
          <a:p>
            <a:pPr algn="l">
              <a:buNone/>
            </a:pPr>
            <a:r>
              <a:rPr lang="en-US" sz="1400" b="1">
                <a:solidFill>
                  <a:srgbClr val="FFFFFF"/>
                </a:solidFill>
                <a:latin typeface="Aptos SemiBold"/>
              </a:rPr>
              <a:t>✓ Version A vs. Version B: Version A outperforms on engagement and total outcomes — </a:t>
            </a:r>
            <a:r>
              <a:rPr lang="en-US" sz="1400" b="1">
                <a:solidFill>
                  <a:srgbClr val="FEF8E8"/>
                </a:solidFill>
                <a:latin typeface="Aptos SemiBold"/>
              </a:rPr>
              <a:t>Version A is the clear winner to date</a:t>
            </a:r>
            <a:r>
              <a:rPr lang="en-US" sz="1400" b="1">
                <a:solidFill>
                  <a:srgbClr val="FFFFFF"/>
                </a:solidFill>
                <a:latin typeface="Aptos SemiBold"/>
              </a:rPr>
              <a:t> (1.7x more calls · 2.1x more cases)</a:t>
            </a:r>
          </a:p>
        </p:txBody>
      </p:sp>
      <p:sp>
        <p:nvSpPr>
          <p:cNvPr id="30" name="V1CardBg"/>
          <p:cNvSpPr/>
          <p:nvPr/>
        </p:nvSpPr>
        <p:spPr>
          <a:xfrm>
            <a:off x="457200" y="1912601"/>
            <a:ext cx="5154328" cy="1948980"/>
          </a:xfrm>
          <a:prstGeom prst="rect">
            <a:avLst/>
          </a:prstGeom>
          <a:solidFill>
            <a:srgbClr val="F5F2EC"/>
          </a:solidFill>
          <a:ln w="0">
            <a:noFill/>
          </a:ln>
        </p:spPr>
        <p:txBody>
          <a:bodyPr/>
          <a:lstStyle/>
          <a:p>
            <a:endParaRPr/>
          </a:p>
        </p:txBody>
      </p:sp>
      <p:sp>
        <p:nvSpPr>
          <p:cNvPr id="31" name="V1HeaderBg"/>
          <p:cNvSpPr/>
          <p:nvPr/>
        </p:nvSpPr>
        <p:spPr>
          <a:xfrm>
            <a:off x="457200" y="1912601"/>
            <a:ext cx="5154328" cy="475000"/>
          </a:xfrm>
          <a:prstGeom prst="rect">
            <a:avLst/>
          </a:prstGeom>
          <a:solidFill>
            <a:srgbClr val="005041"/>
          </a:solidFill>
          <a:ln w="0">
            <a:noFill/>
          </a:ln>
        </p:spPr>
        <p:txBody>
          <a:bodyPr/>
          <a:lstStyle/>
          <a:p>
            <a:endParaRPr/>
          </a:p>
        </p:txBody>
      </p:sp>
      <p:sp>
        <p:nvSpPr>
          <p:cNvPr id="32" name="V1HeaderLabel"/>
          <p:cNvSpPr/>
          <p:nvPr/>
        </p:nvSpPr>
        <p:spPr>
          <a:xfrm>
            <a:off x="571500" y="1912601"/>
            <a:ext cx="4905569" cy="475000"/>
          </a:xfrm>
          <a:prstGeom prst="rect">
            <a:avLst/>
          </a:prstGeom>
          <a:noFill/>
        </p:spPr>
        <p:txBody>
          <a:bodyPr anchor="ctr"/>
          <a:lstStyle/>
          <a:p>
            <a:pPr algn="l">
              <a:buNone/>
            </a:pPr>
            <a:r>
              <a:rPr lang="en-US" sz="1300" b="1" cap="all">
                <a:solidFill>
                  <a:srgbClr val="FFFFFF"/>
                </a:solidFill>
                <a:latin typeface="Aptos SemiBold"/>
              </a:rPr>
              <a:t>Version A: Open immediately: Changes to your Oracle health coverage</a:t>
            </a:r>
          </a:p>
        </p:txBody>
      </p:sp>
      <p:sp>
        <p:nvSpPr>
          <p:cNvPr id="34" name="V1Content"/>
          <p:cNvSpPr/>
          <p:nvPr/>
        </p:nvSpPr>
        <p:spPr>
          <a:xfrm>
            <a:off x="571499" y="2533632"/>
            <a:ext cx="4770521" cy="1499200"/>
          </a:xfrm>
          <a:prstGeom prst="rect">
            <a:avLst/>
          </a:prstGeom>
          <a:noFill/>
        </p:spPr>
        <p:txBody>
          <a:bodyPr anchor="t"/>
          <a:lstStyle/>
          <a:p>
            <a:pPr marL="228600" indent="-228600">
              <a:buFont typeface="Arial"/>
              <a:buChar char="•"/>
            </a:pPr>
            <a:r>
              <a:rPr lang="en-US" sz="1400">
                <a:solidFill>
                  <a:srgbClr val="301E04"/>
                </a:solidFill>
                <a:latin typeface="Aptos"/>
              </a:rPr>
              <a:t>Members: 28,664 | Call rate: </a:t>
            </a:r>
            <a:r>
              <a:rPr lang="en-US" sz="1400" b="1">
                <a:solidFill>
                  <a:srgbClr val="005041"/>
                </a:solidFill>
                <a:latin typeface="Aptos SemiBold"/>
              </a:rPr>
              <a:t>0.58%</a:t>
            </a:r>
            <a:r>
              <a:rPr lang="en-US" sz="1400">
                <a:solidFill>
                  <a:srgbClr val="301E04"/>
                </a:solidFill>
                <a:latin typeface="Aptos"/>
              </a:rPr>
              <a:t> (167 calls)</a:t>
            </a:r>
          </a:p>
          <a:p>
            <a:pPr marL="228600" indent="-228600">
              <a:buFont typeface="Arial"/>
              <a:buChar char="•"/>
            </a:pPr>
            <a:r>
              <a:rPr lang="en-US" sz="1400">
                <a:solidFill>
                  <a:srgbClr val="301E04"/>
                </a:solidFill>
                <a:latin typeface="Aptos"/>
              </a:rPr>
              <a:t>Call-to-case: </a:t>
            </a:r>
            <a:r>
              <a:rPr lang="en-US" sz="1400" b="1">
                <a:solidFill>
                  <a:srgbClr val="005041"/>
                </a:solidFill>
                <a:latin typeface="Aptos SemiBold"/>
              </a:rPr>
              <a:t>21.56%</a:t>
            </a:r>
            <a:r>
              <a:rPr lang="en-US" sz="1400">
                <a:solidFill>
                  <a:srgbClr val="301E04"/>
                </a:solidFill>
                <a:latin typeface="Aptos"/>
              </a:rPr>
              <a:t> → 36 total cases (2.1x more than B)</a:t>
            </a:r>
          </a:p>
          <a:p>
            <a:pPr marL="228600" indent="-228600">
              <a:buFont typeface="Arial"/>
              <a:buChar char="•"/>
            </a:pPr>
            <a:r>
              <a:rPr lang="en-US" sz="1400">
                <a:solidFill>
                  <a:srgbClr val="301E04"/>
                </a:solidFill>
                <a:latin typeface="Aptos"/>
              </a:rPr>
              <a:t>Case-to-consult: 38.89% | Consult-to-procedure: 35.71%</a:t>
            </a:r>
          </a:p>
          <a:p>
            <a:pPr marL="228600" indent="-228600">
              <a:buFont typeface="Arial"/>
              <a:buChar char="•"/>
            </a:pPr>
            <a:r>
              <a:rPr lang="en-US" sz="1400" i="1">
                <a:solidFill>
                  <a:srgbClr val="8B7355"/>
                </a:solidFill>
                <a:latin typeface="Aptos"/>
              </a:rPr>
              <a:t>Downstream metrics still in progress</a:t>
            </a:r>
          </a:p>
        </p:txBody>
      </p:sp>
      <p:sp>
        <p:nvSpPr>
          <p:cNvPr id="40" name="V2CardBg"/>
          <p:cNvSpPr/>
          <p:nvPr/>
        </p:nvSpPr>
        <p:spPr>
          <a:xfrm>
            <a:off x="5813659" y="1907531"/>
            <a:ext cx="5698155" cy="1948980"/>
          </a:xfrm>
          <a:prstGeom prst="rect">
            <a:avLst/>
          </a:prstGeom>
          <a:solidFill>
            <a:srgbClr val="F5F2EC"/>
          </a:solidFill>
          <a:ln w="0">
            <a:noFill/>
          </a:ln>
        </p:spPr>
        <p:txBody>
          <a:bodyPr/>
          <a:lstStyle/>
          <a:p>
            <a:endParaRPr/>
          </a:p>
        </p:txBody>
      </p:sp>
      <p:sp>
        <p:nvSpPr>
          <p:cNvPr id="41" name="V2HeaderBg"/>
          <p:cNvSpPr/>
          <p:nvPr/>
        </p:nvSpPr>
        <p:spPr>
          <a:xfrm>
            <a:off x="5813659" y="1907530"/>
            <a:ext cx="5698155" cy="480071"/>
          </a:xfrm>
          <a:prstGeom prst="rect">
            <a:avLst/>
          </a:prstGeom>
          <a:solidFill>
            <a:srgbClr val="8B7355"/>
          </a:solidFill>
          <a:ln w="0">
            <a:noFill/>
          </a:ln>
        </p:spPr>
        <p:txBody>
          <a:bodyPr/>
          <a:lstStyle/>
          <a:p>
            <a:endParaRPr/>
          </a:p>
        </p:txBody>
      </p:sp>
      <p:sp>
        <p:nvSpPr>
          <p:cNvPr id="42" name="V2HeaderLabel"/>
          <p:cNvSpPr/>
          <p:nvPr/>
        </p:nvSpPr>
        <p:spPr>
          <a:xfrm>
            <a:off x="6009997" y="1907530"/>
            <a:ext cx="5388118" cy="480071"/>
          </a:xfrm>
          <a:prstGeom prst="rect">
            <a:avLst/>
          </a:prstGeom>
          <a:noFill/>
        </p:spPr>
        <p:txBody>
          <a:bodyPr anchor="ctr"/>
          <a:lstStyle/>
          <a:p>
            <a:pPr algn="l">
              <a:buNone/>
            </a:pPr>
            <a:r>
              <a:rPr lang="en-US" sz="1300" b="1" cap="all">
                <a:solidFill>
                  <a:srgbClr val="FFFFFF"/>
                </a:solidFill>
                <a:latin typeface="Aptos SemiBold"/>
              </a:rPr>
              <a:t>Version B: Network Card Enclosed – Activate Today</a:t>
            </a:r>
          </a:p>
        </p:txBody>
      </p:sp>
      <p:sp>
        <p:nvSpPr>
          <p:cNvPr id="44" name="V2Content"/>
          <p:cNvSpPr/>
          <p:nvPr/>
        </p:nvSpPr>
        <p:spPr>
          <a:xfrm>
            <a:off x="6047562" y="2471235"/>
            <a:ext cx="5388118" cy="1770970"/>
          </a:xfrm>
          <a:prstGeom prst="rect">
            <a:avLst/>
          </a:prstGeom>
          <a:noFill/>
        </p:spPr>
        <p:txBody>
          <a:bodyPr anchor="t"/>
          <a:lstStyle/>
          <a:p>
            <a:pPr marL="228600" indent="-228600">
              <a:buFont typeface="Arial"/>
              <a:buChar char="•"/>
            </a:pPr>
            <a:r>
              <a:rPr lang="en-US" sz="1400">
                <a:solidFill>
                  <a:srgbClr val="301E04"/>
                </a:solidFill>
                <a:latin typeface="Aptos"/>
              </a:rPr>
              <a:t>Members: 20,162 | Call rate: </a:t>
            </a:r>
            <a:r>
              <a:rPr lang="en-US" sz="1400" b="1">
                <a:solidFill>
                  <a:srgbClr val="8B7355"/>
                </a:solidFill>
                <a:latin typeface="Aptos SemiBold"/>
              </a:rPr>
              <a:t>0.34%</a:t>
            </a:r>
            <a:r>
              <a:rPr lang="en-US" sz="1400">
                <a:solidFill>
                  <a:srgbClr val="301E04"/>
                </a:solidFill>
                <a:latin typeface="Aptos"/>
              </a:rPr>
              <a:t> (68 calls)</a:t>
            </a:r>
          </a:p>
          <a:p>
            <a:pPr marL="228600" indent="-228600">
              <a:buFont typeface="Arial"/>
              <a:buChar char="•"/>
            </a:pPr>
            <a:r>
              <a:rPr lang="en-US" sz="1400">
                <a:solidFill>
                  <a:srgbClr val="301E04"/>
                </a:solidFill>
                <a:latin typeface="Aptos"/>
              </a:rPr>
              <a:t>Call-to-case: </a:t>
            </a:r>
            <a:r>
              <a:rPr lang="en-US" sz="1400" b="1">
                <a:solidFill>
                  <a:srgbClr val="8B7355"/>
                </a:solidFill>
                <a:latin typeface="Aptos SemiBold"/>
              </a:rPr>
              <a:t>25.00%</a:t>
            </a:r>
            <a:r>
              <a:rPr lang="en-US" sz="1400">
                <a:solidFill>
                  <a:srgbClr val="301E04"/>
                </a:solidFill>
                <a:latin typeface="Aptos"/>
              </a:rPr>
              <a:t> → 17 total cases</a:t>
            </a:r>
          </a:p>
          <a:p>
            <a:pPr marL="228600" indent="-228600">
              <a:buFont typeface="Arial"/>
              <a:buChar char="•"/>
            </a:pPr>
            <a:r>
              <a:rPr lang="en-US" sz="1400">
                <a:solidFill>
                  <a:srgbClr val="301E04"/>
                </a:solidFill>
                <a:latin typeface="Aptos"/>
              </a:rPr>
              <a:t>Case-to-consult: 47.06% | Consult-to-procedure: 50.00%</a:t>
            </a:r>
          </a:p>
          <a:p>
            <a:pPr marL="228600" indent="-228600">
              <a:buFont typeface="Arial"/>
              <a:buChar char="•"/>
            </a:pPr>
            <a:r>
              <a:rPr lang="en-US" sz="1400" i="1">
                <a:solidFill>
                  <a:srgbClr val="8B7355"/>
                </a:solidFill>
                <a:latin typeface="Aptos"/>
              </a:rPr>
              <a:t>Downstream metrics still in progress</a:t>
            </a:r>
          </a:p>
        </p:txBody>
      </p:sp>
      <p:sp>
        <p:nvSpPr>
          <p:cNvPr id="50" name="NotesBg"/>
          <p:cNvSpPr/>
          <p:nvPr/>
        </p:nvSpPr>
        <p:spPr>
          <a:xfrm>
            <a:off x="457200" y="4071142"/>
            <a:ext cx="11054614" cy="1220927"/>
          </a:xfrm>
          <a:prstGeom prst="rect">
            <a:avLst/>
          </a:prstGeom>
          <a:solidFill>
            <a:srgbClr val="EBE5D8"/>
          </a:solidFill>
          <a:ln w="0">
            <a:noFill/>
          </a:ln>
        </p:spPr>
        <p:txBody>
          <a:bodyPr/>
          <a:lstStyle/>
          <a:p>
            <a:endParaRPr/>
          </a:p>
        </p:txBody>
      </p:sp>
      <p:sp>
        <p:nvSpPr>
          <p:cNvPr id="51" name="NotesText"/>
          <p:cNvSpPr/>
          <p:nvPr/>
        </p:nvSpPr>
        <p:spPr>
          <a:xfrm>
            <a:off x="571499" y="4092607"/>
            <a:ext cx="10748347" cy="1199462"/>
          </a:xfrm>
          <a:prstGeom prst="rect">
            <a:avLst/>
          </a:prstGeom>
          <a:noFill/>
        </p:spPr>
        <p:txBody>
          <a:bodyPr anchor="t"/>
          <a:lstStyle/>
          <a:p>
            <a:pPr algn="l">
              <a:buNone/>
            </a:pPr>
            <a:r>
              <a:rPr lang="en-US" sz="1400" b="1">
                <a:solidFill>
                  <a:srgbClr val="301E04"/>
                </a:solidFill>
                <a:latin typeface="Aptos SemiBold"/>
              </a:rPr>
              <a:t>⚠ Important Note: </a:t>
            </a:r>
          </a:p>
          <a:p>
            <a:pPr marL="285750" indent="-285750" algn="l">
              <a:buFont typeface="Arial" panose="020B0604020202020204" pitchFamily="34" charset="0"/>
              <a:buChar char="•"/>
            </a:pPr>
            <a:r>
              <a:rPr lang="en-US" sz="1400">
                <a:solidFill>
                  <a:srgbClr val="301E04"/>
                </a:solidFill>
                <a:latin typeface="Aptos"/>
              </a:rPr>
              <a:t>Downstream metrics are still in progress. Consults and procedures from the 30-day window may not yet be complete. </a:t>
            </a:r>
          </a:p>
          <a:p>
            <a:pPr marL="285750" indent="-285750" algn="l">
              <a:buFont typeface="Arial" panose="020B0604020202020204" pitchFamily="34" charset="0"/>
              <a:buChar char="•"/>
            </a:pPr>
            <a:r>
              <a:rPr lang="en-US" sz="1400">
                <a:solidFill>
                  <a:srgbClr val="301E04"/>
                </a:solidFill>
                <a:latin typeface="Aptos"/>
              </a:rPr>
              <a:t>Revisit in a few weeks to confirm if Version B’s higher conversion rates close the gap.</a:t>
            </a:r>
            <a:endParaRPr lang="en-US" sz="1400"/>
          </a:p>
          <a:p>
            <a:pPr algn="l">
              <a:buNone/>
            </a:pPr>
            <a:r>
              <a:rPr lang="en-US" sz="1400" b="1">
                <a:solidFill>
                  <a:srgbClr val="301E04"/>
                </a:solidFill>
                <a:latin typeface="Aptos SemiBold"/>
              </a:rPr>
              <a:t>Bottom Line: </a:t>
            </a:r>
            <a:r>
              <a:rPr lang="en-US" sz="1400" b="1">
                <a:solidFill>
                  <a:srgbClr val="005041"/>
                </a:solidFill>
                <a:latin typeface="Aptos SemiBold"/>
              </a:rPr>
              <a:t>Version A is the clear winner to date.</a:t>
            </a:r>
            <a:r>
              <a:rPr lang="en-US" sz="1400">
                <a:solidFill>
                  <a:srgbClr val="301E04"/>
                </a:solidFill>
                <a:latin typeface="Aptos"/>
              </a:rPr>
              <a:t> </a:t>
            </a:r>
          </a:p>
          <a:p>
            <a:pPr marL="285750" indent="-285750" algn="l">
              <a:buFont typeface="Arial" panose="020B0604020202020204" pitchFamily="34" charset="0"/>
              <a:buChar char="•"/>
            </a:pPr>
            <a:r>
              <a:rPr lang="en-US" sz="1400">
                <a:solidFill>
                  <a:srgbClr val="301E04"/>
                </a:solidFill>
                <a:latin typeface="Aptos"/>
              </a:rPr>
              <a:t>It drove significantly more engagement and actionable outcomes from the test population.</a:t>
            </a:r>
          </a:p>
        </p:txBody>
      </p:sp>
      <p:graphicFrame>
        <p:nvGraphicFramePr>
          <p:cNvPr id="2" name="Table 1">
            <a:extLst>
              <a:ext uri="{FF2B5EF4-FFF2-40B4-BE49-F238E27FC236}">
                <a16:creationId xmlns:a16="http://schemas.microsoft.com/office/drawing/2014/main" id="{744FAA23-58C7-2ED1-8061-992E55AA88E9}"/>
              </a:ext>
            </a:extLst>
          </p:cNvPr>
          <p:cNvGraphicFramePr>
            <a:graphicFrameLocks noGrp="1"/>
          </p:cNvGraphicFramePr>
          <p:nvPr>
            <p:extLst>
              <p:ext uri="{D42A27DB-BD31-4B8C-83A1-F6EECF244321}">
                <p14:modId xmlns:p14="http://schemas.microsoft.com/office/powerpoint/2010/main" val="3411080820"/>
              </p:ext>
            </p:extLst>
          </p:nvPr>
        </p:nvGraphicFramePr>
        <p:xfrm>
          <a:off x="863210" y="7115330"/>
          <a:ext cx="9499600" cy="709930"/>
        </p:xfrm>
        <a:graphic>
          <a:graphicData uri="http://schemas.openxmlformats.org/drawingml/2006/table">
            <a:tbl>
              <a:tblPr/>
              <a:tblGrid>
                <a:gridCol w="609600">
                  <a:extLst>
                    <a:ext uri="{9D8B030D-6E8A-4147-A177-3AD203B41FA5}">
                      <a16:colId xmlns:a16="http://schemas.microsoft.com/office/drawing/2014/main" val="3208260677"/>
                    </a:ext>
                  </a:extLst>
                </a:gridCol>
                <a:gridCol w="914400">
                  <a:extLst>
                    <a:ext uri="{9D8B030D-6E8A-4147-A177-3AD203B41FA5}">
                      <a16:colId xmlns:a16="http://schemas.microsoft.com/office/drawing/2014/main" val="2883718520"/>
                    </a:ext>
                  </a:extLst>
                </a:gridCol>
                <a:gridCol w="1066800">
                  <a:extLst>
                    <a:ext uri="{9D8B030D-6E8A-4147-A177-3AD203B41FA5}">
                      <a16:colId xmlns:a16="http://schemas.microsoft.com/office/drawing/2014/main" val="1635581852"/>
                    </a:ext>
                  </a:extLst>
                </a:gridCol>
                <a:gridCol w="609600">
                  <a:extLst>
                    <a:ext uri="{9D8B030D-6E8A-4147-A177-3AD203B41FA5}">
                      <a16:colId xmlns:a16="http://schemas.microsoft.com/office/drawing/2014/main" val="1907908094"/>
                    </a:ext>
                  </a:extLst>
                </a:gridCol>
                <a:gridCol w="609600">
                  <a:extLst>
                    <a:ext uri="{9D8B030D-6E8A-4147-A177-3AD203B41FA5}">
                      <a16:colId xmlns:a16="http://schemas.microsoft.com/office/drawing/2014/main" val="3035614173"/>
                    </a:ext>
                  </a:extLst>
                </a:gridCol>
                <a:gridCol w="609600">
                  <a:extLst>
                    <a:ext uri="{9D8B030D-6E8A-4147-A177-3AD203B41FA5}">
                      <a16:colId xmlns:a16="http://schemas.microsoft.com/office/drawing/2014/main" val="472357141"/>
                    </a:ext>
                  </a:extLst>
                </a:gridCol>
                <a:gridCol w="609600">
                  <a:extLst>
                    <a:ext uri="{9D8B030D-6E8A-4147-A177-3AD203B41FA5}">
                      <a16:colId xmlns:a16="http://schemas.microsoft.com/office/drawing/2014/main" val="3817460546"/>
                    </a:ext>
                  </a:extLst>
                </a:gridCol>
                <a:gridCol w="546100">
                  <a:extLst>
                    <a:ext uri="{9D8B030D-6E8A-4147-A177-3AD203B41FA5}">
                      <a16:colId xmlns:a16="http://schemas.microsoft.com/office/drawing/2014/main" val="3549190100"/>
                    </a:ext>
                  </a:extLst>
                </a:gridCol>
                <a:gridCol w="1054100">
                  <a:extLst>
                    <a:ext uri="{9D8B030D-6E8A-4147-A177-3AD203B41FA5}">
                      <a16:colId xmlns:a16="http://schemas.microsoft.com/office/drawing/2014/main" val="2938704879"/>
                    </a:ext>
                  </a:extLst>
                </a:gridCol>
                <a:gridCol w="1282700">
                  <a:extLst>
                    <a:ext uri="{9D8B030D-6E8A-4147-A177-3AD203B41FA5}">
                      <a16:colId xmlns:a16="http://schemas.microsoft.com/office/drawing/2014/main" val="3018031764"/>
                    </a:ext>
                  </a:extLst>
                </a:gridCol>
                <a:gridCol w="1587500">
                  <a:extLst>
                    <a:ext uri="{9D8B030D-6E8A-4147-A177-3AD203B41FA5}">
                      <a16:colId xmlns:a16="http://schemas.microsoft.com/office/drawing/2014/main" val="328335098"/>
                    </a:ext>
                  </a:extLst>
                </a:gridCol>
              </a:tblGrid>
              <a:tr h="184150">
                <a:tc>
                  <a:txBody>
                    <a:bodyPr/>
                    <a:lstStyle/>
                    <a:p>
                      <a:pPr algn="l" fontAlgn="b">
                        <a:buNone/>
                      </a:pPr>
                      <a:r>
                        <a:rPr lang="en-US" sz="1100" b="1" i="0" u="none" strike="noStrike">
                          <a:solidFill>
                            <a:srgbClr val="FFFFFF"/>
                          </a:solidFill>
                          <a:effectLst/>
                          <a:latin typeface="Aptos Narrow" panose="020B0004020202020204" pitchFamily="34" charset="0"/>
                        </a:rPr>
                        <a:t>variant</a:t>
                      </a:r>
                    </a:p>
                  </a:txBody>
                  <a:tcPr marL="6350" marR="6350" marT="6350" marB="0" anchor="b">
                    <a:lnL>
                      <a:noFill/>
                    </a:lnL>
                    <a:lnR>
                      <a:noFill/>
                    </a:lnR>
                    <a:lnT>
                      <a:noFill/>
                    </a:lnT>
                    <a:lnB>
                      <a:noFill/>
                    </a:lnB>
                    <a:solidFill>
                      <a:srgbClr val="005042"/>
                    </a:solidFill>
                  </a:tcPr>
                </a:tc>
                <a:tc>
                  <a:txBody>
                    <a:bodyPr/>
                    <a:lstStyle/>
                    <a:p>
                      <a:pPr algn="l" fontAlgn="b">
                        <a:buNone/>
                      </a:pPr>
                      <a:r>
                        <a:rPr lang="en-US" sz="1100" b="1" i="0" u="none" strike="noStrike">
                          <a:solidFill>
                            <a:srgbClr val="FFFFFF"/>
                          </a:solidFill>
                          <a:effectLst/>
                          <a:latin typeface="Aptos Narrow" panose="020B0004020202020204" pitchFamily="34" charset="0"/>
                        </a:rPr>
                        <a:t>total_members</a:t>
                      </a:r>
                    </a:p>
                  </a:txBody>
                  <a:tcPr marL="6350" marR="6350" marT="6350" marB="0" anchor="b">
                    <a:lnL>
                      <a:noFill/>
                    </a:lnL>
                    <a:lnR>
                      <a:noFill/>
                    </a:lnR>
                    <a:lnT>
                      <a:noFill/>
                    </a:lnT>
                    <a:lnB>
                      <a:noFill/>
                    </a:lnB>
                    <a:solidFill>
                      <a:srgbClr val="005042"/>
                    </a:solidFill>
                  </a:tcPr>
                </a:tc>
                <a:tc>
                  <a:txBody>
                    <a:bodyPr/>
                    <a:lstStyle/>
                    <a:p>
                      <a:pPr algn="l" fontAlgn="b">
                        <a:buNone/>
                      </a:pPr>
                      <a:r>
                        <a:rPr lang="en-US" sz="1100" b="1" i="0" u="none" strike="noStrike">
                          <a:solidFill>
                            <a:srgbClr val="FFFFFF"/>
                          </a:solidFill>
                          <a:effectLst/>
                          <a:latin typeface="Aptos Narrow" panose="020B0004020202020204" pitchFamily="34" charset="0"/>
                        </a:rPr>
                        <a:t>total_activities</a:t>
                      </a:r>
                    </a:p>
                  </a:txBody>
                  <a:tcPr marL="6350" marR="6350" marT="6350" marB="0" anchor="b">
                    <a:lnL>
                      <a:noFill/>
                    </a:lnL>
                    <a:lnR>
                      <a:noFill/>
                    </a:lnR>
                    <a:lnT>
                      <a:noFill/>
                    </a:lnT>
                    <a:lnB>
                      <a:noFill/>
                    </a:lnB>
                    <a:solidFill>
                      <a:srgbClr val="005042"/>
                    </a:solidFill>
                  </a:tcPr>
                </a:tc>
                <a:tc>
                  <a:txBody>
                    <a:bodyPr/>
                    <a:lstStyle/>
                    <a:p>
                      <a:pPr algn="l" fontAlgn="b">
                        <a:buNone/>
                      </a:pPr>
                      <a:r>
                        <a:rPr lang="en-US" sz="1100" b="1" i="0" u="none" strike="noStrike">
                          <a:solidFill>
                            <a:srgbClr val="FFFFFF"/>
                          </a:solidFill>
                          <a:effectLst/>
                          <a:latin typeface="Aptos Narrow" panose="020B0004020202020204" pitchFamily="34" charset="0"/>
                        </a:rPr>
                        <a:t>calls</a:t>
                      </a:r>
                    </a:p>
                  </a:txBody>
                  <a:tcPr marL="6350" marR="6350" marT="6350" marB="0" anchor="b">
                    <a:lnL>
                      <a:noFill/>
                    </a:lnL>
                    <a:lnR>
                      <a:noFill/>
                    </a:lnR>
                    <a:lnT>
                      <a:noFill/>
                    </a:lnT>
                    <a:lnB>
                      <a:noFill/>
                    </a:lnB>
                    <a:solidFill>
                      <a:srgbClr val="005042"/>
                    </a:solidFill>
                  </a:tcPr>
                </a:tc>
                <a:tc>
                  <a:txBody>
                    <a:bodyPr/>
                    <a:lstStyle/>
                    <a:p>
                      <a:pPr algn="l" fontAlgn="b">
                        <a:buNone/>
                      </a:pPr>
                      <a:r>
                        <a:rPr lang="en-US" sz="1100" b="1" i="0" u="none" strike="noStrike">
                          <a:solidFill>
                            <a:srgbClr val="FFFFFF"/>
                          </a:solidFill>
                          <a:effectLst/>
                          <a:latin typeface="Aptos Narrow" panose="020B0004020202020204" pitchFamily="34" charset="0"/>
                        </a:rPr>
                        <a:t>cases</a:t>
                      </a:r>
                    </a:p>
                  </a:txBody>
                  <a:tcPr marL="6350" marR="6350" marT="6350" marB="0" anchor="b">
                    <a:lnL>
                      <a:noFill/>
                    </a:lnL>
                    <a:lnR>
                      <a:noFill/>
                    </a:lnR>
                    <a:lnT>
                      <a:noFill/>
                    </a:lnT>
                    <a:lnB>
                      <a:noFill/>
                    </a:lnB>
                    <a:solidFill>
                      <a:srgbClr val="005042"/>
                    </a:solidFill>
                  </a:tcPr>
                </a:tc>
                <a:tc>
                  <a:txBody>
                    <a:bodyPr/>
                    <a:lstStyle/>
                    <a:p>
                      <a:pPr algn="l" fontAlgn="b">
                        <a:buNone/>
                      </a:pPr>
                      <a:r>
                        <a:rPr lang="en-US" sz="1100" b="1" i="0" u="none" strike="noStrike">
                          <a:solidFill>
                            <a:srgbClr val="FFFFFF"/>
                          </a:solidFill>
                          <a:effectLst/>
                          <a:latin typeface="Aptos Narrow" panose="020B0004020202020204" pitchFamily="34" charset="0"/>
                        </a:rPr>
                        <a:t>consults</a:t>
                      </a:r>
                    </a:p>
                  </a:txBody>
                  <a:tcPr marL="6350" marR="6350" marT="6350" marB="0" anchor="b">
                    <a:lnL>
                      <a:noFill/>
                    </a:lnL>
                    <a:lnR>
                      <a:noFill/>
                    </a:lnR>
                    <a:lnT>
                      <a:noFill/>
                    </a:lnT>
                    <a:lnB>
                      <a:noFill/>
                    </a:lnB>
                    <a:solidFill>
                      <a:srgbClr val="005042"/>
                    </a:solidFill>
                  </a:tcPr>
                </a:tc>
                <a:tc>
                  <a:txBody>
                    <a:bodyPr/>
                    <a:lstStyle/>
                    <a:p>
                      <a:pPr algn="l" fontAlgn="b">
                        <a:buNone/>
                      </a:pPr>
                      <a:r>
                        <a:rPr lang="en-US" sz="1100" b="1" i="0" u="none" strike="noStrike">
                          <a:solidFill>
                            <a:srgbClr val="FFFFFF"/>
                          </a:solidFill>
                          <a:effectLst/>
                          <a:latin typeface="Aptos Narrow" panose="020B0004020202020204" pitchFamily="34" charset="0"/>
                        </a:rPr>
                        <a:t>procedures</a:t>
                      </a:r>
                    </a:p>
                  </a:txBody>
                  <a:tcPr marL="6350" marR="6350" marT="6350" marB="0" anchor="b">
                    <a:lnL>
                      <a:noFill/>
                    </a:lnL>
                    <a:lnR>
                      <a:noFill/>
                    </a:lnR>
                    <a:lnT>
                      <a:noFill/>
                    </a:lnT>
                    <a:lnB>
                      <a:noFill/>
                    </a:lnB>
                    <a:solidFill>
                      <a:srgbClr val="005042"/>
                    </a:solidFill>
                  </a:tcPr>
                </a:tc>
                <a:tc>
                  <a:txBody>
                    <a:bodyPr/>
                    <a:lstStyle/>
                    <a:p>
                      <a:pPr algn="l" fontAlgn="b">
                        <a:buNone/>
                      </a:pPr>
                      <a:r>
                        <a:rPr lang="en-US" sz="1100" b="1" i="0" u="none" strike="noStrike">
                          <a:solidFill>
                            <a:srgbClr val="FFFFFF"/>
                          </a:solidFill>
                          <a:effectLst/>
                          <a:latin typeface="Aptos Narrow" panose="020B0004020202020204" pitchFamily="34" charset="0"/>
                        </a:rPr>
                        <a:t>call_rate</a:t>
                      </a:r>
                    </a:p>
                  </a:txBody>
                  <a:tcPr marL="6350" marR="6350" marT="6350" marB="0" anchor="b">
                    <a:lnL>
                      <a:noFill/>
                    </a:lnL>
                    <a:lnR>
                      <a:noFill/>
                    </a:lnR>
                    <a:lnT>
                      <a:noFill/>
                    </a:lnT>
                    <a:lnB>
                      <a:noFill/>
                    </a:lnB>
                    <a:solidFill>
                      <a:srgbClr val="005042"/>
                    </a:solidFill>
                  </a:tcPr>
                </a:tc>
                <a:tc>
                  <a:txBody>
                    <a:bodyPr/>
                    <a:lstStyle/>
                    <a:p>
                      <a:pPr algn="l" fontAlgn="b">
                        <a:buNone/>
                      </a:pPr>
                      <a:r>
                        <a:rPr lang="en-US" sz="1100" b="1" i="0" u="none" strike="noStrike">
                          <a:solidFill>
                            <a:srgbClr val="FFFFFF"/>
                          </a:solidFill>
                          <a:effectLst/>
                          <a:latin typeface="Aptos Narrow" panose="020B0004020202020204" pitchFamily="34" charset="0"/>
                        </a:rPr>
                        <a:t>call_to_case_rate</a:t>
                      </a:r>
                    </a:p>
                  </a:txBody>
                  <a:tcPr marL="6350" marR="6350" marT="6350" marB="0" anchor="b">
                    <a:lnL>
                      <a:noFill/>
                    </a:lnL>
                    <a:lnR>
                      <a:noFill/>
                    </a:lnR>
                    <a:lnT>
                      <a:noFill/>
                    </a:lnT>
                    <a:lnB>
                      <a:noFill/>
                    </a:lnB>
                    <a:solidFill>
                      <a:srgbClr val="005042"/>
                    </a:solidFill>
                  </a:tcPr>
                </a:tc>
                <a:tc>
                  <a:txBody>
                    <a:bodyPr/>
                    <a:lstStyle/>
                    <a:p>
                      <a:pPr algn="l" fontAlgn="b">
                        <a:buNone/>
                      </a:pPr>
                      <a:r>
                        <a:rPr lang="en-US" sz="1100" b="1" i="0" u="none" strike="noStrike">
                          <a:solidFill>
                            <a:srgbClr val="FFFFFF"/>
                          </a:solidFill>
                          <a:effectLst/>
                          <a:latin typeface="Aptos Narrow" panose="020B0004020202020204" pitchFamily="34" charset="0"/>
                        </a:rPr>
                        <a:t>case_to_consult_rate</a:t>
                      </a:r>
                    </a:p>
                  </a:txBody>
                  <a:tcPr marL="6350" marR="6350" marT="6350" marB="0" anchor="b">
                    <a:lnL>
                      <a:noFill/>
                    </a:lnL>
                    <a:lnR>
                      <a:noFill/>
                    </a:lnR>
                    <a:lnT>
                      <a:noFill/>
                    </a:lnT>
                    <a:lnB>
                      <a:noFill/>
                    </a:lnB>
                    <a:solidFill>
                      <a:srgbClr val="005042"/>
                    </a:solidFill>
                  </a:tcPr>
                </a:tc>
                <a:tc>
                  <a:txBody>
                    <a:bodyPr/>
                    <a:lstStyle/>
                    <a:p>
                      <a:pPr algn="l" fontAlgn="b">
                        <a:buNone/>
                      </a:pPr>
                      <a:r>
                        <a:rPr lang="en-US" sz="1100" b="1" i="0" u="none" strike="noStrike">
                          <a:solidFill>
                            <a:srgbClr val="FFFFFF"/>
                          </a:solidFill>
                          <a:effectLst/>
                          <a:latin typeface="Aptos Narrow" panose="020B0004020202020204" pitchFamily="34" charset="0"/>
                        </a:rPr>
                        <a:t>consult_to_procedure_rate</a:t>
                      </a:r>
                    </a:p>
                  </a:txBody>
                  <a:tcPr marL="6350" marR="6350" marT="6350" marB="0" anchor="b">
                    <a:lnL>
                      <a:noFill/>
                    </a:lnL>
                    <a:lnR>
                      <a:noFill/>
                    </a:lnR>
                    <a:lnT>
                      <a:noFill/>
                    </a:lnT>
                    <a:lnB>
                      <a:noFill/>
                    </a:lnB>
                    <a:solidFill>
                      <a:srgbClr val="005042"/>
                    </a:solidFill>
                  </a:tcPr>
                </a:tc>
                <a:extLst>
                  <a:ext uri="{0D108BD9-81ED-4DB2-BD59-A6C34878D82A}">
                    <a16:rowId xmlns:a16="http://schemas.microsoft.com/office/drawing/2014/main" val="1761257337"/>
                  </a:ext>
                </a:extLst>
              </a:tr>
              <a:tr h="184150">
                <a:tc>
                  <a:txBody>
                    <a:bodyPr/>
                    <a:lstStyle/>
                    <a:p>
                      <a:pPr algn="l" fontAlgn="b">
                        <a:buNone/>
                      </a:pPr>
                      <a:r>
                        <a:rPr lang="en-US" sz="1100" b="0" i="0" u="none" strike="noStrike">
                          <a:solidFill>
                            <a:srgbClr val="FFFFFF"/>
                          </a:solidFill>
                          <a:effectLst/>
                          <a:latin typeface="Aptos Narrow" panose="020B0004020202020204" pitchFamily="34" charset="0"/>
                        </a:rPr>
                        <a:t>Version A</a:t>
                      </a:r>
                    </a:p>
                  </a:txBody>
                  <a:tcPr marL="6350" marR="6350" marT="6350" marB="0" anchor="b">
                    <a:lnL>
                      <a:noFill/>
                    </a:lnL>
                    <a:lnR>
                      <a:noFill/>
                    </a:lnR>
                    <a:lnT>
                      <a:noFill/>
                    </a:lnT>
                    <a:lnB>
                      <a:noFill/>
                    </a:lnB>
                    <a:solidFill>
                      <a:srgbClr val="005042"/>
                    </a:solidFill>
                  </a:tcPr>
                </a:tc>
                <a:tc>
                  <a:txBody>
                    <a:bodyPr/>
                    <a:lstStyle/>
                    <a:p>
                      <a:pPr algn="r" fontAlgn="b">
                        <a:buNone/>
                      </a:pPr>
                      <a:r>
                        <a:rPr lang="en-US" sz="1100" b="0" i="0" u="none" strike="noStrike">
                          <a:solidFill>
                            <a:srgbClr val="000000"/>
                          </a:solidFill>
                          <a:effectLst/>
                          <a:latin typeface="Aptos Narrow" panose="020B0004020202020204" pitchFamily="34" charset="0"/>
                        </a:rPr>
                        <a:t>28664</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169</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167</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36</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14</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5</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0.58%</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21.56%</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38.89%</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35.71%</a:t>
                      </a:r>
                    </a:p>
                  </a:txBody>
                  <a:tcPr marL="6350" marR="6350" marT="6350" marB="0" anchor="b">
                    <a:lnL>
                      <a:noFill/>
                    </a:lnL>
                    <a:lnR>
                      <a:noFill/>
                    </a:lnR>
                    <a:lnT>
                      <a:noFill/>
                    </a:lnT>
                    <a:lnB>
                      <a:noFill/>
                    </a:lnB>
                    <a:noFill/>
                  </a:tcPr>
                </a:tc>
                <a:extLst>
                  <a:ext uri="{0D108BD9-81ED-4DB2-BD59-A6C34878D82A}">
                    <a16:rowId xmlns:a16="http://schemas.microsoft.com/office/drawing/2014/main" val="3150781265"/>
                  </a:ext>
                </a:extLst>
              </a:tr>
              <a:tr h="184150">
                <a:tc>
                  <a:txBody>
                    <a:bodyPr/>
                    <a:lstStyle/>
                    <a:p>
                      <a:pPr algn="l" fontAlgn="b">
                        <a:buNone/>
                      </a:pPr>
                      <a:r>
                        <a:rPr lang="en-US" sz="1100" b="0" i="0" u="none" strike="noStrike">
                          <a:solidFill>
                            <a:srgbClr val="FFFFFF"/>
                          </a:solidFill>
                          <a:effectLst/>
                          <a:latin typeface="Aptos Narrow" panose="020B0004020202020204" pitchFamily="34" charset="0"/>
                        </a:rPr>
                        <a:t>Version B</a:t>
                      </a:r>
                    </a:p>
                  </a:txBody>
                  <a:tcPr marL="6350" marR="6350" marT="6350" marB="0" anchor="b">
                    <a:lnL>
                      <a:noFill/>
                    </a:lnL>
                    <a:lnR>
                      <a:noFill/>
                    </a:lnR>
                    <a:lnT>
                      <a:noFill/>
                    </a:lnT>
                    <a:lnB>
                      <a:noFill/>
                    </a:lnB>
                    <a:solidFill>
                      <a:srgbClr val="005042"/>
                    </a:solidFill>
                  </a:tcPr>
                </a:tc>
                <a:tc>
                  <a:txBody>
                    <a:bodyPr/>
                    <a:lstStyle/>
                    <a:p>
                      <a:pPr algn="r" fontAlgn="b">
                        <a:buNone/>
                      </a:pPr>
                      <a:r>
                        <a:rPr lang="en-US" sz="1100" b="0" i="0" u="none" strike="noStrike">
                          <a:solidFill>
                            <a:srgbClr val="000000"/>
                          </a:solidFill>
                          <a:effectLst/>
                          <a:latin typeface="Aptos Narrow" panose="020B0004020202020204" pitchFamily="34" charset="0"/>
                        </a:rPr>
                        <a:t>20162</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68</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68</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17</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8</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4</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0.34%</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25.00%</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47.06%</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50.00%</a:t>
                      </a:r>
                    </a:p>
                  </a:txBody>
                  <a:tcPr marL="6350" marR="6350" marT="6350" marB="0" anchor="b">
                    <a:lnL>
                      <a:noFill/>
                    </a:lnL>
                    <a:lnR>
                      <a:noFill/>
                    </a:lnR>
                    <a:lnT>
                      <a:noFill/>
                    </a:lnT>
                    <a:lnB>
                      <a:noFill/>
                    </a:lnB>
                    <a:noFill/>
                  </a:tcPr>
                </a:tc>
                <a:extLst>
                  <a:ext uri="{0D108BD9-81ED-4DB2-BD59-A6C34878D82A}">
                    <a16:rowId xmlns:a16="http://schemas.microsoft.com/office/drawing/2014/main" val="1165902670"/>
                  </a:ext>
                </a:extLst>
              </a:tr>
            </a:tbl>
          </a:graphicData>
        </a:graphic>
      </p:graphicFrame>
      <p:graphicFrame>
        <p:nvGraphicFramePr>
          <p:cNvPr id="4" name="Table 3">
            <a:extLst>
              <a:ext uri="{FF2B5EF4-FFF2-40B4-BE49-F238E27FC236}">
                <a16:creationId xmlns:a16="http://schemas.microsoft.com/office/drawing/2014/main" id="{066B1551-4800-6098-C0F5-8AEB19284279}"/>
              </a:ext>
            </a:extLst>
          </p:cNvPr>
          <p:cNvGraphicFramePr>
            <a:graphicFrameLocks noGrp="1"/>
          </p:cNvGraphicFramePr>
          <p:nvPr>
            <p:extLst>
              <p:ext uri="{D42A27DB-BD31-4B8C-83A1-F6EECF244321}">
                <p14:modId xmlns:p14="http://schemas.microsoft.com/office/powerpoint/2010/main" val="908834905"/>
              </p:ext>
            </p:extLst>
          </p:nvPr>
        </p:nvGraphicFramePr>
        <p:xfrm>
          <a:off x="457200" y="5449493"/>
          <a:ext cx="11054613" cy="552450"/>
        </p:xfrm>
        <a:graphic>
          <a:graphicData uri="http://schemas.openxmlformats.org/drawingml/2006/table">
            <a:tbl>
              <a:tblPr/>
              <a:tblGrid>
                <a:gridCol w="709387">
                  <a:extLst>
                    <a:ext uri="{9D8B030D-6E8A-4147-A177-3AD203B41FA5}">
                      <a16:colId xmlns:a16="http://schemas.microsoft.com/office/drawing/2014/main" val="1207195129"/>
                    </a:ext>
                  </a:extLst>
                </a:gridCol>
                <a:gridCol w="1064080">
                  <a:extLst>
                    <a:ext uri="{9D8B030D-6E8A-4147-A177-3AD203B41FA5}">
                      <a16:colId xmlns:a16="http://schemas.microsoft.com/office/drawing/2014/main" val="1237226028"/>
                    </a:ext>
                  </a:extLst>
                </a:gridCol>
                <a:gridCol w="1241427">
                  <a:extLst>
                    <a:ext uri="{9D8B030D-6E8A-4147-A177-3AD203B41FA5}">
                      <a16:colId xmlns:a16="http://schemas.microsoft.com/office/drawing/2014/main" val="1182902127"/>
                    </a:ext>
                  </a:extLst>
                </a:gridCol>
                <a:gridCol w="709387">
                  <a:extLst>
                    <a:ext uri="{9D8B030D-6E8A-4147-A177-3AD203B41FA5}">
                      <a16:colId xmlns:a16="http://schemas.microsoft.com/office/drawing/2014/main" val="418925951"/>
                    </a:ext>
                  </a:extLst>
                </a:gridCol>
                <a:gridCol w="709387">
                  <a:extLst>
                    <a:ext uri="{9D8B030D-6E8A-4147-A177-3AD203B41FA5}">
                      <a16:colId xmlns:a16="http://schemas.microsoft.com/office/drawing/2014/main" val="1777009029"/>
                    </a:ext>
                  </a:extLst>
                </a:gridCol>
                <a:gridCol w="709387">
                  <a:extLst>
                    <a:ext uri="{9D8B030D-6E8A-4147-A177-3AD203B41FA5}">
                      <a16:colId xmlns:a16="http://schemas.microsoft.com/office/drawing/2014/main" val="2816819675"/>
                    </a:ext>
                  </a:extLst>
                </a:gridCol>
                <a:gridCol w="709387">
                  <a:extLst>
                    <a:ext uri="{9D8B030D-6E8A-4147-A177-3AD203B41FA5}">
                      <a16:colId xmlns:a16="http://schemas.microsoft.com/office/drawing/2014/main" val="691860040"/>
                    </a:ext>
                  </a:extLst>
                </a:gridCol>
                <a:gridCol w="635493">
                  <a:extLst>
                    <a:ext uri="{9D8B030D-6E8A-4147-A177-3AD203B41FA5}">
                      <a16:colId xmlns:a16="http://schemas.microsoft.com/office/drawing/2014/main" val="137794468"/>
                    </a:ext>
                  </a:extLst>
                </a:gridCol>
                <a:gridCol w="1226648">
                  <a:extLst>
                    <a:ext uri="{9D8B030D-6E8A-4147-A177-3AD203B41FA5}">
                      <a16:colId xmlns:a16="http://schemas.microsoft.com/office/drawing/2014/main" val="421683762"/>
                    </a:ext>
                  </a:extLst>
                </a:gridCol>
                <a:gridCol w="1492668">
                  <a:extLst>
                    <a:ext uri="{9D8B030D-6E8A-4147-A177-3AD203B41FA5}">
                      <a16:colId xmlns:a16="http://schemas.microsoft.com/office/drawing/2014/main" val="18498836"/>
                    </a:ext>
                  </a:extLst>
                </a:gridCol>
                <a:gridCol w="1847362">
                  <a:extLst>
                    <a:ext uri="{9D8B030D-6E8A-4147-A177-3AD203B41FA5}">
                      <a16:colId xmlns:a16="http://schemas.microsoft.com/office/drawing/2014/main" val="442973968"/>
                    </a:ext>
                  </a:extLst>
                </a:gridCol>
              </a:tblGrid>
              <a:tr h="184150">
                <a:tc>
                  <a:txBody>
                    <a:bodyPr/>
                    <a:lstStyle/>
                    <a:p>
                      <a:pPr algn="l" fontAlgn="b">
                        <a:buNone/>
                      </a:pPr>
                      <a:r>
                        <a:rPr lang="en-US" sz="1100" b="1" i="0" u="none" strike="noStrike">
                          <a:solidFill>
                            <a:srgbClr val="FFFFFF"/>
                          </a:solidFill>
                          <a:effectLst/>
                          <a:latin typeface="Aptos Narrow" panose="020B0004020202020204" pitchFamily="34" charset="0"/>
                        </a:rPr>
                        <a:t>Variant</a:t>
                      </a:r>
                    </a:p>
                  </a:txBody>
                  <a:tcPr marL="6350" marR="6350" marT="6350" marB="0" anchor="b">
                    <a:lnL>
                      <a:noFill/>
                    </a:lnL>
                    <a:lnR>
                      <a:noFill/>
                    </a:lnR>
                    <a:lnT>
                      <a:noFill/>
                    </a:lnT>
                    <a:lnB>
                      <a:noFill/>
                    </a:lnB>
                    <a:solidFill>
                      <a:srgbClr val="005042"/>
                    </a:solidFill>
                  </a:tcPr>
                </a:tc>
                <a:tc>
                  <a:txBody>
                    <a:bodyPr/>
                    <a:lstStyle/>
                    <a:p>
                      <a:pPr algn="l" fontAlgn="b">
                        <a:buNone/>
                      </a:pPr>
                      <a:r>
                        <a:rPr lang="en-US" sz="1100" b="1" i="0" u="none" strike="noStrike">
                          <a:solidFill>
                            <a:srgbClr val="FFFFFF"/>
                          </a:solidFill>
                          <a:effectLst/>
                          <a:latin typeface="Aptos Narrow" panose="020B0004020202020204" pitchFamily="34" charset="0"/>
                        </a:rPr>
                        <a:t>Members</a:t>
                      </a:r>
                    </a:p>
                  </a:txBody>
                  <a:tcPr marL="6350" marR="6350" marT="6350" marB="0" anchor="b">
                    <a:lnL>
                      <a:noFill/>
                    </a:lnL>
                    <a:lnR>
                      <a:noFill/>
                    </a:lnR>
                    <a:lnT>
                      <a:noFill/>
                    </a:lnT>
                    <a:lnB>
                      <a:noFill/>
                    </a:lnB>
                    <a:solidFill>
                      <a:srgbClr val="005042"/>
                    </a:solidFill>
                  </a:tcPr>
                </a:tc>
                <a:tc>
                  <a:txBody>
                    <a:bodyPr/>
                    <a:lstStyle/>
                    <a:p>
                      <a:pPr algn="l" fontAlgn="b">
                        <a:buNone/>
                      </a:pPr>
                      <a:r>
                        <a:rPr lang="en-US" sz="1100" b="1" i="0" u="none" strike="noStrike">
                          <a:solidFill>
                            <a:srgbClr val="FFFFFF"/>
                          </a:solidFill>
                          <a:effectLst/>
                          <a:latin typeface="Aptos Narrow" panose="020B0004020202020204" pitchFamily="34" charset="0"/>
                        </a:rPr>
                        <a:t>Total Records</a:t>
                      </a:r>
                    </a:p>
                  </a:txBody>
                  <a:tcPr marL="6350" marR="6350" marT="6350" marB="0" anchor="b">
                    <a:lnL>
                      <a:noFill/>
                    </a:lnL>
                    <a:lnR>
                      <a:noFill/>
                    </a:lnR>
                    <a:lnT>
                      <a:noFill/>
                    </a:lnT>
                    <a:lnB>
                      <a:noFill/>
                    </a:lnB>
                    <a:solidFill>
                      <a:srgbClr val="005042"/>
                    </a:solidFill>
                  </a:tcPr>
                </a:tc>
                <a:tc>
                  <a:txBody>
                    <a:bodyPr/>
                    <a:lstStyle/>
                    <a:p>
                      <a:pPr algn="l" fontAlgn="b">
                        <a:buNone/>
                      </a:pPr>
                      <a:r>
                        <a:rPr lang="en-US" sz="1100" b="1" i="0" u="none" strike="noStrike">
                          <a:solidFill>
                            <a:srgbClr val="FFFFFF"/>
                          </a:solidFill>
                          <a:effectLst/>
                          <a:latin typeface="Aptos Narrow" panose="020B0004020202020204" pitchFamily="34" charset="0"/>
                        </a:rPr>
                        <a:t>Calls</a:t>
                      </a:r>
                    </a:p>
                  </a:txBody>
                  <a:tcPr marL="6350" marR="6350" marT="6350" marB="0" anchor="b">
                    <a:lnL>
                      <a:noFill/>
                    </a:lnL>
                    <a:lnR>
                      <a:noFill/>
                    </a:lnR>
                    <a:lnT>
                      <a:noFill/>
                    </a:lnT>
                    <a:lnB>
                      <a:noFill/>
                    </a:lnB>
                    <a:solidFill>
                      <a:srgbClr val="005042"/>
                    </a:solidFill>
                  </a:tcPr>
                </a:tc>
                <a:tc>
                  <a:txBody>
                    <a:bodyPr/>
                    <a:lstStyle/>
                    <a:p>
                      <a:pPr algn="l" fontAlgn="b">
                        <a:buNone/>
                      </a:pPr>
                      <a:r>
                        <a:rPr lang="en-US" sz="1100" b="1" i="0" u="none" strike="noStrike">
                          <a:solidFill>
                            <a:srgbClr val="FFFFFF"/>
                          </a:solidFill>
                          <a:effectLst/>
                          <a:latin typeface="Aptos Narrow" panose="020B0004020202020204" pitchFamily="34" charset="0"/>
                        </a:rPr>
                        <a:t>Cases</a:t>
                      </a:r>
                    </a:p>
                  </a:txBody>
                  <a:tcPr marL="6350" marR="6350" marT="6350" marB="0" anchor="b">
                    <a:lnL>
                      <a:noFill/>
                    </a:lnL>
                    <a:lnR>
                      <a:noFill/>
                    </a:lnR>
                    <a:lnT>
                      <a:noFill/>
                    </a:lnT>
                    <a:lnB>
                      <a:noFill/>
                    </a:lnB>
                    <a:solidFill>
                      <a:srgbClr val="005042"/>
                    </a:solidFill>
                  </a:tcPr>
                </a:tc>
                <a:tc>
                  <a:txBody>
                    <a:bodyPr/>
                    <a:lstStyle/>
                    <a:p>
                      <a:pPr algn="l" fontAlgn="b">
                        <a:buNone/>
                      </a:pPr>
                      <a:r>
                        <a:rPr lang="en-US" sz="1100" b="1" i="0" u="none" strike="noStrike">
                          <a:solidFill>
                            <a:srgbClr val="FFFFFF"/>
                          </a:solidFill>
                          <a:effectLst/>
                          <a:latin typeface="Aptos Narrow" panose="020B0004020202020204" pitchFamily="34" charset="0"/>
                        </a:rPr>
                        <a:t>Consults</a:t>
                      </a:r>
                    </a:p>
                  </a:txBody>
                  <a:tcPr marL="6350" marR="6350" marT="6350" marB="0" anchor="b">
                    <a:lnL>
                      <a:noFill/>
                    </a:lnL>
                    <a:lnR>
                      <a:noFill/>
                    </a:lnR>
                    <a:lnT>
                      <a:noFill/>
                    </a:lnT>
                    <a:lnB>
                      <a:noFill/>
                    </a:lnB>
                    <a:solidFill>
                      <a:srgbClr val="005042"/>
                    </a:solidFill>
                  </a:tcPr>
                </a:tc>
                <a:tc>
                  <a:txBody>
                    <a:bodyPr/>
                    <a:lstStyle/>
                    <a:p>
                      <a:pPr algn="l" fontAlgn="b">
                        <a:buNone/>
                      </a:pPr>
                      <a:r>
                        <a:rPr lang="en-US" sz="1100" b="1" i="0" u="none" strike="noStrike">
                          <a:solidFill>
                            <a:srgbClr val="FFFFFF"/>
                          </a:solidFill>
                          <a:effectLst/>
                          <a:latin typeface="Aptos Narrow" panose="020B0004020202020204" pitchFamily="34" charset="0"/>
                        </a:rPr>
                        <a:t>Procedures</a:t>
                      </a:r>
                    </a:p>
                  </a:txBody>
                  <a:tcPr marL="6350" marR="6350" marT="6350" marB="0" anchor="b">
                    <a:lnL>
                      <a:noFill/>
                    </a:lnL>
                    <a:lnR>
                      <a:noFill/>
                    </a:lnR>
                    <a:lnT>
                      <a:noFill/>
                    </a:lnT>
                    <a:lnB>
                      <a:noFill/>
                    </a:lnB>
                    <a:solidFill>
                      <a:srgbClr val="005042"/>
                    </a:solidFill>
                  </a:tcPr>
                </a:tc>
                <a:tc>
                  <a:txBody>
                    <a:bodyPr/>
                    <a:lstStyle/>
                    <a:p>
                      <a:pPr algn="l" fontAlgn="b">
                        <a:buNone/>
                      </a:pPr>
                      <a:r>
                        <a:rPr lang="en-US" sz="1100" b="1" i="0" u="none" strike="noStrike">
                          <a:solidFill>
                            <a:srgbClr val="FFFFFF"/>
                          </a:solidFill>
                          <a:effectLst/>
                          <a:latin typeface="Aptos Narrow" panose="020B0004020202020204" pitchFamily="34" charset="0"/>
                        </a:rPr>
                        <a:t>Call Rate</a:t>
                      </a:r>
                    </a:p>
                  </a:txBody>
                  <a:tcPr marL="6350" marR="6350" marT="6350" marB="0" anchor="b">
                    <a:lnL>
                      <a:noFill/>
                    </a:lnL>
                    <a:lnR>
                      <a:noFill/>
                    </a:lnR>
                    <a:lnT>
                      <a:noFill/>
                    </a:lnT>
                    <a:lnB>
                      <a:noFill/>
                    </a:lnB>
                    <a:solidFill>
                      <a:srgbClr val="005042"/>
                    </a:solidFill>
                  </a:tcPr>
                </a:tc>
                <a:tc>
                  <a:txBody>
                    <a:bodyPr/>
                    <a:lstStyle/>
                    <a:p>
                      <a:pPr algn="l" fontAlgn="b">
                        <a:buNone/>
                      </a:pPr>
                      <a:r>
                        <a:rPr lang="en-US" sz="1100" b="1" i="0" u="none" strike="noStrike">
                          <a:solidFill>
                            <a:srgbClr val="FFFFFF"/>
                          </a:solidFill>
                          <a:effectLst/>
                          <a:latin typeface="Aptos Narrow" panose="020B0004020202020204" pitchFamily="34" charset="0"/>
                        </a:rPr>
                        <a:t>Call to Case</a:t>
                      </a:r>
                    </a:p>
                  </a:txBody>
                  <a:tcPr marL="6350" marR="6350" marT="6350" marB="0" anchor="b">
                    <a:lnL>
                      <a:noFill/>
                    </a:lnL>
                    <a:lnR>
                      <a:noFill/>
                    </a:lnR>
                    <a:lnT>
                      <a:noFill/>
                    </a:lnT>
                    <a:lnB>
                      <a:noFill/>
                    </a:lnB>
                    <a:solidFill>
                      <a:srgbClr val="005042"/>
                    </a:solidFill>
                  </a:tcPr>
                </a:tc>
                <a:tc>
                  <a:txBody>
                    <a:bodyPr/>
                    <a:lstStyle/>
                    <a:p>
                      <a:pPr algn="l" fontAlgn="b">
                        <a:buNone/>
                      </a:pPr>
                      <a:r>
                        <a:rPr lang="en-US" sz="1100" b="1" i="0" u="none" strike="noStrike">
                          <a:solidFill>
                            <a:srgbClr val="FFFFFF"/>
                          </a:solidFill>
                          <a:effectLst/>
                          <a:latin typeface="Aptos Narrow" panose="020B0004020202020204" pitchFamily="34" charset="0"/>
                        </a:rPr>
                        <a:t>Case to Consult</a:t>
                      </a:r>
                    </a:p>
                  </a:txBody>
                  <a:tcPr marL="6350" marR="6350" marT="6350" marB="0" anchor="b">
                    <a:lnL>
                      <a:noFill/>
                    </a:lnL>
                    <a:lnR>
                      <a:noFill/>
                    </a:lnR>
                    <a:lnT>
                      <a:noFill/>
                    </a:lnT>
                    <a:lnB>
                      <a:noFill/>
                    </a:lnB>
                    <a:solidFill>
                      <a:srgbClr val="005042"/>
                    </a:solidFill>
                  </a:tcPr>
                </a:tc>
                <a:tc>
                  <a:txBody>
                    <a:bodyPr/>
                    <a:lstStyle/>
                    <a:p>
                      <a:pPr algn="l" fontAlgn="b">
                        <a:buNone/>
                      </a:pPr>
                      <a:r>
                        <a:rPr lang="en-US" sz="1100" b="1" i="0" u="none" strike="noStrike">
                          <a:solidFill>
                            <a:srgbClr val="FFFFFF"/>
                          </a:solidFill>
                          <a:effectLst/>
                          <a:latin typeface="Aptos Narrow" panose="020B0004020202020204" pitchFamily="34" charset="0"/>
                        </a:rPr>
                        <a:t>Consult to Procedure</a:t>
                      </a:r>
                    </a:p>
                  </a:txBody>
                  <a:tcPr marL="6350" marR="6350" marT="6350" marB="0" anchor="b">
                    <a:lnL>
                      <a:noFill/>
                    </a:lnL>
                    <a:lnR>
                      <a:noFill/>
                    </a:lnR>
                    <a:lnT>
                      <a:noFill/>
                    </a:lnT>
                    <a:lnB>
                      <a:noFill/>
                    </a:lnB>
                    <a:solidFill>
                      <a:srgbClr val="005042"/>
                    </a:solidFill>
                  </a:tcPr>
                </a:tc>
                <a:extLst>
                  <a:ext uri="{0D108BD9-81ED-4DB2-BD59-A6C34878D82A}">
                    <a16:rowId xmlns:a16="http://schemas.microsoft.com/office/drawing/2014/main" val="362856119"/>
                  </a:ext>
                </a:extLst>
              </a:tr>
              <a:tr h="184150">
                <a:tc>
                  <a:txBody>
                    <a:bodyPr/>
                    <a:lstStyle/>
                    <a:p>
                      <a:pPr algn="l" fontAlgn="b">
                        <a:buNone/>
                      </a:pPr>
                      <a:r>
                        <a:rPr lang="en-US" sz="1100" b="0" i="0" u="none" strike="noStrike">
                          <a:solidFill>
                            <a:srgbClr val="FFFFFF"/>
                          </a:solidFill>
                          <a:effectLst/>
                          <a:latin typeface="Aptos Narrow" panose="020B0004020202020204" pitchFamily="34" charset="0"/>
                        </a:rPr>
                        <a:t>Version A</a:t>
                      </a:r>
                    </a:p>
                  </a:txBody>
                  <a:tcPr marL="6350" marR="6350" marT="6350" marB="0" anchor="b">
                    <a:lnL>
                      <a:noFill/>
                    </a:lnL>
                    <a:lnR>
                      <a:noFill/>
                    </a:lnR>
                    <a:lnT>
                      <a:noFill/>
                    </a:lnT>
                    <a:lnB>
                      <a:noFill/>
                    </a:lnB>
                    <a:solidFill>
                      <a:srgbClr val="005042"/>
                    </a:solidFill>
                  </a:tcPr>
                </a:tc>
                <a:tc>
                  <a:txBody>
                    <a:bodyPr/>
                    <a:lstStyle/>
                    <a:p>
                      <a:pPr algn="r" fontAlgn="b">
                        <a:buNone/>
                      </a:pPr>
                      <a:r>
                        <a:rPr lang="en-US" sz="1100" b="0" i="0" u="none" strike="noStrike">
                          <a:solidFill>
                            <a:srgbClr val="000000"/>
                          </a:solidFill>
                          <a:effectLst/>
                          <a:latin typeface="Aptos Narrow" panose="020B0004020202020204" pitchFamily="34" charset="0"/>
                        </a:rPr>
                        <a:t>28,664</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169</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167</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36</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14</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5</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0.58%</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21.56%</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38.89%</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35.71%</a:t>
                      </a:r>
                    </a:p>
                  </a:txBody>
                  <a:tcPr marL="6350" marR="6350" marT="6350" marB="0" anchor="b">
                    <a:lnL>
                      <a:noFill/>
                    </a:lnL>
                    <a:lnR>
                      <a:noFill/>
                    </a:lnR>
                    <a:lnT>
                      <a:noFill/>
                    </a:lnT>
                    <a:lnB>
                      <a:noFill/>
                    </a:lnB>
                    <a:noFill/>
                  </a:tcPr>
                </a:tc>
                <a:extLst>
                  <a:ext uri="{0D108BD9-81ED-4DB2-BD59-A6C34878D82A}">
                    <a16:rowId xmlns:a16="http://schemas.microsoft.com/office/drawing/2014/main" val="1069967544"/>
                  </a:ext>
                </a:extLst>
              </a:tr>
              <a:tr h="184150">
                <a:tc>
                  <a:txBody>
                    <a:bodyPr/>
                    <a:lstStyle/>
                    <a:p>
                      <a:pPr algn="l" fontAlgn="b">
                        <a:buNone/>
                      </a:pPr>
                      <a:r>
                        <a:rPr lang="en-US" sz="1100" b="0" i="0" u="none" strike="noStrike">
                          <a:solidFill>
                            <a:srgbClr val="FFFFFF"/>
                          </a:solidFill>
                          <a:effectLst/>
                          <a:latin typeface="Aptos Narrow" panose="020B0004020202020204" pitchFamily="34" charset="0"/>
                        </a:rPr>
                        <a:t>Version B</a:t>
                      </a:r>
                    </a:p>
                  </a:txBody>
                  <a:tcPr marL="6350" marR="6350" marT="6350" marB="0" anchor="b">
                    <a:lnL>
                      <a:noFill/>
                    </a:lnL>
                    <a:lnR>
                      <a:noFill/>
                    </a:lnR>
                    <a:lnT>
                      <a:noFill/>
                    </a:lnT>
                    <a:lnB>
                      <a:noFill/>
                    </a:lnB>
                    <a:solidFill>
                      <a:srgbClr val="005042"/>
                    </a:solidFill>
                  </a:tcPr>
                </a:tc>
                <a:tc>
                  <a:txBody>
                    <a:bodyPr/>
                    <a:lstStyle/>
                    <a:p>
                      <a:pPr algn="r" fontAlgn="b">
                        <a:buNone/>
                      </a:pPr>
                      <a:r>
                        <a:rPr lang="en-US" sz="1100" b="0" i="0" u="none" strike="noStrike">
                          <a:solidFill>
                            <a:srgbClr val="000000"/>
                          </a:solidFill>
                          <a:effectLst/>
                          <a:latin typeface="Aptos Narrow" panose="020B0004020202020204" pitchFamily="34" charset="0"/>
                        </a:rPr>
                        <a:t>20,162</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68</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68</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17</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8</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4</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0.34%</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25.00%</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47.06%</a:t>
                      </a:r>
                    </a:p>
                  </a:txBody>
                  <a:tcPr marL="6350" marR="6350" marT="6350" marB="0" anchor="b">
                    <a:lnL>
                      <a:noFill/>
                    </a:lnL>
                    <a:lnR>
                      <a:noFill/>
                    </a:lnR>
                    <a:lnT>
                      <a:noFill/>
                    </a:lnT>
                    <a:lnB>
                      <a:noFill/>
                    </a:lnB>
                    <a:noFill/>
                  </a:tcPr>
                </a:tc>
                <a:tc>
                  <a:txBody>
                    <a:bodyPr/>
                    <a:lstStyle/>
                    <a:p>
                      <a:pPr algn="r" fontAlgn="b">
                        <a:buNone/>
                      </a:pPr>
                      <a:r>
                        <a:rPr lang="en-US" sz="1100" b="0" i="0" u="none" strike="noStrike">
                          <a:solidFill>
                            <a:srgbClr val="000000"/>
                          </a:solidFill>
                          <a:effectLst/>
                          <a:latin typeface="Aptos Narrow" panose="020B0004020202020204" pitchFamily="34" charset="0"/>
                        </a:rPr>
                        <a:t>50.00%</a:t>
                      </a:r>
                    </a:p>
                  </a:txBody>
                  <a:tcPr marL="6350" marR="6350" marT="6350" marB="0" anchor="b">
                    <a:lnL>
                      <a:noFill/>
                    </a:lnL>
                    <a:lnR>
                      <a:noFill/>
                    </a:lnR>
                    <a:lnT>
                      <a:noFill/>
                    </a:lnT>
                    <a:lnB>
                      <a:noFill/>
                    </a:lnB>
                    <a:noFill/>
                  </a:tcPr>
                </a:tc>
                <a:extLst>
                  <a:ext uri="{0D108BD9-81ED-4DB2-BD59-A6C34878D82A}">
                    <a16:rowId xmlns:a16="http://schemas.microsoft.com/office/drawing/2014/main" val="1044774414"/>
                  </a:ext>
                </a:extLst>
              </a:tr>
            </a:tbl>
          </a:graphicData>
        </a:graphic>
      </p:graphicFrame>
    </p:spTree>
    <p:extLst>
      <p:ext uri="{BB962C8B-B14F-4D97-AF65-F5344CB8AC3E}">
        <p14:creationId xmlns:p14="http://schemas.microsoft.com/office/powerpoint/2010/main" val="1808300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ABResultsTable">
            <a:extLst>
              <a:ext uri="{FF2B5EF4-FFF2-40B4-BE49-F238E27FC236}">
                <a16:creationId xmlns:a16="http://schemas.microsoft.com/office/drawing/2014/main" id="{E6899E52-5A46-473B-8CC2-FCC39D001044}"/>
              </a:ext>
            </a:extLst>
          </p:cNvPr>
          <p:cNvGraphicFramePr>
            <a:graphicFrameLocks noGrp="1"/>
          </p:cNvGraphicFramePr>
          <p:nvPr/>
        </p:nvGraphicFramePr>
        <p:xfrm>
          <a:off x="609600" y="1685925"/>
          <a:ext cx="7620000" cy="35052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400908177"/>
                    </a:ext>
                  </a:extLst>
                </a:gridCol>
                <a:gridCol w="1651000">
                  <a:extLst>
                    <a:ext uri="{9D8B030D-6E8A-4147-A177-3AD203B41FA5}">
                      <a16:colId xmlns:a16="http://schemas.microsoft.com/office/drawing/2014/main" val="397216379"/>
                    </a:ext>
                  </a:extLst>
                </a:gridCol>
                <a:gridCol w="1651000">
                  <a:extLst>
                    <a:ext uri="{9D8B030D-6E8A-4147-A177-3AD203B41FA5}">
                      <a16:colId xmlns:a16="http://schemas.microsoft.com/office/drawing/2014/main" val="2301007599"/>
                    </a:ext>
                  </a:extLst>
                </a:gridCol>
                <a:gridCol w="2032000">
                  <a:extLst>
                    <a:ext uri="{9D8B030D-6E8A-4147-A177-3AD203B41FA5}">
                      <a16:colId xmlns:a16="http://schemas.microsoft.com/office/drawing/2014/main" val="1897616614"/>
                    </a:ext>
                  </a:extLst>
                </a:gridCol>
              </a:tblGrid>
              <a:tr h="584200">
                <a:tc>
                  <a:txBody>
                    <a:bodyPr/>
                    <a:lstStyle/>
                    <a:p>
                      <a:pPr algn="l"/>
                      <a:r>
                        <a:rPr lang="en-US" sz="1500" b="1">
                          <a:solidFill>
                            <a:srgbClr val="FFFFFF"/>
                          </a:solidFill>
                          <a:latin typeface="Arial"/>
                          <a:cs typeface="Arial"/>
                        </a:rPr>
                        <a:t>Funnel Stage</a:t>
                      </a:r>
                    </a:p>
                  </a:txBody>
                  <a:tcPr anchor="ctr">
                    <a:solidFill>
                      <a:srgbClr val="005041"/>
                    </a:solidFill>
                  </a:tcPr>
                </a:tc>
                <a:tc>
                  <a:txBody>
                    <a:bodyPr/>
                    <a:lstStyle/>
                    <a:p>
                      <a:pPr algn="r"/>
                      <a:r>
                        <a:rPr lang="en-US" sz="1500" b="1">
                          <a:solidFill>
                            <a:srgbClr val="FFFFFF"/>
                          </a:solidFill>
                          <a:latin typeface="Arial"/>
                          <a:cs typeface="Arial"/>
                        </a:rPr>
                        <a:t>Lantern Led</a:t>
                      </a:r>
                    </a:p>
                  </a:txBody>
                  <a:tcPr anchor="ctr">
                    <a:solidFill>
                      <a:srgbClr val="005041"/>
                    </a:solidFill>
                  </a:tcPr>
                </a:tc>
                <a:tc>
                  <a:txBody>
                    <a:bodyPr/>
                    <a:lstStyle/>
                    <a:p>
                      <a:pPr algn="r"/>
                      <a:r>
                        <a:rPr lang="en-US" sz="1500" b="1">
                          <a:solidFill>
                            <a:srgbClr val="FFFFFF"/>
                          </a:solidFill>
                          <a:latin typeface="Arial"/>
                          <a:cs typeface="Arial"/>
                        </a:rPr>
                        <a:t>Employer Led</a:t>
                      </a:r>
                    </a:p>
                  </a:txBody>
                  <a:tcPr anchor="ctr">
                    <a:solidFill>
                      <a:srgbClr val="005041"/>
                    </a:solidFill>
                  </a:tcPr>
                </a:tc>
                <a:tc>
                  <a:txBody>
                    <a:bodyPr/>
                    <a:lstStyle/>
                    <a:p>
                      <a:pPr algn="r"/>
                      <a:r>
                        <a:rPr lang="en-US" sz="1500" b="1">
                          <a:solidFill>
                            <a:srgbClr val="FFFFFF"/>
                          </a:solidFill>
                          <a:latin typeface="Arial"/>
                          <a:cs typeface="Arial"/>
                        </a:rPr>
                        <a:t>Difference</a:t>
                      </a:r>
                    </a:p>
                  </a:txBody>
                  <a:tcPr anchor="ctr">
                    <a:solidFill>
                      <a:srgbClr val="005041"/>
                    </a:solidFill>
                  </a:tcPr>
                </a:tc>
                <a:extLst>
                  <a:ext uri="{0D108BD9-81ED-4DB2-BD59-A6C34878D82A}">
                    <a16:rowId xmlns:a16="http://schemas.microsoft.com/office/drawing/2014/main" val="142818366"/>
                  </a:ext>
                </a:extLst>
              </a:tr>
              <a:tr h="584200">
                <a:tc>
                  <a:txBody>
                    <a:bodyPr/>
                    <a:lstStyle/>
                    <a:p>
                      <a:pPr algn="l"/>
                      <a:r>
                        <a:rPr lang="en-US" sz="1400" b="1">
                          <a:solidFill>
                            <a:srgbClr val="301E04"/>
                          </a:solidFill>
                          <a:latin typeface="Arial"/>
                          <a:cs typeface="Arial"/>
                        </a:rPr>
                        <a:t>Mail Sends</a:t>
                      </a:r>
                    </a:p>
                  </a:txBody>
                  <a:tcPr anchor="ctr">
                    <a:solidFill>
                      <a:srgbClr val="FFFFFF"/>
                    </a:solidFill>
                  </a:tcPr>
                </a:tc>
                <a:tc>
                  <a:txBody>
                    <a:bodyPr/>
                    <a:lstStyle/>
                    <a:p>
                      <a:pPr algn="r"/>
                      <a:r>
                        <a:rPr lang="en-US" sz="1400">
                          <a:solidFill>
                            <a:srgbClr val="3C301B"/>
                          </a:solidFill>
                          <a:latin typeface="Arial"/>
                          <a:cs typeface="Arial"/>
                        </a:rPr>
                        <a:t>148,911</a:t>
                      </a:r>
                    </a:p>
                  </a:txBody>
                  <a:tcPr anchor="ctr">
                    <a:solidFill>
                      <a:srgbClr val="FFFFFF"/>
                    </a:solidFill>
                  </a:tcPr>
                </a:tc>
                <a:tc>
                  <a:txBody>
                    <a:bodyPr/>
                    <a:lstStyle/>
                    <a:p>
                      <a:pPr algn="r"/>
                      <a:r>
                        <a:rPr lang="en-US" sz="1400">
                          <a:solidFill>
                            <a:srgbClr val="3C301B"/>
                          </a:solidFill>
                          <a:latin typeface="Arial"/>
                          <a:cs typeface="Arial"/>
                        </a:rPr>
                        <a:t>148,911</a:t>
                      </a:r>
                    </a:p>
                  </a:txBody>
                  <a:tcPr anchor="ctr">
                    <a:solidFill>
                      <a:srgbClr val="FFFFFF"/>
                    </a:solidFill>
                  </a:tcPr>
                </a:tc>
                <a:tc>
                  <a:txBody>
                    <a:bodyPr/>
                    <a:lstStyle/>
                    <a:p>
                      <a:pPr algn="r"/>
                      <a:r>
                        <a:rPr lang="en-US" sz="1400" b="0">
                          <a:solidFill>
                            <a:srgbClr val="3C301B"/>
                          </a:solidFill>
                          <a:latin typeface="Arial"/>
                          <a:cs typeface="Arial"/>
                        </a:rPr>
                        <a:t>—</a:t>
                      </a:r>
                    </a:p>
                  </a:txBody>
                  <a:tcPr anchor="ctr">
                    <a:solidFill>
                      <a:srgbClr val="FFFFFF"/>
                    </a:solidFill>
                  </a:tcPr>
                </a:tc>
                <a:extLst>
                  <a:ext uri="{0D108BD9-81ED-4DB2-BD59-A6C34878D82A}">
                    <a16:rowId xmlns:a16="http://schemas.microsoft.com/office/drawing/2014/main" val="1682827392"/>
                  </a:ext>
                </a:extLst>
              </a:tr>
              <a:tr h="584200">
                <a:tc>
                  <a:txBody>
                    <a:bodyPr/>
                    <a:lstStyle/>
                    <a:p>
                      <a:pPr algn="l"/>
                      <a:r>
                        <a:rPr lang="en-US" sz="1400" b="1">
                          <a:solidFill>
                            <a:srgbClr val="301E04"/>
                          </a:solidFill>
                          <a:latin typeface="Arial"/>
                          <a:cs typeface="Arial"/>
                        </a:rPr>
                        <a:t>First Calls</a:t>
                      </a:r>
                    </a:p>
                  </a:txBody>
                  <a:tcPr anchor="ctr">
                    <a:solidFill>
                      <a:srgbClr val="FEF8E8"/>
                    </a:solidFill>
                  </a:tcPr>
                </a:tc>
                <a:tc>
                  <a:txBody>
                    <a:bodyPr/>
                    <a:lstStyle/>
                    <a:p>
                      <a:pPr algn="r"/>
                      <a:r>
                        <a:rPr lang="en-US" sz="1400">
                          <a:solidFill>
                            <a:srgbClr val="3C301B"/>
                          </a:solidFill>
                          <a:latin typeface="Arial"/>
                          <a:cs typeface="Arial"/>
                        </a:rPr>
                        <a:t>699</a:t>
                      </a:r>
                    </a:p>
                  </a:txBody>
                  <a:tcPr anchor="ctr">
                    <a:solidFill>
                      <a:srgbClr val="FEF8E8"/>
                    </a:solidFill>
                  </a:tcPr>
                </a:tc>
                <a:tc>
                  <a:txBody>
                    <a:bodyPr/>
                    <a:lstStyle/>
                    <a:p>
                      <a:pPr algn="r"/>
                      <a:r>
                        <a:rPr lang="en-US" sz="1400">
                          <a:solidFill>
                            <a:srgbClr val="3C301B"/>
                          </a:solidFill>
                          <a:latin typeface="Arial"/>
                          <a:cs typeface="Arial"/>
                        </a:rPr>
                        <a:t>729</a:t>
                      </a:r>
                    </a:p>
                  </a:txBody>
                  <a:tcPr anchor="ctr">
                    <a:solidFill>
                      <a:srgbClr val="FEF8E8"/>
                    </a:solidFill>
                  </a:tcPr>
                </a:tc>
                <a:tc>
                  <a:txBody>
                    <a:bodyPr/>
                    <a:lstStyle/>
                    <a:p>
                      <a:pPr algn="r"/>
                      <a:r>
                        <a:rPr lang="en-US" sz="1400" b="1">
                          <a:solidFill>
                            <a:srgbClr val="005041"/>
                          </a:solidFill>
                          <a:latin typeface="Arial"/>
                          <a:cs typeface="Arial"/>
                        </a:rPr>
                        <a:t>+30  (+4.3%)</a:t>
                      </a:r>
                    </a:p>
                  </a:txBody>
                  <a:tcPr anchor="ctr">
                    <a:solidFill>
                      <a:srgbClr val="FEF8E8"/>
                    </a:solidFill>
                  </a:tcPr>
                </a:tc>
                <a:extLst>
                  <a:ext uri="{0D108BD9-81ED-4DB2-BD59-A6C34878D82A}">
                    <a16:rowId xmlns:a16="http://schemas.microsoft.com/office/drawing/2014/main" val="737506674"/>
                  </a:ext>
                </a:extLst>
              </a:tr>
              <a:tr h="584200">
                <a:tc>
                  <a:txBody>
                    <a:bodyPr/>
                    <a:lstStyle/>
                    <a:p>
                      <a:pPr algn="l"/>
                      <a:r>
                        <a:rPr lang="en-US" sz="1400" b="1">
                          <a:solidFill>
                            <a:srgbClr val="301E04"/>
                          </a:solidFill>
                          <a:latin typeface="Arial"/>
                          <a:cs typeface="Arial"/>
                        </a:rPr>
                        <a:t>New Cases</a:t>
                      </a:r>
                    </a:p>
                  </a:txBody>
                  <a:tcPr anchor="ctr">
                    <a:solidFill>
                      <a:srgbClr val="FFFFFF"/>
                    </a:solidFill>
                  </a:tcPr>
                </a:tc>
                <a:tc>
                  <a:txBody>
                    <a:bodyPr/>
                    <a:lstStyle/>
                    <a:p>
                      <a:pPr algn="r"/>
                      <a:r>
                        <a:rPr lang="en-US" sz="1400">
                          <a:solidFill>
                            <a:srgbClr val="3C301B"/>
                          </a:solidFill>
                          <a:latin typeface="Arial"/>
                          <a:cs typeface="Arial"/>
                        </a:rPr>
                        <a:t>400</a:t>
                      </a:r>
                    </a:p>
                  </a:txBody>
                  <a:tcPr anchor="ctr">
                    <a:solidFill>
                      <a:srgbClr val="FFFFFF"/>
                    </a:solidFill>
                  </a:tcPr>
                </a:tc>
                <a:tc>
                  <a:txBody>
                    <a:bodyPr/>
                    <a:lstStyle/>
                    <a:p>
                      <a:pPr algn="r"/>
                      <a:r>
                        <a:rPr lang="en-US" sz="1400">
                          <a:solidFill>
                            <a:srgbClr val="3C301B"/>
                          </a:solidFill>
                          <a:latin typeface="Arial"/>
                          <a:cs typeface="Arial"/>
                        </a:rPr>
                        <a:t>410</a:t>
                      </a:r>
                    </a:p>
                  </a:txBody>
                  <a:tcPr anchor="ctr">
                    <a:solidFill>
                      <a:srgbClr val="FFFFFF"/>
                    </a:solidFill>
                  </a:tcPr>
                </a:tc>
                <a:tc>
                  <a:txBody>
                    <a:bodyPr/>
                    <a:lstStyle/>
                    <a:p>
                      <a:pPr algn="r"/>
                      <a:r>
                        <a:rPr lang="en-US" sz="1400" b="1">
                          <a:solidFill>
                            <a:srgbClr val="005041"/>
                          </a:solidFill>
                          <a:latin typeface="Arial"/>
                          <a:cs typeface="Arial"/>
                        </a:rPr>
                        <a:t>+10  (+2.5%)</a:t>
                      </a:r>
                    </a:p>
                  </a:txBody>
                  <a:tcPr anchor="ctr">
                    <a:solidFill>
                      <a:srgbClr val="FFFFFF"/>
                    </a:solidFill>
                  </a:tcPr>
                </a:tc>
                <a:extLst>
                  <a:ext uri="{0D108BD9-81ED-4DB2-BD59-A6C34878D82A}">
                    <a16:rowId xmlns:a16="http://schemas.microsoft.com/office/drawing/2014/main" val="2671965115"/>
                  </a:ext>
                </a:extLst>
              </a:tr>
              <a:tr h="584200">
                <a:tc>
                  <a:txBody>
                    <a:bodyPr/>
                    <a:lstStyle/>
                    <a:p>
                      <a:pPr algn="l"/>
                      <a:r>
                        <a:rPr lang="en-US" sz="1400" b="1">
                          <a:solidFill>
                            <a:srgbClr val="301E04"/>
                          </a:solidFill>
                          <a:latin typeface="Arial"/>
                          <a:cs typeface="Arial"/>
                        </a:rPr>
                        <a:t>Reached Consult</a:t>
                      </a:r>
                    </a:p>
                  </a:txBody>
                  <a:tcPr anchor="ctr">
                    <a:solidFill>
                      <a:srgbClr val="FEF8E8"/>
                    </a:solidFill>
                  </a:tcPr>
                </a:tc>
                <a:tc>
                  <a:txBody>
                    <a:bodyPr/>
                    <a:lstStyle/>
                    <a:p>
                      <a:pPr algn="r"/>
                      <a:r>
                        <a:rPr lang="en-US" sz="1400">
                          <a:solidFill>
                            <a:srgbClr val="3C301B"/>
                          </a:solidFill>
                          <a:latin typeface="Arial"/>
                          <a:cs typeface="Arial"/>
                        </a:rPr>
                        <a:t>252</a:t>
                      </a:r>
                    </a:p>
                  </a:txBody>
                  <a:tcPr anchor="ctr">
                    <a:solidFill>
                      <a:srgbClr val="FEF8E8"/>
                    </a:solidFill>
                  </a:tcPr>
                </a:tc>
                <a:tc>
                  <a:txBody>
                    <a:bodyPr/>
                    <a:lstStyle/>
                    <a:p>
                      <a:pPr algn="r"/>
                      <a:r>
                        <a:rPr lang="en-US" sz="1400">
                          <a:solidFill>
                            <a:srgbClr val="3C301B"/>
                          </a:solidFill>
                          <a:latin typeface="Arial"/>
                          <a:cs typeface="Arial"/>
                        </a:rPr>
                        <a:t>250</a:t>
                      </a:r>
                    </a:p>
                  </a:txBody>
                  <a:tcPr anchor="ctr">
                    <a:solidFill>
                      <a:srgbClr val="FEF8E8"/>
                    </a:solidFill>
                  </a:tcPr>
                </a:tc>
                <a:tc>
                  <a:txBody>
                    <a:bodyPr/>
                    <a:lstStyle/>
                    <a:p>
                      <a:pPr algn="r"/>
                      <a:r>
                        <a:rPr lang="en-US" sz="1400" b="1">
                          <a:solidFill>
                            <a:srgbClr val="FF6947"/>
                          </a:solidFill>
                          <a:latin typeface="Arial"/>
                          <a:cs typeface="Arial"/>
                        </a:rPr>
                        <a:t>−2  (−0.8%)</a:t>
                      </a:r>
                    </a:p>
                  </a:txBody>
                  <a:tcPr anchor="ctr">
                    <a:solidFill>
                      <a:srgbClr val="FEF8E8"/>
                    </a:solidFill>
                  </a:tcPr>
                </a:tc>
                <a:extLst>
                  <a:ext uri="{0D108BD9-81ED-4DB2-BD59-A6C34878D82A}">
                    <a16:rowId xmlns:a16="http://schemas.microsoft.com/office/drawing/2014/main" val="1406766516"/>
                  </a:ext>
                </a:extLst>
              </a:tr>
              <a:tr h="584200">
                <a:tc>
                  <a:txBody>
                    <a:bodyPr/>
                    <a:lstStyle/>
                    <a:p>
                      <a:pPr algn="l"/>
                      <a:r>
                        <a:rPr lang="en-US" sz="1400" b="1">
                          <a:solidFill>
                            <a:srgbClr val="301E04"/>
                          </a:solidFill>
                          <a:latin typeface="Arial"/>
                          <a:cs typeface="Arial"/>
                        </a:rPr>
                        <a:t>Reached Surgery</a:t>
                      </a:r>
                    </a:p>
                  </a:txBody>
                  <a:tcPr anchor="ctr">
                    <a:solidFill>
                      <a:srgbClr val="FFFFFF"/>
                    </a:solidFill>
                  </a:tcPr>
                </a:tc>
                <a:tc>
                  <a:txBody>
                    <a:bodyPr/>
                    <a:lstStyle/>
                    <a:p>
                      <a:pPr algn="r"/>
                      <a:r>
                        <a:rPr lang="en-US" sz="1400">
                          <a:solidFill>
                            <a:srgbClr val="3C301B"/>
                          </a:solidFill>
                          <a:latin typeface="Arial"/>
                          <a:cs typeface="Arial"/>
                        </a:rPr>
                        <a:t>91</a:t>
                      </a:r>
                    </a:p>
                  </a:txBody>
                  <a:tcPr anchor="ctr">
                    <a:solidFill>
                      <a:srgbClr val="FFFFFF"/>
                    </a:solidFill>
                  </a:tcPr>
                </a:tc>
                <a:tc>
                  <a:txBody>
                    <a:bodyPr/>
                    <a:lstStyle/>
                    <a:p>
                      <a:pPr algn="r"/>
                      <a:r>
                        <a:rPr lang="en-US" sz="1400">
                          <a:solidFill>
                            <a:srgbClr val="3C301B"/>
                          </a:solidFill>
                          <a:latin typeface="Arial"/>
                          <a:cs typeface="Arial"/>
                        </a:rPr>
                        <a:t>76</a:t>
                      </a:r>
                    </a:p>
                  </a:txBody>
                  <a:tcPr anchor="ctr">
                    <a:solidFill>
                      <a:srgbClr val="FFFFFF"/>
                    </a:solidFill>
                  </a:tcPr>
                </a:tc>
                <a:tc>
                  <a:txBody>
                    <a:bodyPr/>
                    <a:lstStyle/>
                    <a:p>
                      <a:pPr algn="r"/>
                      <a:r>
                        <a:rPr lang="en-US" sz="1400" b="1" dirty="0">
                          <a:solidFill>
                            <a:srgbClr val="FF6947"/>
                          </a:solidFill>
                          <a:latin typeface="Arial"/>
                          <a:cs typeface="Arial"/>
                        </a:rPr>
                        <a:t>−15  (−16.5%)</a:t>
                      </a:r>
                    </a:p>
                  </a:txBody>
                  <a:tcPr anchor="ctr">
                    <a:solidFill>
                      <a:srgbClr val="FFFFFF"/>
                    </a:solidFill>
                  </a:tcPr>
                </a:tc>
                <a:extLst>
                  <a:ext uri="{0D108BD9-81ED-4DB2-BD59-A6C34878D82A}">
                    <a16:rowId xmlns:a16="http://schemas.microsoft.com/office/drawing/2014/main" val="907407880"/>
                  </a:ext>
                </a:extLst>
              </a:tr>
            </a:tbl>
          </a:graphicData>
        </a:graphic>
      </p:graphicFrame>
      <p:sp>
        <p:nvSpPr>
          <p:cNvPr id="4" name="ABTitle">
            <a:extLst>
              <a:ext uri="{FF2B5EF4-FFF2-40B4-BE49-F238E27FC236}">
                <a16:creationId xmlns:a16="http://schemas.microsoft.com/office/drawing/2014/main" id="{70E84A60-B0C0-4C44-BD04-01B94EC03069}"/>
              </a:ext>
            </a:extLst>
          </p:cNvPr>
          <p:cNvSpPr txBox="1"/>
          <p:nvPr/>
        </p:nvSpPr>
        <p:spPr>
          <a:xfrm>
            <a:off x="609600" y="488950"/>
            <a:ext cx="10972800" cy="609600"/>
          </a:xfrm>
          <a:prstGeom prst="rect">
            <a:avLst/>
          </a:prstGeom>
          <a:noFill/>
        </p:spPr>
        <p:txBody>
          <a:bodyPr vertOverflow="overflow" vert="horz" wrap="square" rtlCol="0" anchor="ctr" anchorCtr="0">
            <a:spAutoFit/>
          </a:bodyPr>
          <a:lstStyle/>
          <a:p>
            <a:pPr algn="l"/>
            <a:r>
              <a:rPr lang="en-US" sz="3000" b="1">
                <a:solidFill>
                  <a:srgbClr val="005041"/>
                </a:solidFill>
                <a:latin typeface="Arial"/>
                <a:cs typeface="Arial"/>
              </a:rPr>
              <a:t>Employer Led drives more first calls and new cases</a:t>
            </a:r>
          </a:p>
        </p:txBody>
      </p:sp>
      <p:sp>
        <p:nvSpPr>
          <p:cNvPr id="5" name="ABContext">
            <a:extLst>
              <a:ext uri="{FF2B5EF4-FFF2-40B4-BE49-F238E27FC236}">
                <a16:creationId xmlns:a16="http://schemas.microsoft.com/office/drawing/2014/main" id="{F1B9F2C0-C6C3-442E-BB46-50A97416BD01}"/>
              </a:ext>
            </a:extLst>
          </p:cNvPr>
          <p:cNvSpPr txBox="1"/>
          <p:nvPr/>
        </p:nvSpPr>
        <p:spPr>
          <a:xfrm>
            <a:off x="609600" y="1066800"/>
            <a:ext cx="10972800" cy="355600"/>
          </a:xfrm>
          <a:prstGeom prst="rect">
            <a:avLst/>
          </a:prstGeom>
          <a:noFill/>
        </p:spPr>
        <p:txBody>
          <a:bodyPr vertOverflow="overflow" vert="horz" wrap="square" rtlCol="0" anchor="ctr" anchorCtr="0">
            <a:spAutoFit/>
          </a:bodyPr>
          <a:lstStyle/>
          <a:p>
            <a:pPr algn="l"/>
            <a:r>
              <a:rPr lang="en-US" sz="1500" dirty="0">
                <a:solidFill>
                  <a:srgbClr val="3C301B"/>
                </a:solidFill>
                <a:latin typeface="Arial"/>
                <a:cs typeface="Arial"/>
              </a:rPr>
              <a:t>Direct mail A/B test  ·  148,911 sends per variant  ·  Lantern Led vs. Employer Led mailer format</a:t>
            </a:r>
          </a:p>
        </p:txBody>
      </p:sp>
      <p:sp>
        <p:nvSpPr>
          <p:cNvPr id="6" name="ABCallout">
            <a:extLst>
              <a:ext uri="{FF2B5EF4-FFF2-40B4-BE49-F238E27FC236}">
                <a16:creationId xmlns:a16="http://schemas.microsoft.com/office/drawing/2014/main" id="{FDA83CF9-6236-4E50-8DF9-85AD53239410}"/>
              </a:ext>
            </a:extLst>
          </p:cNvPr>
          <p:cNvSpPr/>
          <p:nvPr/>
        </p:nvSpPr>
        <p:spPr>
          <a:xfrm>
            <a:off x="8534400" y="1685925"/>
            <a:ext cx="3048000" cy="3657600"/>
          </a:xfrm>
          <a:prstGeom prst="roundRect">
            <a:avLst/>
          </a:prstGeom>
          <a:solidFill>
            <a:srgbClr val="00504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228600" tIns="254000" rIns="228600" bIns="228600" rtlCol="0" anchor="t" anchorCtr="0"/>
          <a:lstStyle/>
          <a:p>
            <a:pPr algn="l">
              <a:spcAft>
                <a:spcPts val="600"/>
              </a:spcAft>
              <a:buNone/>
            </a:pPr>
            <a:r>
              <a:rPr lang="en-US" sz="1400" b="1" spc="200" dirty="0">
                <a:solidFill>
                  <a:srgbClr val="FF6947"/>
                </a:solidFill>
                <a:latin typeface="Arial"/>
              </a:rPr>
              <a:t>TOP OF FUNNEL</a:t>
            </a:r>
          </a:p>
          <a:p>
            <a:pPr algn="l">
              <a:buNone/>
            </a:pPr>
            <a:r>
              <a:rPr lang="en-US" sz="4000" b="1" dirty="0">
                <a:solidFill>
                  <a:srgbClr val="FFFFFF"/>
                </a:solidFill>
                <a:latin typeface="Arial"/>
              </a:rPr>
              <a:t>+4.3%</a:t>
            </a:r>
          </a:p>
          <a:p>
            <a:pPr algn="l">
              <a:spcAft>
                <a:spcPts val="1000"/>
              </a:spcAft>
              <a:buNone/>
            </a:pPr>
            <a:r>
              <a:rPr lang="en-US" sz="1400" dirty="0">
                <a:solidFill>
                  <a:srgbClr val="FEF8E8"/>
                </a:solidFill>
                <a:latin typeface="Arial"/>
              </a:rPr>
              <a:t>more first calls (729 vs. 699)</a:t>
            </a:r>
          </a:p>
          <a:p>
            <a:pPr algn="l">
              <a:buNone/>
            </a:pPr>
            <a:r>
              <a:rPr lang="en-US" sz="4000" b="1" dirty="0">
                <a:solidFill>
                  <a:srgbClr val="FFFFFF"/>
                </a:solidFill>
                <a:latin typeface="Arial"/>
              </a:rPr>
              <a:t>+2.5%</a:t>
            </a:r>
          </a:p>
          <a:p>
            <a:pPr algn="l">
              <a:buNone/>
            </a:pPr>
            <a:r>
              <a:rPr lang="en-US" sz="1400" dirty="0">
                <a:solidFill>
                  <a:srgbClr val="FEF8E8"/>
                </a:solidFill>
                <a:latin typeface="Arial"/>
              </a:rPr>
              <a:t>more new cases (410 vs. 400)</a:t>
            </a:r>
          </a:p>
        </p:txBody>
      </p:sp>
      <p:sp>
        <p:nvSpPr>
          <p:cNvPr id="2" name="ABAnalysisAccent">
            <a:extLst>
              <a:ext uri="{FF2B5EF4-FFF2-40B4-BE49-F238E27FC236}">
                <a16:creationId xmlns:a16="http://schemas.microsoft.com/office/drawing/2014/main" id="{07A408F2-4FB5-4187-B2E9-D1A7E270FF3D}"/>
              </a:ext>
            </a:extLst>
          </p:cNvPr>
          <p:cNvSpPr/>
          <p:nvPr/>
        </p:nvSpPr>
        <p:spPr>
          <a:xfrm>
            <a:off x="609600" y="5518150"/>
            <a:ext cx="76200" cy="965200"/>
          </a:xfrm>
          <a:prstGeom prst="rect">
            <a:avLst/>
          </a:prstGeom>
          <a:solidFill>
            <a:srgbClr val="00504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ABAnalysis">
            <a:extLst>
              <a:ext uri="{FF2B5EF4-FFF2-40B4-BE49-F238E27FC236}">
                <a16:creationId xmlns:a16="http://schemas.microsoft.com/office/drawing/2014/main" id="{7F91B682-F1E3-4A19-A7BD-96CC5FAEE348}"/>
              </a:ext>
            </a:extLst>
          </p:cNvPr>
          <p:cNvSpPr/>
          <p:nvPr/>
        </p:nvSpPr>
        <p:spPr>
          <a:xfrm>
            <a:off x="685800" y="5518150"/>
            <a:ext cx="10896600" cy="965200"/>
          </a:xfrm>
          <a:prstGeom prst="roundRect">
            <a:avLst/>
          </a:prstGeom>
          <a:solidFill>
            <a:srgbClr val="EAF0E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lstStyle/>
          <a:p>
            <a:pPr algn="l">
              <a:spcAft>
                <a:spcPts val="300"/>
              </a:spcAft>
              <a:buNone/>
            </a:pPr>
            <a:r>
              <a:rPr lang="en-US" sz="1200" b="1" spc="200" dirty="0">
                <a:solidFill>
                  <a:srgbClr val="005041"/>
                </a:solidFill>
                <a:latin typeface="Arial"/>
              </a:rPr>
              <a:t>WHAT WE LEARNED</a:t>
            </a:r>
          </a:p>
          <a:p>
            <a:pPr algn="l">
              <a:buNone/>
            </a:pPr>
            <a:r>
              <a:rPr lang="en-US" sz="1400" dirty="0">
                <a:solidFill>
                  <a:srgbClr val="3C301B"/>
                </a:solidFill>
                <a:latin typeface="Arial"/>
              </a:rPr>
              <a:t>Employer Led wins the top of the funnel (+4.3% first calls, +2.5% new cases), but the edge fades downstream — Lantern Led carried more cases through to surgery (91 vs. 76). Net: Employer Led drives volume, Lantern Led converts better deeper in the funnel.</a:t>
            </a:r>
          </a:p>
        </p:txBody>
      </p:sp>
      <p:sp>
        <p:nvSpPr>
          <p:cNvPr id="7" name="Rectangle 6">
            <a:extLst>
              <a:ext uri="{FF2B5EF4-FFF2-40B4-BE49-F238E27FC236}">
                <a16:creationId xmlns:a16="http://schemas.microsoft.com/office/drawing/2014/main" id="{CD1D597A-4657-2E2B-491C-B6AD1F538F1D}"/>
              </a:ext>
            </a:extLst>
          </p:cNvPr>
          <p:cNvSpPr/>
          <p:nvPr/>
        </p:nvSpPr>
        <p:spPr>
          <a:xfrm>
            <a:off x="10305288" y="265176"/>
            <a:ext cx="1463040" cy="626999"/>
          </a:xfrm>
          <a:prstGeom prst="rect">
            <a:avLst/>
          </a:prstGeom>
          <a:solidFill>
            <a:srgbClr val="301E0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dirty="0"/>
              <a:t>Q2 2026</a:t>
            </a:r>
          </a:p>
        </p:txBody>
      </p:sp>
    </p:spTree>
    <p:extLst>
      <p:ext uri="{BB962C8B-B14F-4D97-AF65-F5344CB8AC3E}">
        <p14:creationId xmlns:p14="http://schemas.microsoft.com/office/powerpoint/2010/main" val="1143485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89DCD-6CC4-FC99-27DD-455AA71F4BE9}"/>
            </a:ext>
          </a:extLst>
        </p:cNvPr>
        <p:cNvGrpSpPr/>
        <p:nvPr/>
      </p:nvGrpSpPr>
      <p:grpSpPr>
        <a:xfrm>
          <a:off x="0" y="0"/>
          <a:ext cx="0" cy="0"/>
          <a:chOff x="0" y="0"/>
          <a:chExt cx="0" cy="0"/>
        </a:xfrm>
      </p:grpSpPr>
      <p:sp>
        <p:nvSpPr>
          <p:cNvPr id="4" name="ABTitle">
            <a:extLst>
              <a:ext uri="{FF2B5EF4-FFF2-40B4-BE49-F238E27FC236}">
                <a16:creationId xmlns:a16="http://schemas.microsoft.com/office/drawing/2014/main" id="{21922251-D96A-B548-E908-F9B1F189AF30}"/>
              </a:ext>
            </a:extLst>
          </p:cNvPr>
          <p:cNvSpPr txBox="1"/>
          <p:nvPr/>
        </p:nvSpPr>
        <p:spPr>
          <a:xfrm>
            <a:off x="609600" y="535801"/>
            <a:ext cx="10972800" cy="553998"/>
          </a:xfrm>
          <a:prstGeom prst="rect">
            <a:avLst/>
          </a:prstGeom>
          <a:noFill/>
        </p:spPr>
        <p:txBody>
          <a:bodyPr vertOverflow="overflow" vert="horz" wrap="square" rtlCol="0" anchor="ctr" anchorCtr="0">
            <a:spAutoFit/>
          </a:bodyPr>
          <a:lstStyle/>
          <a:p>
            <a:pPr algn="l"/>
            <a:r>
              <a:rPr lang="en-US" sz="3000" b="1" dirty="0">
                <a:solidFill>
                  <a:srgbClr val="005041"/>
                </a:solidFill>
                <a:latin typeface="Arial"/>
              </a:rPr>
              <a:t>Letter format wins on first calls and surgeries</a:t>
            </a:r>
          </a:p>
        </p:txBody>
      </p:sp>
      <p:sp>
        <p:nvSpPr>
          <p:cNvPr id="5" name="ABContext">
            <a:extLst>
              <a:ext uri="{FF2B5EF4-FFF2-40B4-BE49-F238E27FC236}">
                <a16:creationId xmlns:a16="http://schemas.microsoft.com/office/drawing/2014/main" id="{CAE795EF-8555-C73F-6D2B-5CC8A642C562}"/>
              </a:ext>
            </a:extLst>
          </p:cNvPr>
          <p:cNvSpPr txBox="1"/>
          <p:nvPr/>
        </p:nvSpPr>
        <p:spPr>
          <a:xfrm>
            <a:off x="609600" y="1102067"/>
            <a:ext cx="10972800" cy="323165"/>
          </a:xfrm>
          <a:prstGeom prst="rect">
            <a:avLst/>
          </a:prstGeom>
          <a:noFill/>
        </p:spPr>
        <p:txBody>
          <a:bodyPr vertOverflow="overflow" vert="horz" wrap="square" rtlCol="0" anchor="ctr" anchorCtr="0">
            <a:spAutoFit/>
          </a:bodyPr>
          <a:lstStyle/>
          <a:p>
            <a:pPr algn="l"/>
            <a:r>
              <a:rPr lang="en-US" sz="1500" dirty="0">
                <a:solidFill>
                  <a:srgbClr val="3C301B"/>
                </a:solidFill>
                <a:latin typeface="Arial"/>
              </a:rPr>
              <a:t>Direct mail A/B test  ·  Bifold vs. Letter mailer format</a:t>
            </a:r>
          </a:p>
        </p:txBody>
      </p:sp>
      <p:sp>
        <p:nvSpPr>
          <p:cNvPr id="6" name="ABCallout">
            <a:extLst>
              <a:ext uri="{FF2B5EF4-FFF2-40B4-BE49-F238E27FC236}">
                <a16:creationId xmlns:a16="http://schemas.microsoft.com/office/drawing/2014/main" id="{230C8DE2-E62F-D99B-F16B-8E18A2E12C5A}"/>
              </a:ext>
            </a:extLst>
          </p:cNvPr>
          <p:cNvSpPr/>
          <p:nvPr/>
        </p:nvSpPr>
        <p:spPr>
          <a:xfrm>
            <a:off x="8534400" y="1695450"/>
            <a:ext cx="3048000" cy="3505200"/>
          </a:xfrm>
          <a:prstGeom prst="roundRect">
            <a:avLst/>
          </a:prstGeom>
          <a:solidFill>
            <a:srgbClr val="00504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228600" tIns="254000" rIns="228600" bIns="228600" rtlCol="0" anchor="t" anchorCtr="0"/>
          <a:lstStyle/>
          <a:p>
            <a:pPr algn="l">
              <a:spcAft>
                <a:spcPts val="600"/>
              </a:spcAft>
              <a:buNone/>
            </a:pPr>
            <a:r>
              <a:rPr lang="en-US" sz="1400" b="1" spc="200" dirty="0">
                <a:solidFill>
                  <a:srgbClr val="FF6947"/>
                </a:solidFill>
                <a:latin typeface="Arial"/>
              </a:rPr>
              <a:t>STRONGER FORMAT</a:t>
            </a:r>
          </a:p>
          <a:p>
            <a:pPr algn="l">
              <a:buNone/>
            </a:pPr>
            <a:r>
              <a:rPr lang="en-US" sz="4000" b="1" dirty="0">
                <a:solidFill>
                  <a:srgbClr val="FFFFFF"/>
                </a:solidFill>
                <a:latin typeface="Arial"/>
              </a:rPr>
              <a:t>+24.7%</a:t>
            </a:r>
          </a:p>
          <a:p>
            <a:pPr algn="l">
              <a:spcAft>
                <a:spcPts val="1000"/>
              </a:spcAft>
              <a:buNone/>
            </a:pPr>
            <a:r>
              <a:rPr lang="en-US" sz="1400" dirty="0">
                <a:solidFill>
                  <a:srgbClr val="FEF8E8"/>
                </a:solidFill>
                <a:latin typeface="Arial"/>
              </a:rPr>
              <a:t>more first calls (237 vs. 190)</a:t>
            </a:r>
          </a:p>
          <a:p>
            <a:pPr algn="l">
              <a:buNone/>
            </a:pPr>
            <a:r>
              <a:rPr lang="en-US" sz="4000" b="1" dirty="0">
                <a:solidFill>
                  <a:srgbClr val="FFFFFF"/>
                </a:solidFill>
                <a:latin typeface="Arial"/>
              </a:rPr>
              <a:t>+12.5%</a:t>
            </a:r>
          </a:p>
          <a:p>
            <a:pPr algn="l">
              <a:buNone/>
            </a:pPr>
            <a:r>
              <a:rPr lang="en-US" sz="1400" dirty="0">
                <a:solidFill>
                  <a:srgbClr val="FEF8E8"/>
                </a:solidFill>
                <a:latin typeface="Arial"/>
              </a:rPr>
              <a:t>more surgeries (18 vs. 16)</a:t>
            </a:r>
          </a:p>
        </p:txBody>
      </p:sp>
      <p:graphicFrame>
        <p:nvGraphicFramePr>
          <p:cNvPr id="3" name="ABResultsTable">
            <a:extLst>
              <a:ext uri="{FF2B5EF4-FFF2-40B4-BE49-F238E27FC236}">
                <a16:creationId xmlns:a16="http://schemas.microsoft.com/office/drawing/2014/main" id="{6FE9A8C3-2F28-4654-9711-95A129124EFF}"/>
              </a:ext>
            </a:extLst>
          </p:cNvPr>
          <p:cNvGraphicFramePr>
            <a:graphicFrameLocks noGrp="1"/>
          </p:cNvGraphicFramePr>
          <p:nvPr/>
        </p:nvGraphicFramePr>
        <p:xfrm>
          <a:off x="609600" y="1695450"/>
          <a:ext cx="7620000" cy="35052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97469590"/>
                    </a:ext>
                  </a:extLst>
                </a:gridCol>
                <a:gridCol w="1651000">
                  <a:extLst>
                    <a:ext uri="{9D8B030D-6E8A-4147-A177-3AD203B41FA5}">
                      <a16:colId xmlns:a16="http://schemas.microsoft.com/office/drawing/2014/main" val="933009811"/>
                    </a:ext>
                  </a:extLst>
                </a:gridCol>
                <a:gridCol w="1651000">
                  <a:extLst>
                    <a:ext uri="{9D8B030D-6E8A-4147-A177-3AD203B41FA5}">
                      <a16:colId xmlns:a16="http://schemas.microsoft.com/office/drawing/2014/main" val="37908756"/>
                    </a:ext>
                  </a:extLst>
                </a:gridCol>
                <a:gridCol w="2032000">
                  <a:extLst>
                    <a:ext uri="{9D8B030D-6E8A-4147-A177-3AD203B41FA5}">
                      <a16:colId xmlns:a16="http://schemas.microsoft.com/office/drawing/2014/main" val="256244840"/>
                    </a:ext>
                  </a:extLst>
                </a:gridCol>
              </a:tblGrid>
              <a:tr h="584200">
                <a:tc>
                  <a:txBody>
                    <a:bodyPr/>
                    <a:lstStyle/>
                    <a:p>
                      <a:pPr algn="l"/>
                      <a:r>
                        <a:rPr lang="en-US" sz="1500" b="1">
                          <a:solidFill>
                            <a:srgbClr val="FFFFFF"/>
                          </a:solidFill>
                          <a:latin typeface="Arial"/>
                          <a:cs typeface="Arial"/>
                        </a:rPr>
                        <a:t>Funnel Stage</a:t>
                      </a:r>
                    </a:p>
                  </a:txBody>
                  <a:tcPr anchor="ctr">
                    <a:solidFill>
                      <a:srgbClr val="005041"/>
                    </a:solidFill>
                  </a:tcPr>
                </a:tc>
                <a:tc>
                  <a:txBody>
                    <a:bodyPr/>
                    <a:lstStyle/>
                    <a:p>
                      <a:pPr algn="r"/>
                      <a:r>
                        <a:rPr lang="en-US" sz="1500" b="1">
                          <a:solidFill>
                            <a:srgbClr val="FFFFFF"/>
                          </a:solidFill>
                          <a:latin typeface="Arial"/>
                          <a:cs typeface="Arial"/>
                        </a:rPr>
                        <a:t>Bifold</a:t>
                      </a:r>
                    </a:p>
                  </a:txBody>
                  <a:tcPr anchor="ctr">
                    <a:solidFill>
                      <a:srgbClr val="005041"/>
                    </a:solidFill>
                  </a:tcPr>
                </a:tc>
                <a:tc>
                  <a:txBody>
                    <a:bodyPr/>
                    <a:lstStyle/>
                    <a:p>
                      <a:pPr algn="r"/>
                      <a:r>
                        <a:rPr lang="en-US" sz="1500" b="1">
                          <a:solidFill>
                            <a:srgbClr val="FFFFFF"/>
                          </a:solidFill>
                          <a:latin typeface="Arial"/>
                          <a:cs typeface="Arial"/>
                        </a:rPr>
                        <a:t>Letter</a:t>
                      </a:r>
                    </a:p>
                  </a:txBody>
                  <a:tcPr anchor="ctr">
                    <a:solidFill>
                      <a:srgbClr val="005041"/>
                    </a:solidFill>
                  </a:tcPr>
                </a:tc>
                <a:tc>
                  <a:txBody>
                    <a:bodyPr/>
                    <a:lstStyle/>
                    <a:p>
                      <a:pPr algn="r"/>
                      <a:r>
                        <a:rPr lang="en-US" sz="1500" b="1">
                          <a:solidFill>
                            <a:srgbClr val="FFFFFF"/>
                          </a:solidFill>
                          <a:latin typeface="Arial"/>
                          <a:cs typeface="Arial"/>
                        </a:rPr>
                        <a:t>Difference</a:t>
                      </a:r>
                    </a:p>
                  </a:txBody>
                  <a:tcPr anchor="ctr">
                    <a:solidFill>
                      <a:srgbClr val="005041"/>
                    </a:solidFill>
                  </a:tcPr>
                </a:tc>
                <a:extLst>
                  <a:ext uri="{0D108BD9-81ED-4DB2-BD59-A6C34878D82A}">
                    <a16:rowId xmlns:a16="http://schemas.microsoft.com/office/drawing/2014/main" val="3017857545"/>
                  </a:ext>
                </a:extLst>
              </a:tr>
              <a:tr h="584200">
                <a:tc>
                  <a:txBody>
                    <a:bodyPr/>
                    <a:lstStyle/>
                    <a:p>
                      <a:pPr algn="l"/>
                      <a:r>
                        <a:rPr lang="en-US" sz="1400" b="1">
                          <a:solidFill>
                            <a:srgbClr val="301E04"/>
                          </a:solidFill>
                          <a:latin typeface="Arial"/>
                          <a:cs typeface="Arial"/>
                        </a:rPr>
                        <a:t>Mail Sends</a:t>
                      </a:r>
                    </a:p>
                  </a:txBody>
                  <a:tcPr anchor="ctr">
                    <a:solidFill>
                      <a:srgbClr val="FFFFFF"/>
                    </a:solidFill>
                  </a:tcPr>
                </a:tc>
                <a:tc>
                  <a:txBody>
                    <a:bodyPr/>
                    <a:lstStyle/>
                    <a:p>
                      <a:pPr algn="r"/>
                      <a:r>
                        <a:rPr lang="en-US" sz="1400">
                          <a:solidFill>
                            <a:srgbClr val="3C301B"/>
                          </a:solidFill>
                          <a:latin typeface="Arial"/>
                          <a:cs typeface="Arial"/>
                        </a:rPr>
                        <a:t>51,220</a:t>
                      </a:r>
                    </a:p>
                  </a:txBody>
                  <a:tcPr anchor="ctr">
                    <a:solidFill>
                      <a:srgbClr val="FFFFFF"/>
                    </a:solidFill>
                  </a:tcPr>
                </a:tc>
                <a:tc>
                  <a:txBody>
                    <a:bodyPr/>
                    <a:lstStyle/>
                    <a:p>
                      <a:pPr algn="r"/>
                      <a:r>
                        <a:rPr lang="en-US" sz="1400">
                          <a:solidFill>
                            <a:srgbClr val="3C301B"/>
                          </a:solidFill>
                          <a:latin typeface="Arial"/>
                          <a:cs typeface="Arial"/>
                        </a:rPr>
                        <a:t>51,256</a:t>
                      </a:r>
                    </a:p>
                  </a:txBody>
                  <a:tcPr anchor="ctr">
                    <a:solidFill>
                      <a:srgbClr val="FFFFFF"/>
                    </a:solidFill>
                  </a:tcPr>
                </a:tc>
                <a:tc>
                  <a:txBody>
                    <a:bodyPr/>
                    <a:lstStyle/>
                    <a:p>
                      <a:pPr algn="r"/>
                      <a:r>
                        <a:rPr lang="en-US" sz="1400" b="0">
                          <a:solidFill>
                            <a:srgbClr val="3C301B"/>
                          </a:solidFill>
                          <a:latin typeface="Arial"/>
                          <a:cs typeface="Arial"/>
                        </a:rPr>
                        <a:t>+36</a:t>
                      </a:r>
                    </a:p>
                  </a:txBody>
                  <a:tcPr anchor="ctr">
                    <a:solidFill>
                      <a:srgbClr val="FFFFFF"/>
                    </a:solidFill>
                  </a:tcPr>
                </a:tc>
                <a:extLst>
                  <a:ext uri="{0D108BD9-81ED-4DB2-BD59-A6C34878D82A}">
                    <a16:rowId xmlns:a16="http://schemas.microsoft.com/office/drawing/2014/main" val="231950549"/>
                  </a:ext>
                </a:extLst>
              </a:tr>
              <a:tr h="584200">
                <a:tc>
                  <a:txBody>
                    <a:bodyPr/>
                    <a:lstStyle/>
                    <a:p>
                      <a:pPr algn="l"/>
                      <a:r>
                        <a:rPr lang="en-US" sz="1400" b="1">
                          <a:solidFill>
                            <a:srgbClr val="301E04"/>
                          </a:solidFill>
                          <a:latin typeface="Arial"/>
                          <a:cs typeface="Arial"/>
                        </a:rPr>
                        <a:t>First Calls</a:t>
                      </a:r>
                    </a:p>
                  </a:txBody>
                  <a:tcPr anchor="ctr">
                    <a:solidFill>
                      <a:srgbClr val="FEF8E8"/>
                    </a:solidFill>
                  </a:tcPr>
                </a:tc>
                <a:tc>
                  <a:txBody>
                    <a:bodyPr/>
                    <a:lstStyle/>
                    <a:p>
                      <a:pPr algn="r"/>
                      <a:r>
                        <a:rPr lang="en-US" sz="1400">
                          <a:solidFill>
                            <a:srgbClr val="3C301B"/>
                          </a:solidFill>
                          <a:latin typeface="Arial"/>
                          <a:cs typeface="Arial"/>
                        </a:rPr>
                        <a:t>190</a:t>
                      </a:r>
                    </a:p>
                  </a:txBody>
                  <a:tcPr anchor="ctr">
                    <a:solidFill>
                      <a:srgbClr val="FEF8E8"/>
                    </a:solidFill>
                  </a:tcPr>
                </a:tc>
                <a:tc>
                  <a:txBody>
                    <a:bodyPr/>
                    <a:lstStyle/>
                    <a:p>
                      <a:pPr algn="r"/>
                      <a:r>
                        <a:rPr lang="en-US" sz="1400">
                          <a:solidFill>
                            <a:srgbClr val="3C301B"/>
                          </a:solidFill>
                          <a:latin typeface="Arial"/>
                          <a:cs typeface="Arial"/>
                        </a:rPr>
                        <a:t>237</a:t>
                      </a:r>
                    </a:p>
                  </a:txBody>
                  <a:tcPr anchor="ctr">
                    <a:solidFill>
                      <a:srgbClr val="FEF8E8"/>
                    </a:solidFill>
                  </a:tcPr>
                </a:tc>
                <a:tc>
                  <a:txBody>
                    <a:bodyPr/>
                    <a:lstStyle/>
                    <a:p>
                      <a:pPr algn="r"/>
                      <a:r>
                        <a:rPr lang="en-US" sz="1400" b="1">
                          <a:solidFill>
                            <a:srgbClr val="005041"/>
                          </a:solidFill>
                          <a:latin typeface="Arial"/>
                          <a:cs typeface="Arial"/>
                        </a:rPr>
                        <a:t>+47  (+24.7%)</a:t>
                      </a:r>
                    </a:p>
                  </a:txBody>
                  <a:tcPr anchor="ctr">
                    <a:solidFill>
                      <a:srgbClr val="FEF8E8"/>
                    </a:solidFill>
                  </a:tcPr>
                </a:tc>
                <a:extLst>
                  <a:ext uri="{0D108BD9-81ED-4DB2-BD59-A6C34878D82A}">
                    <a16:rowId xmlns:a16="http://schemas.microsoft.com/office/drawing/2014/main" val="3271205578"/>
                  </a:ext>
                </a:extLst>
              </a:tr>
              <a:tr h="584200">
                <a:tc>
                  <a:txBody>
                    <a:bodyPr/>
                    <a:lstStyle/>
                    <a:p>
                      <a:pPr algn="l"/>
                      <a:r>
                        <a:rPr lang="en-US" sz="1400" b="1">
                          <a:solidFill>
                            <a:srgbClr val="301E04"/>
                          </a:solidFill>
                          <a:latin typeface="Arial"/>
                          <a:cs typeface="Arial"/>
                        </a:rPr>
                        <a:t>New Cases</a:t>
                      </a:r>
                    </a:p>
                  </a:txBody>
                  <a:tcPr anchor="ctr">
                    <a:solidFill>
                      <a:srgbClr val="FFFFFF"/>
                    </a:solidFill>
                  </a:tcPr>
                </a:tc>
                <a:tc>
                  <a:txBody>
                    <a:bodyPr/>
                    <a:lstStyle/>
                    <a:p>
                      <a:pPr algn="r"/>
                      <a:r>
                        <a:rPr lang="en-US" sz="1400">
                          <a:solidFill>
                            <a:srgbClr val="3C301B"/>
                          </a:solidFill>
                          <a:latin typeface="Arial"/>
                          <a:cs typeface="Arial"/>
                        </a:rPr>
                        <a:t>122</a:t>
                      </a:r>
                    </a:p>
                  </a:txBody>
                  <a:tcPr anchor="ctr">
                    <a:solidFill>
                      <a:srgbClr val="FFFFFF"/>
                    </a:solidFill>
                  </a:tcPr>
                </a:tc>
                <a:tc>
                  <a:txBody>
                    <a:bodyPr/>
                    <a:lstStyle/>
                    <a:p>
                      <a:pPr algn="r"/>
                      <a:r>
                        <a:rPr lang="en-US" sz="1400">
                          <a:solidFill>
                            <a:srgbClr val="3C301B"/>
                          </a:solidFill>
                          <a:latin typeface="Arial"/>
                          <a:cs typeface="Arial"/>
                        </a:rPr>
                        <a:t>116</a:t>
                      </a:r>
                    </a:p>
                  </a:txBody>
                  <a:tcPr anchor="ctr">
                    <a:solidFill>
                      <a:srgbClr val="FFFFFF"/>
                    </a:solidFill>
                  </a:tcPr>
                </a:tc>
                <a:tc>
                  <a:txBody>
                    <a:bodyPr/>
                    <a:lstStyle/>
                    <a:p>
                      <a:pPr algn="r"/>
                      <a:r>
                        <a:rPr lang="en-US" sz="1400" b="1">
                          <a:solidFill>
                            <a:srgbClr val="FF6947"/>
                          </a:solidFill>
                          <a:latin typeface="Arial"/>
                          <a:cs typeface="Arial"/>
                        </a:rPr>
                        <a:t>−6  (−4.9%)</a:t>
                      </a:r>
                    </a:p>
                  </a:txBody>
                  <a:tcPr anchor="ctr">
                    <a:solidFill>
                      <a:srgbClr val="FFFFFF"/>
                    </a:solidFill>
                  </a:tcPr>
                </a:tc>
                <a:extLst>
                  <a:ext uri="{0D108BD9-81ED-4DB2-BD59-A6C34878D82A}">
                    <a16:rowId xmlns:a16="http://schemas.microsoft.com/office/drawing/2014/main" val="1258863652"/>
                  </a:ext>
                </a:extLst>
              </a:tr>
              <a:tr h="584200">
                <a:tc>
                  <a:txBody>
                    <a:bodyPr/>
                    <a:lstStyle/>
                    <a:p>
                      <a:pPr algn="l"/>
                      <a:r>
                        <a:rPr lang="en-US" sz="1400" b="1">
                          <a:solidFill>
                            <a:srgbClr val="301E04"/>
                          </a:solidFill>
                          <a:latin typeface="Arial"/>
                          <a:cs typeface="Arial"/>
                        </a:rPr>
                        <a:t>Reached Consult</a:t>
                      </a:r>
                    </a:p>
                  </a:txBody>
                  <a:tcPr anchor="ctr">
                    <a:solidFill>
                      <a:srgbClr val="FEF8E8"/>
                    </a:solidFill>
                  </a:tcPr>
                </a:tc>
                <a:tc>
                  <a:txBody>
                    <a:bodyPr/>
                    <a:lstStyle/>
                    <a:p>
                      <a:pPr algn="r"/>
                      <a:r>
                        <a:rPr lang="en-US" sz="1400">
                          <a:solidFill>
                            <a:srgbClr val="3C301B"/>
                          </a:solidFill>
                          <a:latin typeface="Arial"/>
                          <a:cs typeface="Arial"/>
                        </a:rPr>
                        <a:t>61</a:t>
                      </a:r>
                    </a:p>
                  </a:txBody>
                  <a:tcPr anchor="ctr">
                    <a:solidFill>
                      <a:srgbClr val="FEF8E8"/>
                    </a:solidFill>
                  </a:tcPr>
                </a:tc>
                <a:tc>
                  <a:txBody>
                    <a:bodyPr/>
                    <a:lstStyle/>
                    <a:p>
                      <a:pPr algn="r"/>
                      <a:r>
                        <a:rPr lang="en-US" sz="1400">
                          <a:solidFill>
                            <a:srgbClr val="3C301B"/>
                          </a:solidFill>
                          <a:latin typeface="Arial"/>
                          <a:cs typeface="Arial"/>
                        </a:rPr>
                        <a:t>67</a:t>
                      </a:r>
                    </a:p>
                  </a:txBody>
                  <a:tcPr anchor="ctr">
                    <a:solidFill>
                      <a:srgbClr val="FEF8E8"/>
                    </a:solidFill>
                  </a:tcPr>
                </a:tc>
                <a:tc>
                  <a:txBody>
                    <a:bodyPr/>
                    <a:lstStyle/>
                    <a:p>
                      <a:pPr algn="r"/>
                      <a:r>
                        <a:rPr lang="en-US" sz="1400" b="1">
                          <a:solidFill>
                            <a:srgbClr val="005041"/>
                          </a:solidFill>
                          <a:latin typeface="Arial"/>
                          <a:cs typeface="Arial"/>
                        </a:rPr>
                        <a:t>+6  (+9.8%)</a:t>
                      </a:r>
                    </a:p>
                  </a:txBody>
                  <a:tcPr anchor="ctr">
                    <a:solidFill>
                      <a:srgbClr val="FEF8E8"/>
                    </a:solidFill>
                  </a:tcPr>
                </a:tc>
                <a:extLst>
                  <a:ext uri="{0D108BD9-81ED-4DB2-BD59-A6C34878D82A}">
                    <a16:rowId xmlns:a16="http://schemas.microsoft.com/office/drawing/2014/main" val="4194513727"/>
                  </a:ext>
                </a:extLst>
              </a:tr>
              <a:tr h="584200">
                <a:tc>
                  <a:txBody>
                    <a:bodyPr/>
                    <a:lstStyle/>
                    <a:p>
                      <a:pPr algn="l"/>
                      <a:r>
                        <a:rPr lang="en-US" sz="1400" b="1">
                          <a:solidFill>
                            <a:srgbClr val="301E04"/>
                          </a:solidFill>
                          <a:latin typeface="Arial"/>
                          <a:cs typeface="Arial"/>
                        </a:rPr>
                        <a:t>Reached Surgery</a:t>
                      </a:r>
                    </a:p>
                  </a:txBody>
                  <a:tcPr anchor="ctr">
                    <a:solidFill>
                      <a:srgbClr val="FFFFFF"/>
                    </a:solidFill>
                  </a:tcPr>
                </a:tc>
                <a:tc>
                  <a:txBody>
                    <a:bodyPr/>
                    <a:lstStyle/>
                    <a:p>
                      <a:pPr algn="r"/>
                      <a:r>
                        <a:rPr lang="en-US" sz="1400">
                          <a:solidFill>
                            <a:srgbClr val="3C301B"/>
                          </a:solidFill>
                          <a:latin typeface="Arial"/>
                          <a:cs typeface="Arial"/>
                        </a:rPr>
                        <a:t>16</a:t>
                      </a:r>
                    </a:p>
                  </a:txBody>
                  <a:tcPr anchor="ctr">
                    <a:solidFill>
                      <a:srgbClr val="FFFFFF"/>
                    </a:solidFill>
                  </a:tcPr>
                </a:tc>
                <a:tc>
                  <a:txBody>
                    <a:bodyPr/>
                    <a:lstStyle/>
                    <a:p>
                      <a:pPr algn="r"/>
                      <a:r>
                        <a:rPr lang="en-US" sz="1400">
                          <a:solidFill>
                            <a:srgbClr val="3C301B"/>
                          </a:solidFill>
                          <a:latin typeface="Arial"/>
                          <a:cs typeface="Arial"/>
                        </a:rPr>
                        <a:t>18</a:t>
                      </a:r>
                    </a:p>
                  </a:txBody>
                  <a:tcPr anchor="ctr">
                    <a:solidFill>
                      <a:srgbClr val="FFFFFF"/>
                    </a:solidFill>
                  </a:tcPr>
                </a:tc>
                <a:tc>
                  <a:txBody>
                    <a:bodyPr/>
                    <a:lstStyle/>
                    <a:p>
                      <a:pPr algn="r"/>
                      <a:r>
                        <a:rPr lang="en-US" sz="1400" b="1">
                          <a:solidFill>
                            <a:srgbClr val="005041"/>
                          </a:solidFill>
                          <a:latin typeface="Arial"/>
                          <a:cs typeface="Arial"/>
                        </a:rPr>
                        <a:t>+2  (+12.5%)</a:t>
                      </a:r>
                    </a:p>
                  </a:txBody>
                  <a:tcPr anchor="ctr">
                    <a:solidFill>
                      <a:srgbClr val="FFFFFF"/>
                    </a:solidFill>
                  </a:tcPr>
                </a:tc>
                <a:extLst>
                  <a:ext uri="{0D108BD9-81ED-4DB2-BD59-A6C34878D82A}">
                    <a16:rowId xmlns:a16="http://schemas.microsoft.com/office/drawing/2014/main" val="2890764843"/>
                  </a:ext>
                </a:extLst>
              </a:tr>
            </a:tbl>
          </a:graphicData>
        </a:graphic>
      </p:graphicFrame>
      <p:sp>
        <p:nvSpPr>
          <p:cNvPr id="2" name="ABAnalysisAccent">
            <a:extLst>
              <a:ext uri="{FF2B5EF4-FFF2-40B4-BE49-F238E27FC236}">
                <a16:creationId xmlns:a16="http://schemas.microsoft.com/office/drawing/2014/main" id="{85903090-848A-463E-BD8A-4D99E90B16A3}"/>
              </a:ext>
            </a:extLst>
          </p:cNvPr>
          <p:cNvSpPr/>
          <p:nvPr/>
        </p:nvSpPr>
        <p:spPr>
          <a:xfrm>
            <a:off x="609600" y="5403850"/>
            <a:ext cx="76200" cy="965200"/>
          </a:xfrm>
          <a:prstGeom prst="rect">
            <a:avLst/>
          </a:prstGeom>
          <a:solidFill>
            <a:srgbClr val="00504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ABAnalysis">
            <a:extLst>
              <a:ext uri="{FF2B5EF4-FFF2-40B4-BE49-F238E27FC236}">
                <a16:creationId xmlns:a16="http://schemas.microsoft.com/office/drawing/2014/main" id="{F2D8E619-A436-4C1F-AD1B-C7B591C61AA0}"/>
              </a:ext>
            </a:extLst>
          </p:cNvPr>
          <p:cNvSpPr/>
          <p:nvPr/>
        </p:nvSpPr>
        <p:spPr>
          <a:xfrm>
            <a:off x="685800" y="5403850"/>
            <a:ext cx="10896600" cy="965200"/>
          </a:xfrm>
          <a:prstGeom prst="roundRect">
            <a:avLst/>
          </a:prstGeom>
          <a:solidFill>
            <a:srgbClr val="EAF0E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lstStyle/>
          <a:p>
            <a:pPr algn="l">
              <a:spcAft>
                <a:spcPts val="300"/>
              </a:spcAft>
              <a:buNone/>
            </a:pPr>
            <a:r>
              <a:rPr lang="en-US" sz="1200" b="1" spc="200" dirty="0">
                <a:solidFill>
                  <a:srgbClr val="005041"/>
                </a:solidFill>
                <a:latin typeface="Arial"/>
              </a:rPr>
              <a:t>WHAT WE LEARNED</a:t>
            </a:r>
          </a:p>
          <a:p>
            <a:pPr algn="l">
              <a:buNone/>
            </a:pPr>
            <a:r>
              <a:rPr lang="en-US" sz="1400" dirty="0">
                <a:solidFill>
                  <a:srgbClr val="3C301B"/>
                </a:solidFill>
                <a:latin typeface="Arial"/>
              </a:rPr>
              <a:t>Letter is the clear winner: +24.7% more first calls, and that lead held all the way down to +12.5% more surgeries. Bifold led only on raw new cases (+6 vs. Letter); Letter converted better at every later stage — the stronger format for booked outcomes.</a:t>
            </a:r>
          </a:p>
        </p:txBody>
      </p:sp>
      <p:sp>
        <p:nvSpPr>
          <p:cNvPr id="7" name="Rectangle 6">
            <a:extLst>
              <a:ext uri="{FF2B5EF4-FFF2-40B4-BE49-F238E27FC236}">
                <a16:creationId xmlns:a16="http://schemas.microsoft.com/office/drawing/2014/main" id="{F75C2D40-AFAA-AAB9-1E12-5CDB5E9069F7}"/>
              </a:ext>
            </a:extLst>
          </p:cNvPr>
          <p:cNvSpPr/>
          <p:nvPr/>
        </p:nvSpPr>
        <p:spPr>
          <a:xfrm>
            <a:off x="10305288" y="265176"/>
            <a:ext cx="1463040" cy="626999"/>
          </a:xfrm>
          <a:prstGeom prst="rect">
            <a:avLst/>
          </a:prstGeom>
          <a:solidFill>
            <a:srgbClr val="301E0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dirty="0"/>
              <a:t>Q2 2026</a:t>
            </a:r>
          </a:p>
        </p:txBody>
      </p:sp>
    </p:spTree>
    <p:extLst>
      <p:ext uri="{BB962C8B-B14F-4D97-AF65-F5344CB8AC3E}">
        <p14:creationId xmlns:p14="http://schemas.microsoft.com/office/powerpoint/2010/main" val="592672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134B6-FD84-084B-0D51-246913DC4E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8B1244-B731-7D39-DCA2-7D3C29667180}"/>
              </a:ext>
            </a:extLst>
          </p:cNvPr>
          <p:cNvSpPr>
            <a:spLocks noGrp="1"/>
          </p:cNvSpPr>
          <p:nvPr>
            <p:ph type="ctrTitle"/>
          </p:nvPr>
        </p:nvSpPr>
        <p:spPr/>
        <p:txBody>
          <a:bodyPr/>
          <a:lstStyle/>
          <a:p>
            <a:r>
              <a:rPr lang="en-US">
                <a:latin typeface="Aptos"/>
                <a:ea typeface="Verdana"/>
              </a:rPr>
              <a:t>Appendix</a:t>
            </a:r>
            <a:endParaRPr lang="en-US"/>
          </a:p>
        </p:txBody>
      </p:sp>
      <p:sp>
        <p:nvSpPr>
          <p:cNvPr id="3" name="Subtitle 2">
            <a:extLst>
              <a:ext uri="{FF2B5EF4-FFF2-40B4-BE49-F238E27FC236}">
                <a16:creationId xmlns:a16="http://schemas.microsoft.com/office/drawing/2014/main" id="{98C2566F-3331-0C14-22BB-ABA2004A0DA4}"/>
              </a:ext>
            </a:extLst>
          </p:cNvPr>
          <p:cNvSpPr>
            <a:spLocks noGrp="1"/>
          </p:cNvSpPr>
          <p:nvPr>
            <p:ph type="subTitle" idx="1"/>
          </p:nvPr>
        </p:nvSpPr>
        <p:spPr/>
        <p:txBody>
          <a:bodyPr vert="horz" lIns="0" tIns="0" rIns="0" bIns="0" rtlCol="0" anchor="t">
            <a:noAutofit/>
          </a:bodyPr>
          <a:lstStyle/>
          <a:p>
            <a:r>
              <a:rPr lang="en-US">
                <a:latin typeface="Aptos"/>
                <a:ea typeface="Verdana"/>
              </a:rPr>
              <a:t>Results from Directional Analyses</a:t>
            </a:r>
            <a:endParaRPr lang="en-US"/>
          </a:p>
        </p:txBody>
      </p:sp>
      <p:sp>
        <p:nvSpPr>
          <p:cNvPr id="4" name="Text Placeholder 3">
            <a:extLst>
              <a:ext uri="{FF2B5EF4-FFF2-40B4-BE49-F238E27FC236}">
                <a16:creationId xmlns:a16="http://schemas.microsoft.com/office/drawing/2014/main" id="{49D0D50D-DF15-0031-1A22-6063B40B8C9E}"/>
              </a:ext>
            </a:extLst>
          </p:cNvPr>
          <p:cNvSpPr>
            <a:spLocks noGrp="1"/>
          </p:cNvSpPr>
          <p:nvPr>
            <p:ph type="body" sz="quarter" idx="10"/>
          </p:nvPr>
        </p:nvSpPr>
        <p:spPr>
          <a:xfrm>
            <a:off x="838200" y="4152820"/>
            <a:ext cx="10515600" cy="205184"/>
          </a:xfrm>
        </p:spPr>
        <p:txBody>
          <a:bodyPr vert="horz" lIns="0" tIns="0" rIns="0" bIns="0" rtlCol="0" anchor="t">
            <a:spAutoFit/>
          </a:bodyPr>
          <a:lstStyle/>
          <a:p>
            <a:r>
              <a:rPr lang="en-US">
                <a:latin typeface="Aptos"/>
                <a:ea typeface="Verdana"/>
              </a:rPr>
              <a:t>(Not True A/B Tests)</a:t>
            </a:r>
            <a:endParaRPr lang="en-US"/>
          </a:p>
        </p:txBody>
      </p:sp>
    </p:spTree>
    <p:extLst>
      <p:ext uri="{BB962C8B-B14F-4D97-AF65-F5344CB8AC3E}">
        <p14:creationId xmlns:p14="http://schemas.microsoft.com/office/powerpoint/2010/main" val="2479689055"/>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8A97F-3B70-CC03-2E5A-BC054AA59DF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63ADAFF-BBD8-5FAA-7176-B4AC4FB62B6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82000"/>
                  </a:prstClr>
                </a:solidFill>
                <a:effectLst/>
                <a:uLnTx/>
                <a:uFillTx/>
                <a:latin typeface="Aptos" panose="020B0004020202020204" pitchFamily="34" charset="0"/>
                <a:ea typeface="+mn-ea"/>
                <a:cs typeface="+mn-cs"/>
              </a:rPr>
              <a:t>Confidential and Proprietary   |   </a:t>
            </a:r>
            <a:fld id="{E8E57688-8A43-D74C-B8E0-302A51871BAE}" type="slidenum">
              <a:rPr kumimoji="0" lang="en-US" sz="1200" b="0" i="0" u="none" strike="noStrike" kern="1200" cap="none" spc="0" normalizeH="0" baseline="0" noProof="0" smtClean="0">
                <a:ln>
                  <a:noFill/>
                </a:ln>
                <a:solidFill>
                  <a:prstClr val="black">
                    <a:tint val="82000"/>
                  </a:prst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tint val="82000"/>
                </a:prstClr>
              </a:solidFill>
              <a:effectLst/>
              <a:uLnTx/>
              <a:uFillTx/>
              <a:latin typeface="Aptos" panose="020B0004020202020204" pitchFamily="34" charset="0"/>
              <a:ea typeface="+mn-ea"/>
              <a:cs typeface="+mn-cs"/>
            </a:endParaRPr>
          </a:p>
        </p:txBody>
      </p:sp>
      <p:sp>
        <p:nvSpPr>
          <p:cNvPr id="20" name="Title">
            <a:extLst>
              <a:ext uri="{FF2B5EF4-FFF2-40B4-BE49-F238E27FC236}">
                <a16:creationId xmlns:a16="http://schemas.microsoft.com/office/drawing/2014/main" id="{F5ABA9D3-6C6A-A728-C860-79094C9E82CD}"/>
              </a:ext>
            </a:extLst>
          </p:cNvPr>
          <p:cNvSpPr/>
          <p:nvPr/>
        </p:nvSpPr>
        <p:spPr>
          <a:xfrm>
            <a:off x="457200" y="457200"/>
            <a:ext cx="11277600" cy="635000"/>
          </a:xfrm>
          <a:prstGeom prst="rect">
            <a:avLst/>
          </a:prstGeom>
          <a:noFill/>
          <a:ln>
            <a:noFill/>
          </a:ln>
        </p:spPr>
        <p:txBody>
          <a:bodyPr wrap="square" lIns="0" tIns="0" rIns="0" bIns="0" anchor="t"/>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200" b="1" i="0" u="none" strike="noStrike" kern="1200" cap="none" spc="-150" normalizeH="0" baseline="0" noProof="0">
                <a:ln>
                  <a:noFill/>
                </a:ln>
                <a:solidFill>
                  <a:srgbClr val="301E04"/>
                </a:solidFill>
                <a:effectLst/>
                <a:uLnTx/>
                <a:uFillTx/>
                <a:latin typeface="Aptos SemiBold"/>
                <a:ea typeface="+mn-ea"/>
                <a:cs typeface="+mn-cs"/>
              </a:rPr>
              <a:t>Southwest Welcome Letter Results</a:t>
            </a:r>
          </a:p>
        </p:txBody>
      </p:sp>
      <p:sp>
        <p:nvSpPr>
          <p:cNvPr id="21" name="Subtitle">
            <a:extLst>
              <a:ext uri="{FF2B5EF4-FFF2-40B4-BE49-F238E27FC236}">
                <a16:creationId xmlns:a16="http://schemas.microsoft.com/office/drawing/2014/main" id="{6D6DEA2B-2080-5494-185C-292B355A476F}"/>
              </a:ext>
            </a:extLst>
          </p:cNvPr>
          <p:cNvSpPr/>
          <p:nvPr/>
        </p:nvSpPr>
        <p:spPr>
          <a:xfrm>
            <a:off x="457200" y="1117600"/>
            <a:ext cx="7620000" cy="355600"/>
          </a:xfrm>
          <a:prstGeom prst="rect">
            <a:avLst/>
          </a:prstGeom>
          <a:noFill/>
          <a:ln>
            <a:noFill/>
          </a:ln>
        </p:spPr>
        <p:txBody>
          <a:bodyPr wrap="square" lIns="0" tIns="0" rIns="0" bIns="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srgbClr val="355834"/>
                </a:solidFill>
                <a:effectLst/>
                <a:uLnTx/>
                <a:uFillTx/>
                <a:latin typeface="Aptos"/>
                <a:ea typeface="+mn-ea"/>
                <a:cs typeface="+mn-cs"/>
              </a:rPr>
              <a:t>Welcome letter sent 1/8/2026 — 28-day pre/post comparison</a:t>
            </a:r>
          </a:p>
        </p:txBody>
      </p:sp>
      <p:sp>
        <p:nvSpPr>
          <p:cNvPr id="22" name="StatCard">
            <a:extLst>
              <a:ext uri="{FF2B5EF4-FFF2-40B4-BE49-F238E27FC236}">
                <a16:creationId xmlns:a16="http://schemas.microsoft.com/office/drawing/2014/main" id="{44F75BAD-9D16-A3C6-14CE-36689A35F540}"/>
              </a:ext>
            </a:extLst>
          </p:cNvPr>
          <p:cNvSpPr/>
          <p:nvPr/>
        </p:nvSpPr>
        <p:spPr>
          <a:xfrm>
            <a:off x="457200" y="1974850"/>
            <a:ext cx="3810000" cy="3556000"/>
          </a:xfrm>
          <a:prstGeom prst="roundRect">
            <a:avLst>
              <a:gd name="adj" fmla="val 6000"/>
            </a:avLst>
          </a:prstGeom>
          <a:solidFill>
            <a:srgbClr val="355834"/>
          </a:solidFill>
          <a:ln>
            <a:noFill/>
          </a:ln>
        </p:spPr>
        <p:txBody>
          <a:bodyPr wrap="square" lIns="152400" tIns="254000" rIns="152400" bIns="15240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a:ln>
                  <a:noFill/>
                </a:ln>
                <a:solidFill>
                  <a:srgbClr val="FFFFFF"/>
                </a:solidFill>
                <a:effectLst/>
                <a:uLnTx/>
                <a:uFillTx/>
                <a:latin typeface="Aptos SemiBold"/>
                <a:ea typeface="+mn-ea"/>
                <a:cs typeface="+mn-cs"/>
              </a:rPr>
              <a:t>~5.5x</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ptos"/>
                <a:ea typeface="+mn-ea"/>
                <a:cs typeface="+mn-cs"/>
              </a:rPr>
              <a:t>increase in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ptos"/>
                <a:ea typeface="+mn-ea"/>
                <a:cs typeface="+mn-cs"/>
              </a:rPr>
              <a:t>call volume</a:t>
            </a:r>
          </a:p>
        </p:txBody>
      </p:sp>
      <p:sp>
        <p:nvSpPr>
          <p:cNvPr id="23" name="PreBox">
            <a:extLst>
              <a:ext uri="{FF2B5EF4-FFF2-40B4-BE49-F238E27FC236}">
                <a16:creationId xmlns:a16="http://schemas.microsoft.com/office/drawing/2014/main" id="{70497FAC-4301-3DE8-EE39-23B95BC1F6D5}"/>
              </a:ext>
            </a:extLst>
          </p:cNvPr>
          <p:cNvSpPr/>
          <p:nvPr/>
        </p:nvSpPr>
        <p:spPr>
          <a:xfrm>
            <a:off x="4749801" y="4353627"/>
            <a:ext cx="2500149" cy="660400"/>
          </a:xfrm>
          <a:prstGeom prst="roundRect">
            <a:avLst>
              <a:gd name="adj" fmla="val 8000"/>
            </a:avLst>
          </a:prstGeom>
          <a:solidFill>
            <a:srgbClr val="F5F0EB"/>
          </a:solidFill>
          <a:ln>
            <a:noFill/>
          </a:ln>
        </p:spPr>
        <p:txBody>
          <a:bodyPr wrap="square" lIns="101600" tIns="50800" rIns="101600" bIns="508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55834"/>
                </a:solidFill>
                <a:effectLst/>
                <a:uLnTx/>
                <a:uFillTx/>
                <a:latin typeface="Aptos"/>
                <a:ea typeface="+mn-ea"/>
                <a:cs typeface="+mn-cs"/>
              </a:rPr>
              <a:t>BEFORE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301E04"/>
                </a:solidFill>
                <a:effectLst/>
                <a:uLnTx/>
                <a:uFillTx/>
                <a:latin typeface="Aptos SemiBold"/>
                <a:ea typeface="+mn-ea"/>
                <a:cs typeface="+mn-cs"/>
              </a:rPr>
              <a:t>52 calls</a:t>
            </a:r>
          </a:p>
        </p:txBody>
      </p:sp>
      <p:sp>
        <p:nvSpPr>
          <p:cNvPr id="27" name="Arrow">
            <a:extLst>
              <a:ext uri="{FF2B5EF4-FFF2-40B4-BE49-F238E27FC236}">
                <a16:creationId xmlns:a16="http://schemas.microsoft.com/office/drawing/2014/main" id="{09BC6A3C-93B6-E8D3-5CA0-75266E2600CB}"/>
              </a:ext>
            </a:extLst>
          </p:cNvPr>
          <p:cNvSpPr/>
          <p:nvPr/>
        </p:nvSpPr>
        <p:spPr>
          <a:xfrm>
            <a:off x="7633130" y="4542790"/>
            <a:ext cx="1406224" cy="279400"/>
          </a:xfrm>
          <a:prstGeom prst="rightArrow">
            <a:avLst/>
          </a:prstGeom>
          <a:solidFill>
            <a:srgbClr val="FF6947"/>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4" name="PostBox">
            <a:extLst>
              <a:ext uri="{FF2B5EF4-FFF2-40B4-BE49-F238E27FC236}">
                <a16:creationId xmlns:a16="http://schemas.microsoft.com/office/drawing/2014/main" id="{3384EA9E-D1BD-DB71-4093-BD0A7597696B}"/>
              </a:ext>
            </a:extLst>
          </p:cNvPr>
          <p:cNvSpPr/>
          <p:nvPr/>
        </p:nvSpPr>
        <p:spPr>
          <a:xfrm>
            <a:off x="9422532" y="4352290"/>
            <a:ext cx="2500149" cy="660400"/>
          </a:xfrm>
          <a:prstGeom prst="roundRect">
            <a:avLst>
              <a:gd name="adj" fmla="val 8000"/>
            </a:avLst>
          </a:prstGeom>
          <a:solidFill>
            <a:srgbClr val="F5F0EB"/>
          </a:solidFill>
          <a:ln>
            <a:noFill/>
          </a:ln>
        </p:spPr>
        <p:txBody>
          <a:bodyPr wrap="square" lIns="101600" tIns="50800" rIns="101600" bIns="508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6947"/>
                </a:solidFill>
                <a:effectLst/>
                <a:uLnTx/>
                <a:uFillTx/>
                <a:latin typeface="Aptos"/>
                <a:ea typeface="+mn-ea"/>
                <a:cs typeface="+mn-cs"/>
              </a:rPr>
              <a:t>AFTER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301E04"/>
                </a:solidFill>
                <a:effectLst/>
                <a:uLnTx/>
                <a:uFillTx/>
                <a:latin typeface="Aptos SemiBold"/>
                <a:ea typeface="+mn-ea"/>
                <a:cs typeface="+mn-cs"/>
              </a:rPr>
              <a:t>287 calls</a:t>
            </a:r>
          </a:p>
        </p:txBody>
      </p:sp>
      <p:cxnSp>
        <p:nvCxnSpPr>
          <p:cNvPr id="26" name="Divider">
            <a:extLst>
              <a:ext uri="{FF2B5EF4-FFF2-40B4-BE49-F238E27FC236}">
                <a16:creationId xmlns:a16="http://schemas.microsoft.com/office/drawing/2014/main" id="{F5E8C2F8-8D0C-F266-F750-20186AFD0765}"/>
              </a:ext>
            </a:extLst>
          </p:cNvPr>
          <p:cNvCxnSpPr>
            <a:cxnSpLocks/>
          </p:cNvCxnSpPr>
          <p:nvPr/>
        </p:nvCxnSpPr>
        <p:spPr>
          <a:xfrm>
            <a:off x="4508500" y="2101850"/>
            <a:ext cx="0" cy="3148263"/>
          </a:xfrm>
          <a:prstGeom prst="line">
            <a:avLst/>
          </a:prstGeom>
          <a:ln w="12700">
            <a:solidFill>
              <a:srgbClr val="E0D8CF"/>
            </a:solidFill>
          </a:ln>
        </p:spPr>
      </p:cxnSp>
      <p:sp>
        <p:nvSpPr>
          <p:cNvPr id="25" name="Takeaways">
            <a:extLst>
              <a:ext uri="{FF2B5EF4-FFF2-40B4-BE49-F238E27FC236}">
                <a16:creationId xmlns:a16="http://schemas.microsoft.com/office/drawing/2014/main" id="{B59EAFCB-42F7-AF7A-7089-2D51D6E12268}"/>
              </a:ext>
            </a:extLst>
          </p:cNvPr>
          <p:cNvSpPr/>
          <p:nvPr/>
        </p:nvSpPr>
        <p:spPr>
          <a:xfrm>
            <a:off x="4699000" y="1974850"/>
            <a:ext cx="7035800" cy="4381500"/>
          </a:xfrm>
          <a:prstGeom prst="rect">
            <a:avLst/>
          </a:prstGeom>
          <a:noFill/>
          <a:ln>
            <a:noFill/>
          </a:ln>
        </p:spPr>
        <p:txBody>
          <a:bodyPr wrap="square" lIns="127000" tIns="0" rIns="127000" bIns="0" anchor="t"/>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800" b="1" i="0" u="none" strike="noStrike" kern="1200" cap="none" spc="0" normalizeH="0" baseline="0" noProof="0">
                <a:ln>
                  <a:noFill/>
                </a:ln>
                <a:solidFill>
                  <a:srgbClr val="355834"/>
                </a:solidFill>
                <a:effectLst/>
                <a:uLnTx/>
                <a:uFillTx/>
                <a:latin typeface="Aptos SemiBold"/>
                <a:ea typeface="+mn-ea"/>
                <a:cs typeface="+mn-cs"/>
              </a:rPr>
              <a:t>Key Takeaways</a:t>
            </a:r>
          </a:p>
          <a:p>
            <a:pPr marL="285750" marR="0" lvl="0" indent="-285750" algn="l" defTabSz="914400" rtl="0" eaLnBrk="1" fontAlgn="auto" latinLnBrk="0" hangingPunct="1">
              <a:lnSpc>
                <a:spcPct val="120000"/>
              </a:lnSpc>
              <a:spcBef>
                <a:spcPts val="0"/>
              </a:spcBef>
              <a:spcAft>
                <a:spcPts val="600"/>
              </a:spcAft>
              <a:buClr>
                <a:srgbClr val="FF6947"/>
              </a:buClr>
              <a:buSzTx/>
              <a:buFont typeface="Wingdings" panose="05000000000000000000" pitchFamily="2" charset="2"/>
              <a:buChar char="§"/>
              <a:tabLst/>
              <a:defRPr/>
            </a:pPr>
            <a:r>
              <a:rPr kumimoji="0" lang="en-US" sz="1600" b="0" i="0" u="none" strike="noStrike" kern="1200" cap="none" spc="0" normalizeH="0" baseline="0" noProof="0">
                <a:ln>
                  <a:noFill/>
                </a:ln>
                <a:solidFill>
                  <a:srgbClr val="301E04"/>
                </a:solidFill>
                <a:effectLst/>
                <a:uLnTx/>
                <a:uFillTx/>
                <a:latin typeface="Aptos"/>
                <a:ea typeface="+mn-ea"/>
                <a:cs typeface="+mn-cs"/>
              </a:rPr>
              <a:t>Strong signal the welcome letter </a:t>
            </a:r>
            <a:r>
              <a:rPr kumimoji="0" lang="en-US" sz="1600" b="1" i="0" u="none" strike="noStrike" kern="1200" cap="none" spc="0" normalizeH="0" baseline="0" noProof="0">
                <a:ln>
                  <a:noFill/>
                </a:ln>
                <a:solidFill>
                  <a:srgbClr val="301E04"/>
                </a:solidFill>
                <a:effectLst/>
                <a:uLnTx/>
                <a:uFillTx/>
                <a:latin typeface="Aptos"/>
                <a:ea typeface="+mn-ea"/>
                <a:cs typeface="+mn-cs"/>
              </a:rPr>
              <a:t>directly drove inbound engagement</a:t>
            </a:r>
          </a:p>
          <a:p>
            <a:pPr marL="285750" marR="0" lvl="0" indent="-285750" algn="l" defTabSz="914400" rtl="0" eaLnBrk="1" fontAlgn="auto" latinLnBrk="0" hangingPunct="1">
              <a:lnSpc>
                <a:spcPct val="120000"/>
              </a:lnSpc>
              <a:spcBef>
                <a:spcPts val="0"/>
              </a:spcBef>
              <a:spcAft>
                <a:spcPts val="600"/>
              </a:spcAft>
              <a:buClr>
                <a:srgbClr val="FF6947"/>
              </a:buClr>
              <a:buSzTx/>
              <a:buFont typeface="Wingdings" panose="05000000000000000000" pitchFamily="2" charset="2"/>
              <a:buChar char="§"/>
              <a:tabLst/>
              <a:defRPr/>
            </a:pPr>
            <a:r>
              <a:rPr kumimoji="0" lang="en-US" sz="1600" b="0" i="0" u="none" strike="noStrike" kern="1200" cap="none" spc="0" normalizeH="0" baseline="0" noProof="0">
                <a:ln>
                  <a:noFill/>
                </a:ln>
                <a:solidFill>
                  <a:srgbClr val="301E04"/>
                </a:solidFill>
                <a:effectLst/>
                <a:uLnTx/>
                <a:uFillTx/>
                <a:latin typeface="Aptos"/>
                <a:ea typeface="+mn-ea"/>
                <a:cs typeface="+mn-cs"/>
              </a:rPr>
              <a:t>Outreach was </a:t>
            </a:r>
            <a:r>
              <a:rPr kumimoji="0" lang="en-US" sz="1600" b="1" i="0" u="none" strike="noStrike" kern="1200" cap="none" spc="0" normalizeH="0" baseline="0" noProof="0">
                <a:ln>
                  <a:noFill/>
                </a:ln>
                <a:solidFill>
                  <a:srgbClr val="301E04"/>
                </a:solidFill>
                <a:effectLst/>
                <a:uLnTx/>
                <a:uFillTx/>
                <a:latin typeface="Aptos"/>
                <a:ea typeface="+mn-ea"/>
                <a:cs typeface="+mn-cs"/>
              </a:rPr>
              <a:t>highly effective</a:t>
            </a:r>
            <a:r>
              <a:rPr kumimoji="0" lang="en-US" sz="1600" b="0" i="0" u="none" strike="noStrike" kern="1200" cap="none" spc="0" normalizeH="0" baseline="0" noProof="0">
                <a:ln>
                  <a:noFill/>
                </a:ln>
                <a:solidFill>
                  <a:srgbClr val="301E04"/>
                </a:solidFill>
                <a:effectLst/>
                <a:uLnTx/>
                <a:uFillTx/>
                <a:latin typeface="Aptos"/>
                <a:ea typeface="+mn-ea"/>
                <a:cs typeface="+mn-cs"/>
              </a:rPr>
              <a:t> at prompting Southwest to take action</a:t>
            </a:r>
          </a:p>
          <a:p>
            <a:pPr marL="285750" marR="0" lvl="0" indent="-285750" algn="l" defTabSz="914400" rtl="0" eaLnBrk="1" fontAlgn="auto" latinLnBrk="0" hangingPunct="1">
              <a:lnSpc>
                <a:spcPct val="120000"/>
              </a:lnSpc>
              <a:spcBef>
                <a:spcPts val="0"/>
              </a:spcBef>
              <a:spcAft>
                <a:spcPts val="600"/>
              </a:spcAft>
              <a:buClr>
                <a:srgbClr val="FF6947"/>
              </a:buClr>
              <a:buSzTx/>
              <a:buFont typeface="Wingdings" panose="05000000000000000000" pitchFamily="2" charset="2"/>
              <a:buChar char="§"/>
              <a:tabLst/>
              <a:defRPr/>
            </a:pPr>
            <a:r>
              <a:rPr kumimoji="0" lang="en-US" sz="1600" b="0" i="0" u="none" strike="noStrike" kern="1200" cap="none" spc="0" normalizeH="0" baseline="0" noProof="0">
                <a:ln>
                  <a:noFill/>
                </a:ln>
                <a:solidFill>
                  <a:srgbClr val="301E04"/>
                </a:solidFill>
                <a:effectLst/>
                <a:uLnTx/>
                <a:uFillTx/>
                <a:latin typeface="Aptos"/>
                <a:ea typeface="+mn-ea"/>
                <a:cs typeface="+mn-cs"/>
              </a:rPr>
              <a:t>Not directly comparable to ID Card sends — Welcome Letter is a </a:t>
            </a:r>
            <a:r>
              <a:rPr kumimoji="0" lang="en-US" sz="1600" b="1" i="0" u="none" strike="noStrike" kern="1200" cap="none" spc="0" normalizeH="0" baseline="0" noProof="0">
                <a:ln>
                  <a:noFill/>
                </a:ln>
                <a:solidFill>
                  <a:srgbClr val="301E04"/>
                </a:solidFill>
                <a:effectLst/>
                <a:uLnTx/>
                <a:uFillTx/>
                <a:latin typeface="Aptos"/>
                <a:ea typeface="+mn-ea"/>
                <a:cs typeface="+mn-cs"/>
              </a:rPr>
              <a:t>different format</a:t>
            </a:r>
            <a:r>
              <a:rPr kumimoji="0" lang="en-US" sz="1600" b="0" i="0" u="none" strike="noStrike" kern="1200" cap="none" spc="0" normalizeH="0" baseline="0" noProof="0">
                <a:ln>
                  <a:noFill/>
                </a:ln>
                <a:solidFill>
                  <a:srgbClr val="301E04"/>
                </a:solidFill>
                <a:effectLst/>
                <a:uLnTx/>
                <a:uFillTx/>
                <a:latin typeface="Aptos"/>
                <a:ea typeface="+mn-ea"/>
                <a:cs typeface="+mn-cs"/>
              </a:rPr>
              <a:t> with too many changed variables</a:t>
            </a:r>
          </a:p>
        </p:txBody>
      </p:sp>
    </p:spTree>
    <p:extLst>
      <p:ext uri="{BB962C8B-B14F-4D97-AF65-F5344CB8AC3E}">
        <p14:creationId xmlns:p14="http://schemas.microsoft.com/office/powerpoint/2010/main" val="2929126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6D762-FB0A-2539-2049-C811D542016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19DA8B7-590D-78E4-3EAF-DFBAF8ED3EC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82000"/>
                  </a:prstClr>
                </a:solidFill>
                <a:effectLst/>
                <a:uLnTx/>
                <a:uFillTx/>
                <a:latin typeface="Aptos" panose="020B0004020202020204" pitchFamily="34" charset="0"/>
                <a:ea typeface="+mn-ea"/>
                <a:cs typeface="+mn-cs"/>
              </a:rPr>
              <a:t>Confidential and Proprietary   |   </a:t>
            </a:r>
            <a:fld id="{E8E57688-8A43-D74C-B8E0-302A51871BAE}" type="slidenum">
              <a:rPr kumimoji="0" lang="en-US" sz="1200" b="0" i="0" u="none" strike="noStrike" kern="1200" cap="none" spc="0" normalizeH="0" baseline="0" noProof="0" smtClean="0">
                <a:ln>
                  <a:noFill/>
                </a:ln>
                <a:solidFill>
                  <a:prstClr val="black">
                    <a:tint val="82000"/>
                  </a:prst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82000"/>
                </a:prstClr>
              </a:solidFill>
              <a:effectLst/>
              <a:uLnTx/>
              <a:uFillTx/>
              <a:latin typeface="Aptos" panose="020B0004020202020204" pitchFamily="34" charset="0"/>
              <a:ea typeface="+mn-ea"/>
              <a:cs typeface="+mn-cs"/>
            </a:endParaRPr>
          </a:p>
        </p:txBody>
      </p:sp>
      <p:sp>
        <p:nvSpPr>
          <p:cNvPr id="20" name="Title">
            <a:extLst>
              <a:ext uri="{FF2B5EF4-FFF2-40B4-BE49-F238E27FC236}">
                <a16:creationId xmlns:a16="http://schemas.microsoft.com/office/drawing/2014/main" id="{91A01330-0D02-0739-25BD-3BABAAF24D5D}"/>
              </a:ext>
            </a:extLst>
          </p:cNvPr>
          <p:cNvSpPr/>
          <p:nvPr/>
        </p:nvSpPr>
        <p:spPr>
          <a:xfrm>
            <a:off x="457200" y="457200"/>
            <a:ext cx="11277600" cy="635000"/>
          </a:xfrm>
          <a:prstGeom prst="rect">
            <a:avLst/>
          </a:prstGeom>
          <a:noFill/>
          <a:ln>
            <a:noFill/>
          </a:ln>
        </p:spPr>
        <p:txBody>
          <a:bodyPr wrap="square" lIns="0" tIns="0" rIns="0" bIns="0" anchor="t"/>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200" b="1" i="0" u="none" strike="noStrike" kern="1200" cap="none" spc="-150" normalizeH="0" baseline="0" noProof="0">
                <a:ln>
                  <a:noFill/>
                </a:ln>
                <a:solidFill>
                  <a:srgbClr val="301E04"/>
                </a:solidFill>
                <a:effectLst/>
                <a:uLnTx/>
                <a:uFillTx/>
                <a:latin typeface="Aptos SemiBold"/>
                <a:ea typeface="+mn-ea"/>
                <a:cs typeface="+mn-cs"/>
              </a:rPr>
              <a:t>Tyson ID Card + Welcome Letter Analysis</a:t>
            </a:r>
          </a:p>
        </p:txBody>
      </p:sp>
      <p:sp>
        <p:nvSpPr>
          <p:cNvPr id="21" name="Subtitle">
            <a:extLst>
              <a:ext uri="{FF2B5EF4-FFF2-40B4-BE49-F238E27FC236}">
                <a16:creationId xmlns:a16="http://schemas.microsoft.com/office/drawing/2014/main" id="{1A925B7C-BC31-9BB7-57A9-B870F9E8C751}"/>
              </a:ext>
            </a:extLst>
          </p:cNvPr>
          <p:cNvSpPr/>
          <p:nvPr/>
        </p:nvSpPr>
        <p:spPr>
          <a:xfrm>
            <a:off x="457200" y="1117600"/>
            <a:ext cx="11277600" cy="304800"/>
          </a:xfrm>
          <a:prstGeom prst="rect">
            <a:avLst/>
          </a:prstGeom>
          <a:noFill/>
          <a:ln>
            <a:noFill/>
          </a:ln>
        </p:spPr>
        <p:txBody>
          <a:bodyPr wrap="square" lIns="0" tIns="0" rIns="0" bIns="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srgbClr val="355834"/>
                </a:solidFill>
                <a:effectLst/>
                <a:uLnTx/>
                <a:uFillTx/>
                <a:latin typeface="Aptos"/>
                <a:ea typeface="+mn-ea"/>
                <a:cs typeface="+mn-cs"/>
              </a:rPr>
              <a:t>Two-touch campaign compared against book averages and ID Card-only approach</a:t>
            </a:r>
          </a:p>
        </p:txBody>
      </p:sp>
      <p:sp>
        <p:nvSpPr>
          <p:cNvPr id="30" name="IDCard">
            <a:extLst>
              <a:ext uri="{FF2B5EF4-FFF2-40B4-BE49-F238E27FC236}">
                <a16:creationId xmlns:a16="http://schemas.microsoft.com/office/drawing/2014/main" id="{CC46595B-8229-DDCE-AFD3-26CE677966F3}"/>
              </a:ext>
            </a:extLst>
          </p:cNvPr>
          <p:cNvSpPr/>
          <p:nvPr/>
        </p:nvSpPr>
        <p:spPr>
          <a:xfrm>
            <a:off x="457200" y="1625600"/>
            <a:ext cx="5283200" cy="2540000"/>
          </a:xfrm>
          <a:prstGeom prst="roundRect">
            <a:avLst>
              <a:gd name="adj" fmla="val 4000"/>
            </a:avLst>
          </a:prstGeom>
          <a:solidFill>
            <a:srgbClr val="355834"/>
          </a:solidFill>
          <a:ln>
            <a:noFill/>
          </a:ln>
        </p:spPr>
        <p:txBody>
          <a:bodyPr wrap="square" lIns="203200" tIns="177800" rIns="203200" bIns="17780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ptos SemiBold"/>
                <a:ea typeface="+mn-ea"/>
                <a:cs typeface="+mn-cs"/>
              </a:rPr>
              <a:t>ID Card Performance</a:t>
            </a:r>
          </a:p>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4000" b="1" i="0" u="none" strike="noStrike" kern="1200" cap="none" spc="0" normalizeH="0" baseline="0" noProof="0">
                <a:ln>
                  <a:noFill/>
                </a:ln>
                <a:solidFill>
                  <a:srgbClr val="FFFFFF"/>
                </a:solidFill>
                <a:effectLst/>
                <a:uLnTx/>
                <a:uFillTx/>
                <a:latin typeface="Aptos SemiBold"/>
                <a:ea typeface="+mn-ea"/>
                <a:cs typeface="+mn-cs"/>
              </a:rPr>
              <a:t>253 </a:t>
            </a:r>
            <a:r>
              <a:rPr kumimoji="0" lang="en-US" sz="2400" b="0" i="0" u="none" strike="noStrike" kern="1200" cap="none" spc="0" normalizeH="0" baseline="0" noProof="0">
                <a:ln>
                  <a:noFill/>
                </a:ln>
                <a:solidFill>
                  <a:srgbClr val="B8D4B8"/>
                </a:solidFill>
                <a:effectLst/>
                <a:uLnTx/>
                <a:uFillTx/>
                <a:latin typeface="Aptos"/>
                <a:ea typeface="+mn-ea"/>
                <a:cs typeface="+mn-cs"/>
              </a:rPr>
              <a:t>→</a:t>
            </a:r>
            <a:r>
              <a:rPr kumimoji="0" lang="en-US" sz="4000" b="1" i="0" u="none" strike="noStrike" kern="1200" cap="none" spc="0" normalizeH="0" baseline="0" noProof="0">
                <a:ln>
                  <a:noFill/>
                </a:ln>
                <a:solidFill>
                  <a:srgbClr val="FFFFFF"/>
                </a:solidFill>
                <a:effectLst/>
                <a:uLnTx/>
                <a:uFillTx/>
                <a:latin typeface="Aptos SemiBold"/>
                <a:ea typeface="+mn-ea"/>
                <a:cs typeface="+mn-cs"/>
              </a:rPr>
              <a:t> 481</a:t>
            </a:r>
            <a:r>
              <a:rPr kumimoji="0" lang="en-US" sz="1800" b="0" i="0" u="none" strike="noStrike" kern="1200" cap="none" spc="0" normalizeH="0" baseline="0" noProof="0">
                <a:ln>
                  <a:noFill/>
                </a:ln>
                <a:solidFill>
                  <a:srgbClr val="B8D4B8"/>
                </a:solidFill>
                <a:effectLst/>
                <a:uLnTx/>
                <a:uFillTx/>
                <a:latin typeface="Aptos"/>
                <a:ea typeface="+mn-ea"/>
                <a:cs typeface="+mn-cs"/>
              </a:rPr>
              <a:t> calls</a:t>
            </a:r>
          </a:p>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1600" b="0" i="0" u="none" strike="noStrike" kern="1200" cap="none" spc="0" normalizeH="0" baseline="0" noProof="0">
                <a:ln>
                  <a:noFill/>
                </a:ln>
                <a:solidFill>
                  <a:srgbClr val="B8D4B8"/>
                </a:solidFill>
                <a:effectLst/>
                <a:uLnTx/>
                <a:uFillTx/>
                <a:latin typeface="Aptos"/>
                <a:ea typeface="+mn-ea"/>
                <a:cs typeface="+mn-cs"/>
              </a:rPr>
              <a:t>Call rate: </a:t>
            </a:r>
            <a:r>
              <a:rPr kumimoji="0" lang="en-US" sz="1600" b="1" i="0" u="none" strike="noStrike" kern="1200" cap="none" spc="0" normalizeH="0" baseline="0" noProof="0">
                <a:ln>
                  <a:noFill/>
                </a:ln>
                <a:solidFill>
                  <a:srgbClr val="FFFFFF"/>
                </a:solidFill>
                <a:effectLst/>
                <a:uLnTx/>
                <a:uFillTx/>
                <a:latin typeface="Aptos SemiBold"/>
                <a:ea typeface="+mn-ea"/>
                <a:cs typeface="+mn-cs"/>
              </a:rPr>
              <a:t>0.152% → 0.290%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ptos SemiBold"/>
                <a:ea typeface="+mn-ea"/>
                <a:cs typeface="+mn-cs"/>
              </a:rPr>
              <a:t>✓ Directionally strong</a:t>
            </a:r>
          </a:p>
        </p:txBody>
      </p:sp>
      <p:sp>
        <p:nvSpPr>
          <p:cNvPr id="31" name="WelcomeCard">
            <a:extLst>
              <a:ext uri="{FF2B5EF4-FFF2-40B4-BE49-F238E27FC236}">
                <a16:creationId xmlns:a16="http://schemas.microsoft.com/office/drawing/2014/main" id="{04D15A55-C721-39A4-02B4-4A3382D718D5}"/>
              </a:ext>
            </a:extLst>
          </p:cNvPr>
          <p:cNvSpPr/>
          <p:nvPr/>
        </p:nvSpPr>
        <p:spPr>
          <a:xfrm>
            <a:off x="6451600" y="1625600"/>
            <a:ext cx="5283200" cy="2540000"/>
          </a:xfrm>
          <a:prstGeom prst="roundRect">
            <a:avLst>
              <a:gd name="adj" fmla="val 4000"/>
            </a:avLst>
          </a:prstGeom>
          <a:solidFill>
            <a:srgbClr val="F5F0EB"/>
          </a:solidFill>
          <a:ln w="12700">
            <a:solidFill>
              <a:srgbClr val="E0D8CF"/>
            </a:solidFill>
          </a:ln>
        </p:spPr>
        <p:txBody>
          <a:bodyPr wrap="square" lIns="203200" tIns="177800" rIns="203200" bIns="17780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800" b="1" i="0" u="none" strike="noStrike" kern="1200" cap="none" spc="0" normalizeH="0" baseline="0" noProof="0">
                <a:ln>
                  <a:noFill/>
                </a:ln>
                <a:solidFill>
                  <a:srgbClr val="355834"/>
                </a:solidFill>
                <a:effectLst/>
                <a:uLnTx/>
                <a:uFillTx/>
                <a:latin typeface="Aptos SemiBold"/>
                <a:ea typeface="+mn-ea"/>
                <a:cs typeface="+mn-cs"/>
              </a:rPr>
              <a:t>Welcome Letter Lift</a:t>
            </a:r>
          </a:p>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4000" b="1" i="0" u="none" strike="noStrike" kern="1200" cap="none" spc="0" normalizeH="0" baseline="0" noProof="0">
                <a:ln>
                  <a:noFill/>
                </a:ln>
                <a:solidFill>
                  <a:srgbClr val="301E04"/>
                </a:solidFill>
                <a:effectLst/>
                <a:uLnTx/>
                <a:uFillTx/>
                <a:latin typeface="Aptos SemiBold"/>
                <a:ea typeface="+mn-ea"/>
                <a:cs typeface="+mn-cs"/>
              </a:rPr>
              <a:t>8 </a:t>
            </a:r>
            <a:r>
              <a:rPr kumimoji="0" lang="en-US" sz="2400" b="0" i="0" u="none" strike="noStrike" kern="1200" cap="none" spc="0" normalizeH="0" baseline="0" noProof="0">
                <a:ln>
                  <a:noFill/>
                </a:ln>
                <a:solidFill>
                  <a:srgbClr val="355834"/>
                </a:solidFill>
                <a:effectLst/>
                <a:uLnTx/>
                <a:uFillTx/>
                <a:latin typeface="Aptos"/>
                <a:ea typeface="+mn-ea"/>
                <a:cs typeface="+mn-cs"/>
              </a:rPr>
              <a:t>→</a:t>
            </a:r>
            <a:r>
              <a:rPr kumimoji="0" lang="en-US" sz="4000" b="1" i="0" u="none" strike="noStrike" kern="1200" cap="none" spc="0" normalizeH="0" baseline="0" noProof="0">
                <a:ln>
                  <a:noFill/>
                </a:ln>
                <a:solidFill>
                  <a:srgbClr val="301E04"/>
                </a:solidFill>
                <a:effectLst/>
                <a:uLnTx/>
                <a:uFillTx/>
                <a:latin typeface="Aptos SemiBold"/>
                <a:ea typeface="+mn-ea"/>
                <a:cs typeface="+mn-cs"/>
              </a:rPr>
              <a:t> 238</a:t>
            </a:r>
            <a:r>
              <a:rPr kumimoji="0" lang="en-US" sz="1800" b="0" i="0" u="none" strike="noStrike" kern="1200" cap="none" spc="0" normalizeH="0" baseline="0" noProof="0">
                <a:ln>
                  <a:noFill/>
                </a:ln>
                <a:solidFill>
                  <a:srgbClr val="301E04"/>
                </a:solidFill>
                <a:effectLst/>
                <a:uLnTx/>
                <a:uFillTx/>
                <a:latin typeface="Aptos"/>
                <a:ea typeface="+mn-ea"/>
                <a:cs typeface="+mn-cs"/>
              </a:rPr>
              <a:t> calls</a:t>
            </a:r>
          </a:p>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1600" b="0" i="0" u="none" strike="noStrike" kern="1200" cap="none" spc="0" normalizeH="0" baseline="0" noProof="0">
                <a:ln>
                  <a:noFill/>
                </a:ln>
                <a:solidFill>
                  <a:srgbClr val="301E04"/>
                </a:solidFill>
                <a:effectLst/>
                <a:uLnTx/>
                <a:uFillTx/>
                <a:latin typeface="Aptos"/>
                <a:ea typeface="+mn-ea"/>
                <a:cs typeface="+mn-cs"/>
              </a:rPr>
              <a:t>+230 calls, but post-letter rate still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8B6B4A"/>
                </a:solidFill>
                <a:effectLst/>
                <a:uLnTx/>
                <a:uFillTx/>
                <a:latin typeface="Aptos SemiBold"/>
                <a:ea typeface="+mn-ea"/>
                <a:cs typeface="+mn-cs"/>
              </a:rPr>
              <a:t>~0.7% below book avg</a:t>
            </a:r>
          </a:p>
        </p:txBody>
      </p:sp>
      <p:sp>
        <p:nvSpPr>
          <p:cNvPr id="32" name="Plus">
            <a:extLst>
              <a:ext uri="{FF2B5EF4-FFF2-40B4-BE49-F238E27FC236}">
                <a16:creationId xmlns:a16="http://schemas.microsoft.com/office/drawing/2014/main" id="{3BDAC132-37CE-E7C9-72BC-04F952FF6CB3}"/>
              </a:ext>
            </a:extLst>
          </p:cNvPr>
          <p:cNvSpPr/>
          <p:nvPr/>
        </p:nvSpPr>
        <p:spPr>
          <a:xfrm>
            <a:off x="5867400" y="2540000"/>
            <a:ext cx="457200" cy="457200"/>
          </a:xfrm>
          <a:prstGeom prst="ellipse">
            <a:avLst/>
          </a:prstGeom>
          <a:solidFill>
            <a:srgbClr val="FFFFFF"/>
          </a:solidFill>
          <a:ln w="19050">
            <a:solidFill>
              <a:srgbClr val="E0D8CF"/>
            </a:solidFill>
          </a:ln>
        </p:spPr>
        <p:txBody>
          <a:bodyPr wrap="none" lIns="0" tIns="0" rIns="0" bIns="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355834"/>
                </a:solidFill>
                <a:effectLst/>
                <a:uLnTx/>
                <a:uFillTx/>
                <a:latin typeface="Aptos SemiBold"/>
                <a:ea typeface="+mn-ea"/>
                <a:cs typeface="+mn-cs"/>
              </a:rPr>
              <a:t>+</a:t>
            </a:r>
          </a:p>
        </p:txBody>
      </p:sp>
      <p:sp>
        <p:nvSpPr>
          <p:cNvPr id="33" name="OverallLabel">
            <a:extLst>
              <a:ext uri="{FF2B5EF4-FFF2-40B4-BE49-F238E27FC236}">
                <a16:creationId xmlns:a16="http://schemas.microsoft.com/office/drawing/2014/main" id="{717825E0-2591-4FDA-EE94-07CB296A137C}"/>
              </a:ext>
            </a:extLst>
          </p:cNvPr>
          <p:cNvSpPr/>
          <p:nvPr/>
        </p:nvSpPr>
        <p:spPr>
          <a:xfrm>
            <a:off x="457200" y="4381500"/>
            <a:ext cx="11277600" cy="304800"/>
          </a:xfrm>
          <a:prstGeom prst="rect">
            <a:avLst/>
          </a:prstGeom>
          <a:noFill/>
          <a:ln>
            <a:noFill/>
          </a:ln>
        </p:spPr>
        <p:txBody>
          <a:bodyPr wrap="square" lIns="0" tIns="0" rIns="0" bIns="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800" b="1" i="0" u="none" strike="noStrike" kern="1200" cap="none" spc="0" normalizeH="0" baseline="0" noProof="0">
                <a:ln>
                  <a:noFill/>
                </a:ln>
                <a:solidFill>
                  <a:srgbClr val="355834"/>
                </a:solidFill>
                <a:effectLst/>
                <a:uLnTx/>
                <a:uFillTx/>
                <a:latin typeface="Aptos SemiBold"/>
                <a:ea typeface="+mn-ea"/>
                <a:cs typeface="+mn-cs"/>
              </a:rPr>
              <a:t>Overall Call Rate Comparison</a:t>
            </a:r>
          </a:p>
        </p:txBody>
      </p:sp>
      <p:sp>
        <p:nvSpPr>
          <p:cNvPr id="34" name="TysonBar">
            <a:extLst>
              <a:ext uri="{FF2B5EF4-FFF2-40B4-BE49-F238E27FC236}">
                <a16:creationId xmlns:a16="http://schemas.microsoft.com/office/drawing/2014/main" id="{BC55CF6A-0528-F194-A4F5-F243C18B188D}"/>
              </a:ext>
            </a:extLst>
          </p:cNvPr>
          <p:cNvSpPr/>
          <p:nvPr/>
        </p:nvSpPr>
        <p:spPr>
          <a:xfrm>
            <a:off x="2540000" y="4800600"/>
            <a:ext cx="7289800" cy="457200"/>
          </a:xfrm>
          <a:prstGeom prst="roundRect">
            <a:avLst>
              <a:gd name="adj" fmla="val 16000"/>
            </a:avLst>
          </a:prstGeom>
          <a:solidFill>
            <a:srgbClr val="355834"/>
          </a:solidFill>
          <a:ln>
            <a:noFill/>
          </a:ln>
        </p:spPr>
        <p:txBody>
          <a:bodyPr wrap="none" lIns="101600" tIns="0" rIns="101600" bIns="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ptos SemiBold"/>
                <a:ea typeface="+mn-ea"/>
                <a:cs typeface="+mn-cs"/>
              </a:rPr>
              <a:t>0.353%</a:t>
            </a:r>
          </a:p>
        </p:txBody>
      </p:sp>
      <p:sp>
        <p:nvSpPr>
          <p:cNvPr id="35" name="TysonLabel">
            <a:extLst>
              <a:ext uri="{FF2B5EF4-FFF2-40B4-BE49-F238E27FC236}">
                <a16:creationId xmlns:a16="http://schemas.microsoft.com/office/drawing/2014/main" id="{B3D6442A-C998-D212-F28D-13B8DE68B465}"/>
              </a:ext>
            </a:extLst>
          </p:cNvPr>
          <p:cNvSpPr/>
          <p:nvPr/>
        </p:nvSpPr>
        <p:spPr>
          <a:xfrm>
            <a:off x="457200" y="4800600"/>
            <a:ext cx="2006600" cy="457200"/>
          </a:xfrm>
          <a:prstGeom prst="rect">
            <a:avLst/>
          </a:prstGeom>
          <a:noFill/>
          <a:ln>
            <a:noFill/>
          </a:ln>
        </p:spPr>
        <p:txBody>
          <a:bodyPr wrap="square" lIns="0" tIns="0" rIns="0" bIns="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301E04"/>
                </a:solidFill>
                <a:effectLst/>
                <a:uLnTx/>
                <a:uFillTx/>
                <a:latin typeface="Aptos"/>
                <a:ea typeface="+mn-ea"/>
                <a:cs typeface="+mn-cs"/>
              </a:rPr>
              <a:t>Tyson</a:t>
            </a:r>
          </a:p>
        </p:txBody>
      </p:sp>
      <p:sp>
        <p:nvSpPr>
          <p:cNvPr id="36" name="BookBar">
            <a:extLst>
              <a:ext uri="{FF2B5EF4-FFF2-40B4-BE49-F238E27FC236}">
                <a16:creationId xmlns:a16="http://schemas.microsoft.com/office/drawing/2014/main" id="{789FD570-65D5-2B56-0C20-AC80437CD967}"/>
              </a:ext>
            </a:extLst>
          </p:cNvPr>
          <p:cNvSpPr/>
          <p:nvPr/>
        </p:nvSpPr>
        <p:spPr>
          <a:xfrm>
            <a:off x="2540000" y="5410200"/>
            <a:ext cx="6959600" cy="457200"/>
          </a:xfrm>
          <a:prstGeom prst="roundRect">
            <a:avLst>
              <a:gd name="adj" fmla="val 16000"/>
            </a:avLst>
          </a:prstGeom>
          <a:solidFill>
            <a:srgbClr val="C4B8A8"/>
          </a:solidFill>
          <a:ln>
            <a:noFill/>
          </a:ln>
        </p:spPr>
        <p:txBody>
          <a:bodyPr wrap="none" lIns="101600" tIns="0" rIns="101600" bIns="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301E04"/>
                </a:solidFill>
                <a:effectLst/>
                <a:uLnTx/>
                <a:uFillTx/>
                <a:latin typeface="Aptos SemiBold"/>
                <a:ea typeface="+mn-ea"/>
                <a:cs typeface="+mn-cs"/>
              </a:rPr>
              <a:t>0.337%</a:t>
            </a:r>
          </a:p>
        </p:txBody>
      </p:sp>
      <p:sp>
        <p:nvSpPr>
          <p:cNvPr id="37" name="BookLabel">
            <a:extLst>
              <a:ext uri="{FF2B5EF4-FFF2-40B4-BE49-F238E27FC236}">
                <a16:creationId xmlns:a16="http://schemas.microsoft.com/office/drawing/2014/main" id="{4FA45ED7-9C3B-C0A7-4FC8-834C460CDDF1}"/>
              </a:ext>
            </a:extLst>
          </p:cNvPr>
          <p:cNvSpPr/>
          <p:nvPr/>
        </p:nvSpPr>
        <p:spPr>
          <a:xfrm>
            <a:off x="457200" y="5410200"/>
            <a:ext cx="2006600" cy="457200"/>
          </a:xfrm>
          <a:prstGeom prst="rect">
            <a:avLst/>
          </a:prstGeom>
          <a:noFill/>
          <a:ln>
            <a:noFill/>
          </a:ln>
        </p:spPr>
        <p:txBody>
          <a:bodyPr wrap="square" lIns="0" tIns="0" rIns="0" bIns="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301E04"/>
                </a:solidFill>
                <a:effectLst/>
                <a:uLnTx/>
                <a:uFillTx/>
                <a:latin typeface="Aptos"/>
                <a:ea typeface="+mn-ea"/>
                <a:cs typeface="+mn-cs"/>
              </a:rPr>
              <a:t>Book Average</a:t>
            </a:r>
          </a:p>
        </p:txBody>
      </p:sp>
      <p:sp>
        <p:nvSpPr>
          <p:cNvPr id="38" name="Caveat">
            <a:extLst>
              <a:ext uri="{FF2B5EF4-FFF2-40B4-BE49-F238E27FC236}">
                <a16:creationId xmlns:a16="http://schemas.microsoft.com/office/drawing/2014/main" id="{2254D774-34AE-7E6C-A275-D1ABF365C54D}"/>
              </a:ext>
            </a:extLst>
          </p:cNvPr>
          <p:cNvSpPr/>
          <p:nvPr/>
        </p:nvSpPr>
        <p:spPr>
          <a:xfrm>
            <a:off x="457200" y="5943600"/>
            <a:ext cx="8382000" cy="304800"/>
          </a:xfrm>
          <a:prstGeom prst="rect">
            <a:avLst/>
          </a:prstGeom>
          <a:noFill/>
          <a:ln>
            <a:noFill/>
          </a:ln>
        </p:spPr>
        <p:txBody>
          <a:bodyPr wrap="square" lIns="0" tIns="0" rIns="0" bIns="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6947"/>
                </a:solidFill>
                <a:effectLst/>
                <a:uLnTx/>
                <a:uFillTx/>
                <a:latin typeface="Aptos"/>
                <a:ea typeface="+mn-ea"/>
                <a:cs typeface="+mn-cs"/>
              </a:rPr>
              <a:t>Note: </a:t>
            </a:r>
            <a:r>
              <a:rPr kumimoji="0" lang="en-US" sz="1400" b="0" i="0" u="none" strike="noStrike" kern="1200" cap="none" spc="0" normalizeH="0" baseline="0" noProof="0">
                <a:ln>
                  <a:noFill/>
                </a:ln>
                <a:solidFill>
                  <a:srgbClr val="301E04"/>
                </a:solidFill>
                <a:effectLst/>
                <a:uLnTx/>
                <a:uFillTx/>
                <a:latin typeface="Aptos"/>
                <a:ea typeface="+mn-ea"/>
                <a:cs typeface="+mn-cs"/>
              </a:rPr>
              <a:t>ID Card baseline reflects post-Welcome Letter behavior. Combined uplift from both touches: +0.285%.</a:t>
            </a:r>
          </a:p>
        </p:txBody>
      </p:sp>
    </p:spTree>
    <p:extLst>
      <p:ext uri="{BB962C8B-B14F-4D97-AF65-F5344CB8AC3E}">
        <p14:creationId xmlns:p14="http://schemas.microsoft.com/office/powerpoint/2010/main" val="1964338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8A97F-3B70-CC03-2E5A-BC054AA59DF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63ADAFF-BBD8-5FAA-7176-B4AC4FB62B6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82000"/>
                  </a:prstClr>
                </a:solidFill>
                <a:effectLst/>
                <a:uLnTx/>
                <a:uFillTx/>
                <a:latin typeface="Aptos" panose="020B0004020202020204" pitchFamily="34" charset="0"/>
                <a:ea typeface="+mn-ea"/>
                <a:cs typeface="+mn-cs"/>
              </a:rPr>
              <a:t>Confidential and Proprietary   |   </a:t>
            </a:r>
            <a:fld id="{E8E57688-8A43-D74C-B8E0-302A51871BAE}" type="slidenum">
              <a:rPr kumimoji="0" lang="en-US" sz="1200" b="0" i="0" u="none" strike="noStrike" kern="1200" cap="none" spc="0" normalizeH="0" baseline="0" noProof="0" smtClean="0">
                <a:ln>
                  <a:noFill/>
                </a:ln>
                <a:solidFill>
                  <a:prstClr val="black">
                    <a:tint val="82000"/>
                  </a:prst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82000"/>
                </a:prstClr>
              </a:solidFill>
              <a:effectLst/>
              <a:uLnTx/>
              <a:uFillTx/>
              <a:latin typeface="Aptos" panose="020B0004020202020204" pitchFamily="34" charset="0"/>
              <a:ea typeface="+mn-ea"/>
              <a:cs typeface="+mn-cs"/>
            </a:endParaRPr>
          </a:p>
        </p:txBody>
      </p:sp>
      <p:sp>
        <p:nvSpPr>
          <p:cNvPr id="20" name="Title">
            <a:extLst>
              <a:ext uri="{FF2B5EF4-FFF2-40B4-BE49-F238E27FC236}">
                <a16:creationId xmlns:a16="http://schemas.microsoft.com/office/drawing/2014/main" id="{F5ABA9D3-6C6A-A728-C860-79094C9E82CD}"/>
              </a:ext>
            </a:extLst>
          </p:cNvPr>
          <p:cNvSpPr/>
          <p:nvPr/>
        </p:nvSpPr>
        <p:spPr>
          <a:xfrm>
            <a:off x="457200" y="457200"/>
            <a:ext cx="11277600" cy="635000"/>
          </a:xfrm>
          <a:prstGeom prst="rect">
            <a:avLst/>
          </a:prstGeom>
          <a:noFill/>
          <a:ln>
            <a:noFill/>
          </a:ln>
        </p:spPr>
        <p:txBody>
          <a:bodyPr wrap="square" lIns="0" tIns="0" rIns="0" bIns="0" anchor="t"/>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200" b="1" i="0" u="none" strike="noStrike" kern="1200" cap="none" spc="-150" normalizeH="0" baseline="0" noProof="0">
                <a:ln>
                  <a:noFill/>
                </a:ln>
                <a:solidFill>
                  <a:srgbClr val="301E04"/>
                </a:solidFill>
                <a:effectLst/>
                <a:uLnTx/>
                <a:uFillTx/>
                <a:latin typeface="Aptos SemiBold"/>
                <a:ea typeface="+mn-ea"/>
                <a:cs typeface="+mn-cs"/>
              </a:rPr>
              <a:t>Ferguson Q4 Cancer Mailer Results</a:t>
            </a:r>
          </a:p>
        </p:txBody>
      </p:sp>
      <p:sp>
        <p:nvSpPr>
          <p:cNvPr id="21" name="Subtitle">
            <a:extLst>
              <a:ext uri="{FF2B5EF4-FFF2-40B4-BE49-F238E27FC236}">
                <a16:creationId xmlns:a16="http://schemas.microsoft.com/office/drawing/2014/main" id="{6D6DEA2B-2080-5494-185C-292B355A476F}"/>
              </a:ext>
            </a:extLst>
          </p:cNvPr>
          <p:cNvSpPr/>
          <p:nvPr/>
        </p:nvSpPr>
        <p:spPr>
          <a:xfrm>
            <a:off x="457200" y="1117600"/>
            <a:ext cx="7620000" cy="355600"/>
          </a:xfrm>
          <a:prstGeom prst="rect">
            <a:avLst/>
          </a:prstGeom>
          <a:noFill/>
          <a:ln>
            <a:noFill/>
          </a:ln>
        </p:spPr>
        <p:txBody>
          <a:bodyPr wrap="square" lIns="0" tIns="0" rIns="0" bIns="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srgbClr val="355834"/>
                </a:solidFill>
                <a:effectLst/>
                <a:uLnTx/>
                <a:uFillTx/>
                <a:latin typeface="Aptos"/>
                <a:ea typeface="+mn-ea"/>
                <a:cs typeface="+mn-cs"/>
              </a:rPr>
              <a:t>28-day pre/post comparison of cancer-focused mailer send</a:t>
            </a:r>
          </a:p>
        </p:txBody>
      </p:sp>
      <p:sp>
        <p:nvSpPr>
          <p:cNvPr id="23" name="PreBox">
            <a:extLst>
              <a:ext uri="{FF2B5EF4-FFF2-40B4-BE49-F238E27FC236}">
                <a16:creationId xmlns:a16="http://schemas.microsoft.com/office/drawing/2014/main" id="{70497FAC-4301-3DE8-EE39-23B95BC1F6D5}"/>
              </a:ext>
            </a:extLst>
          </p:cNvPr>
          <p:cNvSpPr/>
          <p:nvPr/>
        </p:nvSpPr>
        <p:spPr>
          <a:xfrm>
            <a:off x="4752419" y="4827337"/>
            <a:ext cx="2500149" cy="660400"/>
          </a:xfrm>
          <a:prstGeom prst="roundRect">
            <a:avLst>
              <a:gd name="adj" fmla="val 8000"/>
            </a:avLst>
          </a:prstGeom>
          <a:solidFill>
            <a:srgbClr val="F5F0EB"/>
          </a:solidFill>
          <a:ln>
            <a:noFill/>
          </a:ln>
        </p:spPr>
        <p:txBody>
          <a:bodyPr wrap="square" lIns="101600" tIns="50800" rIns="101600" bIns="508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355834"/>
                </a:solidFill>
                <a:effectLst/>
                <a:uLnTx/>
                <a:uFillTx/>
                <a:latin typeface="Aptos"/>
                <a:ea typeface="+mn-ea"/>
                <a:cs typeface="+mn-cs"/>
              </a:rPr>
              <a:t>BEFORE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301E04"/>
                </a:solidFill>
                <a:effectLst/>
                <a:uLnTx/>
                <a:uFillTx/>
                <a:latin typeface="Aptos SemiBold"/>
                <a:ea typeface="+mn-ea"/>
                <a:cs typeface="+mn-cs"/>
              </a:rPr>
              <a:t>2 calls</a:t>
            </a:r>
          </a:p>
        </p:txBody>
      </p:sp>
      <p:sp>
        <p:nvSpPr>
          <p:cNvPr id="27" name="Arrow">
            <a:extLst>
              <a:ext uri="{FF2B5EF4-FFF2-40B4-BE49-F238E27FC236}">
                <a16:creationId xmlns:a16="http://schemas.microsoft.com/office/drawing/2014/main" id="{09BC6A3C-93B6-E8D3-5CA0-75266E2600CB}"/>
              </a:ext>
            </a:extLst>
          </p:cNvPr>
          <p:cNvSpPr/>
          <p:nvPr/>
        </p:nvSpPr>
        <p:spPr>
          <a:xfrm>
            <a:off x="7635748" y="5016500"/>
            <a:ext cx="1406224" cy="279400"/>
          </a:xfrm>
          <a:prstGeom prst="rightArrow">
            <a:avLst/>
          </a:prstGeom>
          <a:solidFill>
            <a:srgbClr val="FF6947"/>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4" name="PostBox">
            <a:extLst>
              <a:ext uri="{FF2B5EF4-FFF2-40B4-BE49-F238E27FC236}">
                <a16:creationId xmlns:a16="http://schemas.microsoft.com/office/drawing/2014/main" id="{3384EA9E-D1BD-DB71-4093-BD0A7597696B}"/>
              </a:ext>
            </a:extLst>
          </p:cNvPr>
          <p:cNvSpPr/>
          <p:nvPr/>
        </p:nvSpPr>
        <p:spPr>
          <a:xfrm>
            <a:off x="9425150" y="4826000"/>
            <a:ext cx="2500149" cy="660400"/>
          </a:xfrm>
          <a:prstGeom prst="roundRect">
            <a:avLst>
              <a:gd name="adj" fmla="val 8000"/>
            </a:avLst>
          </a:prstGeom>
          <a:solidFill>
            <a:srgbClr val="F5F0EB"/>
          </a:solidFill>
          <a:ln>
            <a:noFill/>
          </a:ln>
        </p:spPr>
        <p:txBody>
          <a:bodyPr wrap="square" lIns="101600" tIns="50800" rIns="101600" bIns="508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6947"/>
                </a:solidFill>
                <a:effectLst/>
                <a:uLnTx/>
                <a:uFillTx/>
                <a:latin typeface="Aptos"/>
                <a:ea typeface="+mn-ea"/>
                <a:cs typeface="+mn-cs"/>
              </a:rPr>
              <a:t>AFTER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301E04"/>
                </a:solidFill>
                <a:effectLst/>
                <a:uLnTx/>
                <a:uFillTx/>
                <a:latin typeface="Aptos SemiBold"/>
                <a:ea typeface="+mn-ea"/>
                <a:cs typeface="+mn-cs"/>
              </a:rPr>
              <a:t>2 calls</a:t>
            </a:r>
          </a:p>
        </p:txBody>
      </p:sp>
      <p:cxnSp>
        <p:nvCxnSpPr>
          <p:cNvPr id="26" name="Divider">
            <a:extLst>
              <a:ext uri="{FF2B5EF4-FFF2-40B4-BE49-F238E27FC236}">
                <a16:creationId xmlns:a16="http://schemas.microsoft.com/office/drawing/2014/main" id="{F5E8C2F8-8D0C-F266-F750-20186AFD0765}"/>
              </a:ext>
            </a:extLst>
          </p:cNvPr>
          <p:cNvCxnSpPr>
            <a:cxnSpLocks/>
          </p:cNvCxnSpPr>
          <p:nvPr/>
        </p:nvCxnSpPr>
        <p:spPr>
          <a:xfrm>
            <a:off x="4508500" y="2101850"/>
            <a:ext cx="0" cy="3148263"/>
          </a:xfrm>
          <a:prstGeom prst="line">
            <a:avLst/>
          </a:prstGeom>
          <a:ln w="12700">
            <a:solidFill>
              <a:srgbClr val="E0D8CF"/>
            </a:solidFill>
          </a:ln>
        </p:spPr>
      </p:cxnSp>
      <p:sp>
        <p:nvSpPr>
          <p:cNvPr id="25" name="Takeaways">
            <a:extLst>
              <a:ext uri="{FF2B5EF4-FFF2-40B4-BE49-F238E27FC236}">
                <a16:creationId xmlns:a16="http://schemas.microsoft.com/office/drawing/2014/main" id="{B59EAFCB-42F7-AF7A-7089-2D51D6E12268}"/>
              </a:ext>
            </a:extLst>
          </p:cNvPr>
          <p:cNvSpPr/>
          <p:nvPr/>
        </p:nvSpPr>
        <p:spPr>
          <a:xfrm>
            <a:off x="4699000" y="1974850"/>
            <a:ext cx="7035800" cy="4381500"/>
          </a:xfrm>
          <a:prstGeom prst="rect">
            <a:avLst/>
          </a:prstGeom>
          <a:noFill/>
          <a:ln>
            <a:noFill/>
          </a:ln>
        </p:spPr>
        <p:txBody>
          <a:bodyPr wrap="square" lIns="127000" tIns="0" rIns="127000" bIns="0" anchor="t"/>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800" b="1" i="0" u="none" strike="noStrike" kern="1200" cap="none" spc="0" normalizeH="0" baseline="0" noProof="0">
                <a:ln>
                  <a:noFill/>
                </a:ln>
                <a:solidFill>
                  <a:srgbClr val="355834"/>
                </a:solidFill>
                <a:effectLst/>
                <a:uLnTx/>
                <a:uFillTx/>
                <a:latin typeface="Aptos SemiBold"/>
                <a:ea typeface="+mn-ea"/>
                <a:cs typeface="+mn-cs"/>
              </a:rPr>
              <a:t>Key Takeaways</a:t>
            </a:r>
          </a:p>
          <a:p>
            <a:pPr marL="285750" marR="0" lvl="0" indent="-285750" algn="l" defTabSz="914400" rtl="0" eaLnBrk="1" fontAlgn="auto" latinLnBrk="0" hangingPunct="1">
              <a:lnSpc>
                <a:spcPct val="120000"/>
              </a:lnSpc>
              <a:spcBef>
                <a:spcPts val="0"/>
              </a:spcBef>
              <a:spcAft>
                <a:spcPts val="600"/>
              </a:spcAft>
              <a:buClr>
                <a:srgbClr val="FF6947"/>
              </a:buClr>
              <a:buSzTx/>
              <a:buFont typeface="Wingdings" panose="05000000000000000000" pitchFamily="2" charset="2"/>
              <a:buChar char="§"/>
              <a:tabLst/>
              <a:defRPr/>
            </a:pPr>
            <a:r>
              <a:rPr kumimoji="0" lang="en-US" sz="1600" b="0" i="0" u="none" strike="noStrike" kern="1200" cap="none" spc="0" normalizeH="0" baseline="0" noProof="0">
                <a:ln>
                  <a:noFill/>
                </a:ln>
                <a:solidFill>
                  <a:srgbClr val="301E04"/>
                </a:solidFill>
                <a:effectLst/>
                <a:uLnTx/>
                <a:uFillTx/>
                <a:latin typeface="Aptos"/>
                <a:ea typeface="+mn-ea"/>
                <a:cs typeface="+mn-cs"/>
              </a:rPr>
              <a:t>Cancer calls: 2 before, 2 after — </a:t>
            </a:r>
            <a:r>
              <a:rPr kumimoji="0" lang="en-US" sz="1600" b="1" i="0" u="none" strike="noStrike" kern="1200" cap="none" spc="0" normalizeH="0" baseline="0" noProof="0">
                <a:ln>
                  <a:noFill/>
                </a:ln>
                <a:solidFill>
                  <a:srgbClr val="301E04"/>
                </a:solidFill>
                <a:effectLst/>
                <a:uLnTx/>
                <a:uFillTx/>
                <a:latin typeface="Aptos"/>
                <a:ea typeface="+mn-ea"/>
                <a:cs typeface="+mn-cs"/>
              </a:rPr>
              <a:t>no change</a:t>
            </a:r>
          </a:p>
          <a:p>
            <a:pPr marL="285750" marR="0" lvl="0" indent="-285750" algn="l" defTabSz="914400" rtl="0" eaLnBrk="1" fontAlgn="auto" latinLnBrk="0" hangingPunct="1">
              <a:lnSpc>
                <a:spcPct val="120000"/>
              </a:lnSpc>
              <a:spcBef>
                <a:spcPts val="0"/>
              </a:spcBef>
              <a:spcAft>
                <a:spcPts val="600"/>
              </a:spcAft>
              <a:buClr>
                <a:srgbClr val="FF6947"/>
              </a:buClr>
              <a:buSzTx/>
              <a:buFont typeface="Wingdings" panose="05000000000000000000" pitchFamily="2" charset="2"/>
              <a:buChar char="§"/>
              <a:tabLst/>
              <a:defRPr/>
            </a:pPr>
            <a:r>
              <a:rPr kumimoji="0" lang="en-US" sz="1600" b="0" i="0" u="none" strike="noStrike" kern="1200" cap="none" spc="0" normalizeH="0" baseline="0" noProof="0">
                <a:ln>
                  <a:noFill/>
                </a:ln>
                <a:solidFill>
                  <a:srgbClr val="301E04"/>
                </a:solidFill>
                <a:effectLst/>
                <a:uLnTx/>
                <a:uFillTx/>
                <a:latin typeface="Aptos"/>
                <a:ea typeface="+mn-ea"/>
                <a:cs typeface="+mn-cs"/>
              </a:rPr>
              <a:t>Surgery calls: 37 before, 38 after — </a:t>
            </a:r>
            <a:r>
              <a:rPr kumimoji="0" lang="en-US" sz="1600" b="1" i="0" u="none" strike="noStrike" kern="1200" cap="none" spc="0" normalizeH="0" baseline="0" noProof="0">
                <a:ln>
                  <a:noFill/>
                </a:ln>
                <a:solidFill>
                  <a:srgbClr val="301E04"/>
                </a:solidFill>
                <a:effectLst/>
                <a:uLnTx/>
                <a:uFillTx/>
                <a:latin typeface="Aptos"/>
                <a:ea typeface="+mn-ea"/>
                <a:cs typeface="+mn-cs"/>
              </a:rPr>
              <a:t>essentially flat</a:t>
            </a:r>
          </a:p>
          <a:p>
            <a:pPr marL="285750" marR="0" lvl="0" indent="-285750" algn="l" defTabSz="914400" rtl="0" eaLnBrk="1" fontAlgn="auto" latinLnBrk="0" hangingPunct="1">
              <a:lnSpc>
                <a:spcPct val="120000"/>
              </a:lnSpc>
              <a:spcBef>
                <a:spcPts val="0"/>
              </a:spcBef>
              <a:spcAft>
                <a:spcPts val="600"/>
              </a:spcAft>
              <a:buClr>
                <a:srgbClr val="FF6947"/>
              </a:buClr>
              <a:buSzTx/>
              <a:buFont typeface="Wingdings" panose="05000000000000000000" pitchFamily="2" charset="2"/>
              <a:buChar char="§"/>
              <a:tabLst/>
              <a:defRPr/>
            </a:pPr>
            <a:r>
              <a:rPr kumimoji="0" lang="en-US" sz="1600" b="0" i="0" u="none" strike="noStrike" kern="1200" cap="none" spc="0" normalizeH="0" baseline="0" noProof="0">
                <a:ln>
                  <a:noFill/>
                </a:ln>
                <a:solidFill>
                  <a:srgbClr val="301E04"/>
                </a:solidFill>
                <a:effectLst/>
                <a:uLnTx/>
                <a:uFillTx/>
                <a:latin typeface="Aptos"/>
                <a:ea typeface="+mn-ea"/>
                <a:cs typeface="+mn-cs"/>
              </a:rPr>
              <a:t>Mailer </a:t>
            </a:r>
            <a:r>
              <a:rPr kumimoji="0" lang="en-US" sz="1600" b="1" i="0" u="none" strike="noStrike" kern="1200" cap="none" spc="0" normalizeH="0" baseline="0" noProof="0">
                <a:ln>
                  <a:noFill/>
                </a:ln>
                <a:solidFill>
                  <a:srgbClr val="301E04"/>
                </a:solidFill>
                <a:effectLst/>
                <a:uLnTx/>
                <a:uFillTx/>
                <a:latin typeface="Aptos"/>
                <a:ea typeface="+mn-ea"/>
                <a:cs typeface="+mn-cs"/>
              </a:rPr>
              <a:t>did not drive measurable increase</a:t>
            </a:r>
            <a:r>
              <a:rPr kumimoji="0" lang="en-US" sz="1600" b="0" i="0" u="none" strike="noStrike" kern="1200" cap="none" spc="0" normalizeH="0" baseline="0" noProof="0">
                <a:ln>
                  <a:noFill/>
                </a:ln>
                <a:solidFill>
                  <a:srgbClr val="301E04"/>
                </a:solidFill>
                <a:effectLst/>
                <a:uLnTx/>
                <a:uFillTx/>
                <a:latin typeface="Aptos"/>
                <a:ea typeface="+mn-ea"/>
                <a:cs typeface="+mn-cs"/>
              </a:rPr>
              <a:t> in inbound calls, but this is expected for a low-prevalence condition like cancer</a:t>
            </a:r>
          </a:p>
          <a:p>
            <a:pPr marL="285750" marR="0" lvl="0" indent="-285750" algn="l" defTabSz="914400" rtl="0" eaLnBrk="1" fontAlgn="auto" latinLnBrk="0" hangingPunct="1">
              <a:lnSpc>
                <a:spcPct val="120000"/>
              </a:lnSpc>
              <a:spcBef>
                <a:spcPts val="0"/>
              </a:spcBef>
              <a:spcAft>
                <a:spcPts val="600"/>
              </a:spcAft>
              <a:buClr>
                <a:srgbClr val="FF6947"/>
              </a:buClr>
              <a:buSzTx/>
              <a:buFont typeface="Wingdings" panose="05000000000000000000" pitchFamily="2" charset="2"/>
              <a:buChar char="§"/>
              <a:tabLst/>
              <a:defRPr/>
            </a:pPr>
            <a:r>
              <a:rPr kumimoji="0" lang="en-US" sz="1600" b="0" i="0" u="none" strike="noStrike" kern="1200" cap="none" spc="0" normalizeH="0" baseline="0" noProof="0">
                <a:ln>
                  <a:noFill/>
                </a:ln>
                <a:solidFill>
                  <a:srgbClr val="301E04"/>
                </a:solidFill>
                <a:effectLst/>
                <a:uLnTx/>
                <a:uFillTx/>
                <a:latin typeface="Aptos"/>
                <a:ea typeface="+mn-ea"/>
                <a:cs typeface="+mn-cs"/>
              </a:rPr>
              <a:t>Flat results </a:t>
            </a:r>
            <a:r>
              <a:rPr kumimoji="0" lang="en-US" sz="1600" b="1" i="0" u="none" strike="noStrike" kern="1200" cap="none" spc="0" normalizeH="0" baseline="0" noProof="0">
                <a:ln>
                  <a:noFill/>
                </a:ln>
                <a:solidFill>
                  <a:srgbClr val="301E04"/>
                </a:solidFill>
                <a:effectLst/>
                <a:uLnTx/>
                <a:uFillTx/>
                <a:latin typeface="Aptos"/>
                <a:ea typeface="+mn-ea"/>
                <a:cs typeface="+mn-cs"/>
              </a:rPr>
              <a:t>should not be read as a failure</a:t>
            </a:r>
            <a:r>
              <a:rPr kumimoji="0" lang="en-US" sz="1600" b="0" i="0" u="none" strike="noStrike" kern="1200" cap="none" spc="0" normalizeH="0" baseline="0" noProof="0">
                <a:ln>
                  <a:noFill/>
                </a:ln>
                <a:solidFill>
                  <a:srgbClr val="301E04"/>
                </a:solidFill>
                <a:effectLst/>
                <a:uLnTx/>
                <a:uFillTx/>
                <a:latin typeface="Aptos"/>
                <a:ea typeface="+mn-ea"/>
                <a:cs typeface="+mn-cs"/>
              </a:rPr>
              <a:t>; the right benchmark is consistently reaching the right population</a:t>
            </a:r>
          </a:p>
        </p:txBody>
      </p:sp>
      <p:sp>
        <p:nvSpPr>
          <p:cNvPr id="2" name="SectionHeader">
            <a:extLst>
              <a:ext uri="{FF2B5EF4-FFF2-40B4-BE49-F238E27FC236}">
                <a16:creationId xmlns:a16="http://schemas.microsoft.com/office/drawing/2014/main" id="{655BE14F-05AC-48D9-BA09-587B8E419325}"/>
              </a:ext>
            </a:extLst>
          </p:cNvPr>
          <p:cNvSpPr txBox="1"/>
          <p:nvPr/>
        </p:nvSpPr>
        <p:spPr>
          <a:xfrm>
            <a:off x="457200" y="1879600"/>
            <a:ext cx="3810000" cy="381000"/>
          </a:xfrm>
          <a:prstGeom prst="rect">
            <a:avLst/>
          </a:prstGeom>
          <a:noFill/>
        </p:spPr>
        <p:txBody>
          <a:bodyPr vertOverflow="overflow" vert="horz" wrap="square" rtlCol="0" anchor="t">
            <a:spAutoFit/>
          </a:bodyPr>
          <a:lstStyle/>
          <a:p>
            <a:pPr algn="l"/>
            <a:r>
              <a:rPr lang="en-US" b="1">
                <a:solidFill>
                  <a:srgbClr val="355834"/>
                </a:solidFill>
                <a:latin typeface="Aptos SemiBold"/>
              </a:rPr>
              <a:t>Why This Mailer Matters</a:t>
            </a:r>
          </a:p>
        </p:txBody>
      </p:sp>
      <p:sp>
        <p:nvSpPr>
          <p:cNvPr id="4" name="Label1">
            <a:extLst>
              <a:ext uri="{FF2B5EF4-FFF2-40B4-BE49-F238E27FC236}">
                <a16:creationId xmlns:a16="http://schemas.microsoft.com/office/drawing/2014/main" id="{A282C7A5-E0B3-4D85-88A4-F2D9CEEDA08B}"/>
              </a:ext>
            </a:extLst>
          </p:cNvPr>
          <p:cNvSpPr txBox="1"/>
          <p:nvPr/>
        </p:nvSpPr>
        <p:spPr>
          <a:xfrm>
            <a:off x="1092200" y="2311400"/>
            <a:ext cx="3302000" cy="279400"/>
          </a:xfrm>
          <a:prstGeom prst="rect">
            <a:avLst/>
          </a:prstGeom>
          <a:noFill/>
        </p:spPr>
        <p:txBody>
          <a:bodyPr vertOverflow="overflow" vert="horz" wrap="square" rtlCol="0" anchor="t">
            <a:spAutoFit/>
          </a:bodyPr>
          <a:lstStyle/>
          <a:p>
            <a:pPr algn="l"/>
            <a:r>
              <a:rPr lang="en-US" sz="1600" b="1">
                <a:solidFill>
                  <a:srgbClr val="301E04"/>
                </a:solidFill>
                <a:latin typeface="Aptos SemiBold"/>
              </a:rPr>
              <a:t>Awareness</a:t>
            </a:r>
          </a:p>
        </p:txBody>
      </p:sp>
      <p:sp>
        <p:nvSpPr>
          <p:cNvPr id="5" name="Sub1">
            <a:extLst>
              <a:ext uri="{FF2B5EF4-FFF2-40B4-BE49-F238E27FC236}">
                <a16:creationId xmlns:a16="http://schemas.microsoft.com/office/drawing/2014/main" id="{6EFB7A63-9DAF-4FDA-ADF6-F5830A9DEDB4}"/>
              </a:ext>
            </a:extLst>
          </p:cNvPr>
          <p:cNvSpPr txBox="1"/>
          <p:nvPr/>
        </p:nvSpPr>
        <p:spPr>
          <a:xfrm>
            <a:off x="1092200" y="2590800"/>
            <a:ext cx="3302000" cy="660400"/>
          </a:xfrm>
          <a:prstGeom prst="rect">
            <a:avLst/>
          </a:prstGeom>
          <a:noFill/>
        </p:spPr>
        <p:txBody>
          <a:bodyPr vertOverflow="overflow" vert="horz" wrap="square" rtlCol="0" anchor="t">
            <a:spAutoFit/>
          </a:bodyPr>
          <a:lstStyle/>
          <a:p>
            <a:pPr algn="l"/>
            <a:r>
              <a:rPr lang="en-US" sz="1400">
                <a:solidFill>
                  <a:srgbClr val="301E04"/>
                </a:solidFill>
                <a:latin typeface="Aptos"/>
              </a:rPr>
              <a:t>Members know cancer resources and support are available to them</a:t>
            </a:r>
          </a:p>
        </p:txBody>
      </p:sp>
      <p:sp>
        <p:nvSpPr>
          <p:cNvPr id="6" name="Label2">
            <a:extLst>
              <a:ext uri="{FF2B5EF4-FFF2-40B4-BE49-F238E27FC236}">
                <a16:creationId xmlns:a16="http://schemas.microsoft.com/office/drawing/2014/main" id="{2D89EABD-D49E-4773-ACFC-328A81F2DB79}"/>
              </a:ext>
            </a:extLst>
          </p:cNvPr>
          <p:cNvSpPr txBox="1"/>
          <p:nvPr/>
        </p:nvSpPr>
        <p:spPr>
          <a:xfrm>
            <a:off x="1092200" y="3429000"/>
            <a:ext cx="3302000" cy="279400"/>
          </a:xfrm>
          <a:prstGeom prst="rect">
            <a:avLst/>
          </a:prstGeom>
          <a:noFill/>
        </p:spPr>
        <p:txBody>
          <a:bodyPr vertOverflow="overflow" vert="horz" wrap="square" rtlCol="0" anchor="t">
            <a:spAutoFit/>
          </a:bodyPr>
          <a:lstStyle/>
          <a:p>
            <a:pPr algn="l"/>
            <a:r>
              <a:rPr lang="en-US" sz="1600" b="1">
                <a:solidFill>
                  <a:srgbClr val="301E04"/>
                </a:solidFill>
                <a:latin typeface="Aptos SemiBold"/>
              </a:rPr>
              <a:t>Touchpoint Creation</a:t>
            </a:r>
          </a:p>
        </p:txBody>
      </p:sp>
      <p:sp>
        <p:nvSpPr>
          <p:cNvPr id="7" name="Sub2">
            <a:extLst>
              <a:ext uri="{FF2B5EF4-FFF2-40B4-BE49-F238E27FC236}">
                <a16:creationId xmlns:a16="http://schemas.microsoft.com/office/drawing/2014/main" id="{E8EE7884-A604-4BEC-AF49-26DBB2EF0E44}"/>
              </a:ext>
            </a:extLst>
          </p:cNvPr>
          <p:cNvSpPr txBox="1"/>
          <p:nvPr/>
        </p:nvSpPr>
        <p:spPr>
          <a:xfrm>
            <a:off x="1092200" y="3708400"/>
            <a:ext cx="3302000" cy="660400"/>
          </a:xfrm>
          <a:prstGeom prst="rect">
            <a:avLst/>
          </a:prstGeom>
          <a:noFill/>
        </p:spPr>
        <p:txBody>
          <a:bodyPr vertOverflow="overflow" vert="horz" wrap="square" rtlCol="0" anchor="t">
            <a:spAutoFit/>
          </a:bodyPr>
          <a:lstStyle/>
          <a:p>
            <a:pPr algn="l"/>
            <a:r>
              <a:rPr lang="en-US" sz="1400">
                <a:solidFill>
                  <a:srgbClr val="301E04"/>
                </a:solidFill>
                <a:latin typeface="Aptos"/>
              </a:rPr>
              <a:t>Brings Lantern in front of members navigating a cancer diagnosis</a:t>
            </a:r>
          </a:p>
        </p:txBody>
      </p:sp>
      <p:sp>
        <p:nvSpPr>
          <p:cNvPr id="8" name="Label3">
            <a:extLst>
              <a:ext uri="{FF2B5EF4-FFF2-40B4-BE49-F238E27FC236}">
                <a16:creationId xmlns:a16="http://schemas.microsoft.com/office/drawing/2014/main" id="{57EE53EF-D7F6-4A7C-BCBF-E0E02F4F2F63}"/>
              </a:ext>
            </a:extLst>
          </p:cNvPr>
          <p:cNvSpPr txBox="1"/>
          <p:nvPr/>
        </p:nvSpPr>
        <p:spPr>
          <a:xfrm>
            <a:off x="1092200" y="4546600"/>
            <a:ext cx="3302000" cy="279400"/>
          </a:xfrm>
          <a:prstGeom prst="rect">
            <a:avLst/>
          </a:prstGeom>
          <a:noFill/>
        </p:spPr>
        <p:txBody>
          <a:bodyPr vertOverflow="overflow" vert="horz" wrap="square" rtlCol="0" anchor="t">
            <a:spAutoFit/>
          </a:bodyPr>
          <a:lstStyle/>
          <a:p>
            <a:pPr algn="l"/>
            <a:r>
              <a:rPr lang="en-US" sz="1600" b="1">
                <a:solidFill>
                  <a:srgbClr val="301E04"/>
                </a:solidFill>
                <a:latin typeface="Aptos SemiBold"/>
              </a:rPr>
              <a:t>Top-of-Mind Presence</a:t>
            </a:r>
          </a:p>
        </p:txBody>
      </p:sp>
      <p:sp>
        <p:nvSpPr>
          <p:cNvPr id="9" name="Sub3">
            <a:extLst>
              <a:ext uri="{FF2B5EF4-FFF2-40B4-BE49-F238E27FC236}">
                <a16:creationId xmlns:a16="http://schemas.microsoft.com/office/drawing/2014/main" id="{298AB17D-10C6-43AF-A834-4EC3B59E45F2}"/>
              </a:ext>
            </a:extLst>
          </p:cNvPr>
          <p:cNvSpPr txBox="1"/>
          <p:nvPr/>
        </p:nvSpPr>
        <p:spPr>
          <a:xfrm>
            <a:off x="1092200" y="4826000"/>
            <a:ext cx="3302000" cy="660400"/>
          </a:xfrm>
          <a:prstGeom prst="rect">
            <a:avLst/>
          </a:prstGeom>
          <a:noFill/>
        </p:spPr>
        <p:txBody>
          <a:bodyPr vertOverflow="overflow" vert="horz" wrap="square" rtlCol="0" anchor="t">
            <a:spAutoFit/>
          </a:bodyPr>
          <a:lstStyle/>
          <a:p>
            <a:pPr algn="l"/>
            <a:r>
              <a:rPr lang="en-US" sz="1400">
                <a:solidFill>
                  <a:srgbClr val="301E04"/>
                </a:solidFill>
                <a:latin typeface="Aptos"/>
              </a:rPr>
              <a:t>Members remember this communication and are more likely to reach out</a:t>
            </a:r>
          </a:p>
        </p:txBody>
      </p:sp>
      <p:pic>
        <p:nvPicPr>
          <p:cNvPr id="28" name="Graphic 28" descr="Awareness ic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8000" y="2362200"/>
            <a:ext cx="482600" cy="482600"/>
          </a:xfrm>
          <a:prstGeom prst="rect">
            <a:avLst/>
          </a:prstGeom>
        </p:spPr>
      </p:pic>
      <p:pic>
        <p:nvPicPr>
          <p:cNvPr id="29" name="Graphic 29" descr="Touchpoint creation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8000" y="3479800"/>
            <a:ext cx="482600" cy="482600"/>
          </a:xfrm>
          <a:prstGeom prst="rect">
            <a:avLst/>
          </a:prstGeom>
        </p:spPr>
      </p:pic>
      <p:pic>
        <p:nvPicPr>
          <p:cNvPr id="30" name="Graphic 30" descr="Top-of-mind presence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8000" y="4597400"/>
            <a:ext cx="482600" cy="482600"/>
          </a:xfrm>
          <a:prstGeom prst="rect">
            <a:avLst/>
          </a:prstGeom>
        </p:spPr>
      </p:pic>
    </p:spTree>
    <p:extLst>
      <p:ext uri="{BB962C8B-B14F-4D97-AF65-F5344CB8AC3E}">
        <p14:creationId xmlns:p14="http://schemas.microsoft.com/office/powerpoint/2010/main" val="3914600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BD64C-66F7-D804-58AE-D8E692A9A1E5}"/>
            </a:ext>
          </a:extLst>
        </p:cNvPr>
        <p:cNvGrpSpPr/>
        <p:nvPr/>
      </p:nvGrpSpPr>
      <p:grpSpPr>
        <a:xfrm>
          <a:off x="0" y="0"/>
          <a:ext cx="0" cy="0"/>
          <a:chOff x="0" y="0"/>
          <a:chExt cx="0" cy="0"/>
        </a:xfrm>
      </p:grpSpPr>
      <p:sp>
        <p:nvSpPr>
          <p:cNvPr id="100" name="Background"/>
          <p:cNvSpPr>
            <a:spLocks noGrp="1"/>
          </p:cNvSpPr>
          <p:nvPr/>
        </p:nvSpPr>
        <p:spPr>
          <a:xfrm>
            <a:off x="0" y="0"/>
            <a:ext cx="12192000" cy="6858000"/>
          </a:xfrm>
          <a:prstGeom prst="rect">
            <a:avLst/>
          </a:prstGeom>
          <a:solidFill>
            <a:srgbClr val="FEF8E8"/>
          </a:solidFill>
          <a:ln>
            <a:noFill/>
          </a:ln>
        </p:spPr>
        <p:txBody>
          <a:bodyPr/>
          <a:lstStyle/>
          <a:p>
            <a:endParaRPr/>
          </a:p>
        </p:txBody>
      </p:sp>
      <p:sp>
        <p:nvSpPr>
          <p:cNvPr id="101" name="TitleBar"/>
          <p:cNvSpPr>
            <a:spLocks noGrp="1"/>
          </p:cNvSpPr>
          <p:nvPr/>
        </p:nvSpPr>
        <p:spPr>
          <a:xfrm>
            <a:off x="0" y="0"/>
            <a:ext cx="12192000" cy="1092200"/>
          </a:xfrm>
          <a:prstGeom prst="rect">
            <a:avLst/>
          </a:prstGeom>
          <a:solidFill>
            <a:srgbClr val="005041"/>
          </a:solidFill>
          <a:ln>
            <a:noFill/>
          </a:ln>
        </p:spPr>
        <p:txBody>
          <a:bodyPr/>
          <a:lstStyle/>
          <a:p>
            <a:endParaRPr/>
          </a:p>
        </p:txBody>
      </p:sp>
      <p:sp>
        <p:nvSpPr>
          <p:cNvPr id="102" name="Title"/>
          <p:cNvSpPr txBox="1">
            <a:spLocks noGrp="1"/>
          </p:cNvSpPr>
          <p:nvPr/>
        </p:nvSpPr>
        <p:spPr>
          <a:xfrm>
            <a:off x="457200" y="0"/>
            <a:ext cx="11277600" cy="635000"/>
          </a:xfrm>
          <a:prstGeom prst="rect">
            <a:avLst/>
          </a:prstGeom>
          <a:noFill/>
          <a:ln>
            <a:noFill/>
          </a:ln>
        </p:spPr>
        <p:txBody>
          <a:bodyPr wrap="square" lIns="0" tIns="0" rIns="0" bIns="0" anchor="ctr"/>
          <a:lstStyle/>
          <a:p>
            <a:pPr algn="l"/>
            <a:r>
              <a:rPr lang="en-US" sz="2800" b="1">
                <a:solidFill>
                  <a:srgbClr val="FFFFFF"/>
                </a:solidFill>
                <a:latin typeface="Aptos SemiBold"/>
              </a:rPr>
              <a:t>ID Card Insert: Impact on Call Rates</a:t>
            </a:r>
          </a:p>
        </p:txBody>
      </p:sp>
      <p:sp>
        <p:nvSpPr>
          <p:cNvPr id="103" name="Subtitle"/>
          <p:cNvSpPr txBox="1">
            <a:spLocks noGrp="1"/>
          </p:cNvSpPr>
          <p:nvPr/>
        </p:nvSpPr>
        <p:spPr>
          <a:xfrm>
            <a:off x="457200" y="736600"/>
            <a:ext cx="11277600" cy="355600"/>
          </a:xfrm>
          <a:prstGeom prst="rect">
            <a:avLst/>
          </a:prstGeom>
          <a:noFill/>
          <a:ln>
            <a:noFill/>
          </a:ln>
        </p:spPr>
        <p:txBody>
          <a:bodyPr wrap="square" lIns="0" tIns="0" rIns="0" bIns="0" anchor="ctr"/>
          <a:lstStyle/>
          <a:p>
            <a:pPr algn="l"/>
            <a:r>
              <a:rPr lang="en-US" sz="1400" i="1">
                <a:solidFill>
                  <a:srgbClr val="FFFFFF"/>
                </a:solidFill>
                <a:latin typeface="Aptos"/>
              </a:rPr>
              <a:t>Mandatory insert clients vs. carve-out (no insert) clients</a:t>
            </a:r>
          </a:p>
        </p:txBody>
      </p:sp>
      <p:sp>
        <p:nvSpPr>
          <p:cNvPr id="104" name="Divider"/>
          <p:cNvSpPr>
            <a:spLocks noGrp="1"/>
          </p:cNvSpPr>
          <p:nvPr/>
        </p:nvSpPr>
        <p:spPr>
          <a:xfrm>
            <a:off x="5216407" y="1721556"/>
            <a:ext cx="1" cy="5334000"/>
          </a:xfrm>
          <a:prstGeom prst="rect">
            <a:avLst/>
          </a:prstGeom>
          <a:solidFill>
            <a:srgbClr val="005041"/>
          </a:solidFill>
          <a:ln>
            <a:noFill/>
          </a:ln>
        </p:spPr>
        <p:txBody>
          <a:bodyPr/>
          <a:lstStyle/>
          <a:p>
            <a:endParaRPr/>
          </a:p>
        </p:txBody>
      </p:sp>
      <p:sp>
        <p:nvSpPr>
          <p:cNvPr id="105" name="SectionHeader"/>
          <p:cNvSpPr txBox="1">
            <a:spLocks noGrp="1"/>
          </p:cNvSpPr>
          <p:nvPr/>
        </p:nvSpPr>
        <p:spPr>
          <a:xfrm>
            <a:off x="466607" y="1721556"/>
            <a:ext cx="4597400" cy="355600"/>
          </a:xfrm>
          <a:prstGeom prst="rect">
            <a:avLst/>
          </a:prstGeom>
          <a:noFill/>
          <a:ln>
            <a:noFill/>
          </a:ln>
        </p:spPr>
        <p:txBody>
          <a:bodyPr wrap="square" lIns="0" tIns="0" rIns="0" bIns="0" anchor="ctr"/>
          <a:lstStyle/>
          <a:p>
            <a:pPr algn="l"/>
            <a:r>
              <a:rPr lang="en-US" sz="1200" b="1">
                <a:solidFill>
                  <a:srgbClr val="355834"/>
                </a:solidFill>
                <a:latin typeface="Aptos SemiBold"/>
              </a:rPr>
              <a:t>RESULTS SUMMARY</a:t>
            </a:r>
          </a:p>
        </p:txBody>
      </p:sp>
      <p:sp>
        <p:nvSpPr>
          <p:cNvPr id="106" name="Headline"/>
          <p:cNvSpPr txBox="1">
            <a:spLocks noGrp="1"/>
          </p:cNvSpPr>
          <p:nvPr/>
        </p:nvSpPr>
        <p:spPr>
          <a:xfrm>
            <a:off x="466607" y="2178756"/>
            <a:ext cx="4597400" cy="1016000"/>
          </a:xfrm>
          <a:prstGeom prst="rect">
            <a:avLst/>
          </a:prstGeom>
          <a:noFill/>
          <a:ln>
            <a:noFill/>
          </a:ln>
        </p:spPr>
        <p:txBody>
          <a:bodyPr wrap="square" lIns="0" tIns="0" rIns="0" bIns="0"/>
          <a:lstStyle/>
          <a:p>
            <a:pPr algn="l">
              <a:spcBef>
                <a:spcPts val="0"/>
              </a:spcBef>
              <a:spcAft>
                <a:spcPts val="0"/>
              </a:spcAft>
            </a:pPr>
            <a:r>
              <a:rPr lang="en-US" sz="1400">
                <a:solidFill>
                  <a:srgbClr val="301E04"/>
                </a:solidFill>
                <a:latin typeface="Aptos"/>
              </a:rPr>
              <a:t>Clients who received a mandatory insert showed a </a:t>
            </a:r>
            <a:r>
              <a:rPr lang="en-US" sz="1400" b="1">
                <a:solidFill>
                  <a:srgbClr val="005041"/>
                </a:solidFill>
                <a:latin typeface="Aptos"/>
              </a:rPr>
              <a:t>significantly higher call rate</a:t>
            </a:r>
            <a:r>
              <a:rPr lang="en-US" sz="1400">
                <a:solidFill>
                  <a:srgbClr val="301E04"/>
                </a:solidFill>
                <a:latin typeface="Aptos"/>
              </a:rPr>
              <a:t> than clients without.</a:t>
            </a:r>
          </a:p>
        </p:txBody>
      </p:sp>
      <p:sp>
        <p:nvSpPr>
          <p:cNvPr id="107" name="Stat1Bg"/>
          <p:cNvSpPr>
            <a:spLocks noGrp="1"/>
          </p:cNvSpPr>
          <p:nvPr/>
        </p:nvSpPr>
        <p:spPr>
          <a:xfrm>
            <a:off x="466607" y="3245556"/>
            <a:ext cx="2209800" cy="1524000"/>
          </a:xfrm>
          <a:prstGeom prst="roundRect">
            <a:avLst>
              <a:gd name="adj" fmla="val 15000"/>
            </a:avLst>
          </a:prstGeom>
          <a:solidFill>
            <a:srgbClr val="005041"/>
          </a:solidFill>
          <a:ln>
            <a:noFill/>
          </a:ln>
        </p:spPr>
        <p:txBody>
          <a:bodyPr lIns="0" tIns="0" rIns="0" bIns="0" anchor="ctr"/>
          <a:lstStyle/>
          <a:p>
            <a:pPr algn="ctr">
              <a:spcBef>
                <a:spcPts val="0"/>
              </a:spcBef>
              <a:spcAft>
                <a:spcPts val="0"/>
              </a:spcAft>
            </a:pPr>
            <a:r>
              <a:rPr lang="en-US" sz="3200" b="1">
                <a:solidFill>
                  <a:srgbClr val="FFFFFF"/>
                </a:solidFill>
                <a:latin typeface="Aptos SemiBold"/>
              </a:rPr>
              <a:t>0.86%</a:t>
            </a:r>
          </a:p>
        </p:txBody>
      </p:sp>
      <p:sp>
        <p:nvSpPr>
          <p:cNvPr id="108" name="Stat1Label"/>
          <p:cNvSpPr txBox="1">
            <a:spLocks noGrp="1"/>
          </p:cNvSpPr>
          <p:nvPr/>
        </p:nvSpPr>
        <p:spPr>
          <a:xfrm>
            <a:off x="466607" y="4845756"/>
            <a:ext cx="2209800" cy="508000"/>
          </a:xfrm>
          <a:prstGeom prst="rect">
            <a:avLst/>
          </a:prstGeom>
          <a:noFill/>
          <a:ln>
            <a:noFill/>
          </a:ln>
        </p:spPr>
        <p:txBody>
          <a:bodyPr wrap="square" lIns="0" tIns="0" rIns="0" bIns="0" anchor="t"/>
          <a:lstStyle/>
          <a:p>
            <a:pPr algn="ctr">
              <a:spcBef>
                <a:spcPts val="0"/>
              </a:spcBef>
              <a:spcAft>
                <a:spcPts val="0"/>
              </a:spcAft>
            </a:pPr>
            <a:r>
              <a:rPr lang="en-US" sz="1100" b="1">
                <a:solidFill>
                  <a:srgbClr val="005041"/>
                </a:solidFill>
                <a:latin typeface="Aptos"/>
              </a:rPr>
              <a:t>Mandatory Insert</a:t>
            </a:r>
          </a:p>
          <a:p>
            <a:pPr algn="ctr">
              <a:spcBef>
                <a:spcPts val="0"/>
              </a:spcBef>
              <a:spcAft>
                <a:spcPts val="0"/>
              </a:spcAft>
            </a:pPr>
            <a:r>
              <a:rPr lang="en-US" sz="1000">
                <a:solidFill>
                  <a:srgbClr val="301E04"/>
                </a:solidFill>
                <a:latin typeface="Aptos"/>
              </a:rPr>
              <a:t>1,704 incr. calls / 197,532 mailed</a:t>
            </a:r>
          </a:p>
        </p:txBody>
      </p:sp>
      <p:sp>
        <p:nvSpPr>
          <p:cNvPr id="109" name="Stat2Bg"/>
          <p:cNvSpPr>
            <a:spLocks noGrp="1"/>
          </p:cNvSpPr>
          <p:nvPr/>
        </p:nvSpPr>
        <p:spPr>
          <a:xfrm>
            <a:off x="2828807" y="3245556"/>
            <a:ext cx="2209800" cy="1524000"/>
          </a:xfrm>
          <a:prstGeom prst="roundRect">
            <a:avLst>
              <a:gd name="adj" fmla="val 15000"/>
            </a:avLst>
          </a:prstGeom>
          <a:solidFill>
            <a:srgbClr val="4F796D"/>
          </a:solidFill>
          <a:ln>
            <a:noFill/>
          </a:ln>
        </p:spPr>
        <p:txBody>
          <a:bodyPr lIns="0" tIns="0" rIns="0" bIns="0" anchor="ctr"/>
          <a:lstStyle/>
          <a:p>
            <a:pPr algn="ctr">
              <a:spcBef>
                <a:spcPts val="0"/>
              </a:spcBef>
              <a:spcAft>
                <a:spcPts val="0"/>
              </a:spcAft>
            </a:pPr>
            <a:r>
              <a:rPr lang="en-US" sz="3200" b="1">
                <a:solidFill>
                  <a:srgbClr val="FFFFFF"/>
                </a:solidFill>
                <a:latin typeface="Aptos SemiBold"/>
              </a:rPr>
              <a:t>0.63%</a:t>
            </a:r>
          </a:p>
        </p:txBody>
      </p:sp>
      <p:sp>
        <p:nvSpPr>
          <p:cNvPr id="110" name="Stat2Label"/>
          <p:cNvSpPr txBox="1">
            <a:spLocks noGrp="1"/>
          </p:cNvSpPr>
          <p:nvPr/>
        </p:nvSpPr>
        <p:spPr>
          <a:xfrm>
            <a:off x="2828807" y="4845756"/>
            <a:ext cx="2209800" cy="508000"/>
          </a:xfrm>
          <a:prstGeom prst="rect">
            <a:avLst/>
          </a:prstGeom>
          <a:noFill/>
          <a:ln>
            <a:noFill/>
          </a:ln>
        </p:spPr>
        <p:txBody>
          <a:bodyPr wrap="square" lIns="0" tIns="0" rIns="0" bIns="0" anchor="t"/>
          <a:lstStyle/>
          <a:p>
            <a:pPr algn="ctr">
              <a:spcBef>
                <a:spcPts val="0"/>
              </a:spcBef>
              <a:spcAft>
                <a:spcPts val="0"/>
              </a:spcAft>
            </a:pPr>
            <a:r>
              <a:rPr lang="en-US" sz="1100" b="1">
                <a:solidFill>
                  <a:srgbClr val="4F796D"/>
                </a:solidFill>
                <a:latin typeface="Aptos"/>
              </a:rPr>
              <a:t>Carve-Out (No Insert)</a:t>
            </a:r>
          </a:p>
          <a:p>
            <a:pPr algn="ctr">
              <a:spcBef>
                <a:spcPts val="0"/>
              </a:spcBef>
              <a:spcAft>
                <a:spcPts val="0"/>
              </a:spcAft>
            </a:pPr>
            <a:r>
              <a:rPr lang="en-US" sz="1000">
                <a:solidFill>
                  <a:srgbClr val="301E04"/>
                </a:solidFill>
                <a:latin typeface="Aptos"/>
              </a:rPr>
              <a:t>7,197 incr. calls / 1,139,155 mailed</a:t>
            </a:r>
          </a:p>
        </p:txBody>
      </p:sp>
      <p:sp>
        <p:nvSpPr>
          <p:cNvPr id="112" name="RightPanel"/>
          <p:cNvSpPr>
            <a:spLocks noGrp="1"/>
          </p:cNvSpPr>
          <p:nvPr/>
        </p:nvSpPr>
        <p:spPr>
          <a:xfrm>
            <a:off x="5368807" y="1759185"/>
            <a:ext cx="6375400" cy="3414890"/>
          </a:xfrm>
          <a:prstGeom prst="rect">
            <a:avLst/>
          </a:prstGeom>
          <a:solidFill>
            <a:srgbClr val="FFFFFF"/>
          </a:solidFill>
          <a:ln w="9525">
            <a:solidFill>
              <a:srgbClr val="E8E0D0"/>
            </a:solidFill>
          </a:ln>
        </p:spPr>
        <p:txBody>
          <a:bodyPr/>
          <a:lstStyle/>
          <a:p>
            <a:endParaRPr/>
          </a:p>
        </p:txBody>
      </p:sp>
      <p:sp>
        <p:nvSpPr>
          <p:cNvPr id="113" name="RightAccent"/>
          <p:cNvSpPr>
            <a:spLocks noGrp="1"/>
          </p:cNvSpPr>
          <p:nvPr/>
        </p:nvSpPr>
        <p:spPr>
          <a:xfrm>
            <a:off x="5368807" y="1721556"/>
            <a:ext cx="6375400" cy="76200"/>
          </a:xfrm>
          <a:prstGeom prst="rect">
            <a:avLst/>
          </a:prstGeom>
          <a:solidFill>
            <a:srgbClr val="005041"/>
          </a:solidFill>
          <a:ln>
            <a:noFill/>
          </a:ln>
        </p:spPr>
        <p:txBody>
          <a:bodyPr/>
          <a:lstStyle/>
          <a:p>
            <a:endParaRPr/>
          </a:p>
        </p:txBody>
      </p:sp>
      <p:sp>
        <p:nvSpPr>
          <p:cNvPr id="114" name="Takeaways"/>
          <p:cNvSpPr txBox="1">
            <a:spLocks noGrp="1"/>
          </p:cNvSpPr>
          <p:nvPr/>
        </p:nvSpPr>
        <p:spPr>
          <a:xfrm>
            <a:off x="5546607" y="1873956"/>
            <a:ext cx="6019800" cy="5080000"/>
          </a:xfrm>
          <a:prstGeom prst="rect">
            <a:avLst/>
          </a:prstGeom>
          <a:noFill/>
          <a:ln>
            <a:noFill/>
          </a:ln>
        </p:spPr>
        <p:txBody>
          <a:bodyPr wrap="square" lIns="0" tIns="0" rIns="0" bIns="0"/>
          <a:lstStyle/>
          <a:p>
            <a:pPr algn="l">
              <a:spcBef>
                <a:spcPts val="0"/>
              </a:spcBef>
              <a:spcAft>
                <a:spcPts val="600"/>
              </a:spcAft>
            </a:pPr>
            <a:r>
              <a:rPr lang="en-US" sz="1800" b="1">
                <a:solidFill>
                  <a:srgbClr val="355834"/>
                </a:solidFill>
                <a:latin typeface="Aptos SemiBold"/>
              </a:rPr>
              <a:t>Key Takeaways</a:t>
            </a:r>
          </a:p>
          <a:p>
            <a:pPr marL="228600" indent="-228600" algn="l">
              <a:spcBef>
                <a:spcPts val="0"/>
              </a:spcBef>
              <a:spcAft>
                <a:spcPts val="500"/>
              </a:spcAft>
              <a:buClr>
                <a:srgbClr val="FF6947"/>
              </a:buClr>
              <a:buFont typeface="Wingdings" pitchFamily="2" charset="2"/>
              <a:buChar char="§"/>
            </a:pPr>
            <a:r>
              <a:rPr lang="en-US" sz="1400">
                <a:solidFill>
                  <a:srgbClr val="301E04"/>
                </a:solidFill>
                <a:latin typeface="Aptos"/>
              </a:rPr>
              <a:t>Mandatory inserts drove </a:t>
            </a:r>
            <a:r>
              <a:rPr lang="en-US" sz="1400" b="1">
                <a:solidFill>
                  <a:srgbClr val="301E04"/>
                </a:solidFill>
                <a:latin typeface="Aptos"/>
              </a:rPr>
              <a:t>37% more incremental calls</a:t>
            </a:r>
            <a:r>
              <a:rPr lang="en-US" sz="1400">
                <a:solidFill>
                  <a:srgbClr val="301E04"/>
                </a:solidFill>
                <a:latin typeface="Aptos"/>
              </a:rPr>
              <a:t> per member mailed vs. carve-outs</a:t>
            </a:r>
          </a:p>
          <a:p>
            <a:pPr marL="228600" indent="-228600" algn="l">
              <a:spcBef>
                <a:spcPts val="0"/>
              </a:spcBef>
              <a:spcAft>
                <a:spcPts val="500"/>
              </a:spcAft>
              <a:buClr>
                <a:srgbClr val="FF6947"/>
              </a:buClr>
              <a:buFont typeface="Wingdings" pitchFamily="2" charset="2"/>
              <a:buChar char="§"/>
            </a:pPr>
            <a:r>
              <a:rPr lang="en-US" sz="1400">
                <a:solidFill>
                  <a:srgbClr val="301E04"/>
                </a:solidFill>
                <a:latin typeface="Aptos"/>
              </a:rPr>
              <a:t>Result is </a:t>
            </a:r>
            <a:r>
              <a:rPr lang="en-US" sz="1400" b="1">
                <a:solidFill>
                  <a:srgbClr val="301E04"/>
                </a:solidFill>
                <a:latin typeface="Aptos"/>
              </a:rPr>
              <a:t>statistically significant</a:t>
            </a:r>
            <a:r>
              <a:rPr lang="en-US" sz="1400">
                <a:solidFill>
                  <a:srgbClr val="301E04"/>
                </a:solidFill>
                <a:latin typeface="Aptos"/>
              </a:rPr>
              <a:t> (p &lt; 0.0001) — extremely unlikely due to chance</a:t>
            </a:r>
          </a:p>
          <a:p>
            <a:pPr marL="228600" indent="-228600" algn="l">
              <a:spcBef>
                <a:spcPts val="0"/>
              </a:spcBef>
              <a:spcAft>
                <a:spcPts val="500"/>
              </a:spcAft>
              <a:buClr>
                <a:srgbClr val="FF6947"/>
              </a:buClr>
              <a:buFont typeface="Wingdings" pitchFamily="2" charset="2"/>
              <a:buChar char="§"/>
            </a:pPr>
            <a:r>
              <a:rPr lang="en-US" sz="1400">
                <a:solidFill>
                  <a:srgbClr val="301E04"/>
                </a:solidFill>
                <a:latin typeface="Aptos"/>
              </a:rPr>
              <a:t>Methodology: weighted average (total calls ÷ total mail count per group) gives </a:t>
            </a:r>
            <a:r>
              <a:rPr lang="en-US" sz="1400" b="1">
                <a:solidFill>
                  <a:srgbClr val="301E04"/>
                </a:solidFill>
                <a:latin typeface="Aptos"/>
              </a:rPr>
              <a:t>every member equal weight</a:t>
            </a:r>
          </a:p>
          <a:p>
            <a:pPr marL="228600" indent="-228600" algn="l">
              <a:spcBef>
                <a:spcPts val="0"/>
              </a:spcBef>
              <a:spcAft>
                <a:spcPts val="500"/>
              </a:spcAft>
              <a:buClr>
                <a:srgbClr val="FF6947"/>
              </a:buClr>
              <a:buFont typeface="Wingdings" pitchFamily="2" charset="2"/>
              <a:buChar char="§"/>
            </a:pPr>
            <a:r>
              <a:rPr lang="en-US" sz="1400">
                <a:solidFill>
                  <a:srgbClr val="301E04"/>
                </a:solidFill>
                <a:latin typeface="Aptos"/>
              </a:rPr>
              <a:t>Caveat: </a:t>
            </a:r>
            <a:r>
              <a:rPr lang="en-US" sz="1400" b="1">
                <a:solidFill>
                  <a:srgbClr val="301E04"/>
                </a:solidFill>
                <a:latin typeface="Aptos"/>
              </a:rPr>
              <a:t>observational, not randomized.</a:t>
            </a:r>
            <a:r>
              <a:rPr lang="en-US" sz="1400">
                <a:solidFill>
                  <a:srgbClr val="301E04"/>
                </a:solidFill>
                <a:latin typeface="Aptos"/>
              </a:rPr>
              <a:t> Describes a strong association; unmeasured confounders cannot be ruled out</a:t>
            </a:r>
          </a:p>
        </p:txBody>
      </p:sp>
    </p:spTree>
    <p:extLst>
      <p:ext uri="{BB962C8B-B14F-4D97-AF65-F5344CB8AC3E}">
        <p14:creationId xmlns:p14="http://schemas.microsoft.com/office/powerpoint/2010/main" val="2192944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Rounded Corners 25">
            <a:extLst>
              <a:ext uri="{FF2B5EF4-FFF2-40B4-BE49-F238E27FC236}">
                <a16:creationId xmlns:a16="http://schemas.microsoft.com/office/drawing/2014/main" id="{821C36D6-BC10-E050-D447-0AB505031781}"/>
              </a:ext>
            </a:extLst>
          </p:cNvPr>
          <p:cNvSpPr/>
          <p:nvPr/>
        </p:nvSpPr>
        <p:spPr>
          <a:xfrm>
            <a:off x="6267450" y="2367253"/>
            <a:ext cx="5461000" cy="2634382"/>
          </a:xfrm>
          <a:prstGeom prst="roundRect">
            <a:avLst/>
          </a:prstGeom>
          <a:solidFill>
            <a:srgbClr val="F5F0E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AB1B3AFC-3A6D-4161-B961-C6FD5742308F}"/>
              </a:ext>
            </a:extLst>
          </p:cNvPr>
          <p:cNvSpPr txBox="1"/>
          <p:nvPr/>
        </p:nvSpPr>
        <p:spPr>
          <a:xfrm>
            <a:off x="457200" y="159618"/>
            <a:ext cx="11277600" cy="533400"/>
          </a:xfrm>
          <a:prstGeom prst="rect">
            <a:avLst/>
          </a:prstGeom>
          <a:noFill/>
        </p:spPr>
        <p:txBody>
          <a:bodyPr vertOverflow="overflow" vert="horz" wrap="square" rtlCol="0" anchor="t">
            <a:noAutofit/>
          </a:bodyPr>
          <a:lstStyle/>
          <a:p>
            <a:pPr algn="l"/>
            <a:r>
              <a:rPr lang="en-US" sz="2800" b="1">
                <a:solidFill>
                  <a:srgbClr val="301E04"/>
                </a:solidFill>
                <a:latin typeface="Aptos SemiBold"/>
              </a:rPr>
              <a:t>M-DCPS – Internal vs External Comms</a:t>
            </a:r>
          </a:p>
        </p:txBody>
      </p:sp>
      <p:sp>
        <p:nvSpPr>
          <p:cNvPr id="5" name="TextBox 4">
            <a:extLst>
              <a:ext uri="{FF2B5EF4-FFF2-40B4-BE49-F238E27FC236}">
                <a16:creationId xmlns:a16="http://schemas.microsoft.com/office/drawing/2014/main" id="{7CC54009-8924-4390-8287-C4B79E67FD0F}"/>
              </a:ext>
            </a:extLst>
          </p:cNvPr>
          <p:cNvSpPr txBox="1"/>
          <p:nvPr/>
        </p:nvSpPr>
        <p:spPr>
          <a:xfrm>
            <a:off x="457200" y="718418"/>
            <a:ext cx="8890000" cy="304800"/>
          </a:xfrm>
          <a:prstGeom prst="rect">
            <a:avLst/>
          </a:prstGeom>
          <a:noFill/>
        </p:spPr>
        <p:txBody>
          <a:bodyPr vertOverflow="overflow" vert="horz" wrap="square" rtlCol="0" anchor="t">
            <a:noAutofit/>
          </a:bodyPr>
          <a:lstStyle/>
          <a:p>
            <a:pPr algn="l"/>
            <a:r>
              <a:rPr lang="en-US" sz="1400" i="1">
                <a:solidFill>
                  <a:srgbClr val="355834"/>
                </a:solidFill>
                <a:latin typeface="Aptos"/>
              </a:rPr>
              <a:t>28-day pre/post comparison of call volume by communication type</a:t>
            </a:r>
          </a:p>
        </p:txBody>
      </p:sp>
      <p:sp>
        <p:nvSpPr>
          <p:cNvPr id="6" name="Rectangle: Rounded Corners 5">
            <a:extLst>
              <a:ext uri="{FF2B5EF4-FFF2-40B4-BE49-F238E27FC236}">
                <a16:creationId xmlns:a16="http://schemas.microsoft.com/office/drawing/2014/main" id="{DE4D2339-447D-4834-A2C5-474B404D3755}"/>
              </a:ext>
            </a:extLst>
          </p:cNvPr>
          <p:cNvSpPr/>
          <p:nvPr/>
        </p:nvSpPr>
        <p:spPr>
          <a:xfrm>
            <a:off x="457200" y="1099418"/>
            <a:ext cx="11277600" cy="558800"/>
          </a:xfrm>
          <a:prstGeom prst="roundRect">
            <a:avLst/>
          </a:prstGeom>
          <a:solidFill>
            <a:srgbClr val="35583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43B771CF-3726-40C6-B75E-FA56CBFCCA6A}"/>
              </a:ext>
            </a:extLst>
          </p:cNvPr>
          <p:cNvSpPr txBox="1"/>
          <p:nvPr/>
        </p:nvSpPr>
        <p:spPr>
          <a:xfrm>
            <a:off x="635000" y="1150218"/>
            <a:ext cx="10922000" cy="457200"/>
          </a:xfrm>
          <a:prstGeom prst="rect">
            <a:avLst/>
          </a:prstGeom>
          <a:noFill/>
        </p:spPr>
        <p:txBody>
          <a:bodyPr vertOverflow="overflow" vert="horz" wrap="square" rtlCol="0" anchor="ctr" anchorCtr="0">
            <a:noAutofit/>
          </a:bodyPr>
          <a:lstStyle/>
          <a:p>
            <a:pPr algn="l"/>
            <a:r>
              <a:rPr lang="en-US" sz="1600" b="1">
                <a:solidFill>
                  <a:srgbClr val="FFFFFF"/>
                </a:solidFill>
                <a:latin typeface="Aptos SemiBold"/>
              </a:rPr>
              <a:t>Internal sends avg ~80%+ lift vs ~50% for external — Lantern consistently outperforms</a:t>
            </a:r>
          </a:p>
        </p:txBody>
      </p:sp>
      <p:sp>
        <p:nvSpPr>
          <p:cNvPr id="8" name="Rectangle: Rounded Corners 7">
            <a:extLst>
              <a:ext uri="{FF2B5EF4-FFF2-40B4-BE49-F238E27FC236}">
                <a16:creationId xmlns:a16="http://schemas.microsoft.com/office/drawing/2014/main" id="{6237971A-49E4-4716-998C-B32070D3D10C}"/>
              </a:ext>
            </a:extLst>
          </p:cNvPr>
          <p:cNvSpPr/>
          <p:nvPr/>
        </p:nvSpPr>
        <p:spPr>
          <a:xfrm>
            <a:off x="457200" y="1810618"/>
            <a:ext cx="5461000" cy="406400"/>
          </a:xfrm>
          <a:prstGeom prst="roundRect">
            <a:avLst/>
          </a:prstGeom>
          <a:solidFill>
            <a:schemeClr val="accent2">
              <a:lumMod val="60000"/>
              <a:lumOff val="40000"/>
            </a:scheme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005041"/>
                </a:solidFill>
                <a:latin typeface="Aptos SemiBold"/>
              </a:rPr>
              <a:t>Lantern Internal Sends</a:t>
            </a:r>
          </a:p>
        </p:txBody>
      </p:sp>
      <p:sp>
        <p:nvSpPr>
          <p:cNvPr id="9" name="Rectangle: Rounded Corners 8">
            <a:extLst>
              <a:ext uri="{FF2B5EF4-FFF2-40B4-BE49-F238E27FC236}">
                <a16:creationId xmlns:a16="http://schemas.microsoft.com/office/drawing/2014/main" id="{EA6551E6-3D2A-49CE-AF6D-24019FE2487F}"/>
              </a:ext>
            </a:extLst>
          </p:cNvPr>
          <p:cNvSpPr/>
          <p:nvPr/>
        </p:nvSpPr>
        <p:spPr>
          <a:xfrm>
            <a:off x="457200" y="2369418"/>
            <a:ext cx="5461000" cy="2634382"/>
          </a:xfrm>
          <a:prstGeom prst="roundRect">
            <a:avLst/>
          </a:prstGeom>
          <a:solidFill>
            <a:srgbClr val="F5F0E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Rounded Corners 9">
            <a:extLst>
              <a:ext uri="{FF2B5EF4-FFF2-40B4-BE49-F238E27FC236}">
                <a16:creationId xmlns:a16="http://schemas.microsoft.com/office/drawing/2014/main" id="{D4FFA010-8400-44F3-A21F-328E92C2FBC9}"/>
              </a:ext>
            </a:extLst>
          </p:cNvPr>
          <p:cNvSpPr/>
          <p:nvPr/>
        </p:nvSpPr>
        <p:spPr>
          <a:xfrm>
            <a:off x="6273800" y="1810618"/>
            <a:ext cx="5461000" cy="406400"/>
          </a:xfrm>
          <a:prstGeom prst="roundRect">
            <a:avLst/>
          </a:prstGeom>
          <a:solidFill>
            <a:schemeClr val="accent2">
              <a:lumMod val="60000"/>
              <a:lumOff val="40000"/>
            </a:scheme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005041"/>
                </a:solidFill>
                <a:latin typeface="Aptos SemiBold"/>
              </a:rPr>
              <a:t>M-DCPS External Sends</a:t>
            </a:r>
          </a:p>
        </p:txBody>
      </p:sp>
      <p:sp>
        <p:nvSpPr>
          <p:cNvPr id="12" name="Rectangle: Rounded Corners 11">
            <a:extLst>
              <a:ext uri="{FF2B5EF4-FFF2-40B4-BE49-F238E27FC236}">
                <a16:creationId xmlns:a16="http://schemas.microsoft.com/office/drawing/2014/main" id="{01485DD9-91A6-4AC6-8C4D-18ABC273D1D9}"/>
              </a:ext>
            </a:extLst>
          </p:cNvPr>
          <p:cNvSpPr/>
          <p:nvPr/>
        </p:nvSpPr>
        <p:spPr>
          <a:xfrm>
            <a:off x="447675" y="5160985"/>
            <a:ext cx="11277600" cy="1135782"/>
          </a:xfrm>
          <a:prstGeom prst="roundRect">
            <a:avLst/>
          </a:prstGeom>
          <a:solidFill>
            <a:srgbClr val="FAF7F4"/>
          </a:solidFill>
          <a:ln w="19050" cap="flat" cmpd="sng" algn="ctr">
            <a:solidFill>
              <a:srgbClr val="D4C5B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B84B4CF2-E2CE-4098-811D-339D49A7F047}"/>
              </a:ext>
            </a:extLst>
          </p:cNvPr>
          <p:cNvSpPr txBox="1"/>
          <p:nvPr/>
        </p:nvSpPr>
        <p:spPr>
          <a:xfrm>
            <a:off x="806450" y="2340275"/>
            <a:ext cx="5308600" cy="2438400"/>
          </a:xfrm>
          <a:prstGeom prst="rect">
            <a:avLst/>
          </a:prstGeom>
          <a:noFill/>
        </p:spPr>
        <p:txBody>
          <a:bodyPr vertOverflow="overflow" vert="horz" wrap="square" rtlCol="0" anchor="t" anchorCtr="0">
            <a:noAutofit/>
          </a:bodyPr>
          <a:lstStyle/>
          <a:p>
            <a:pPr marL="0" indent="0">
              <a:lnSpc>
                <a:spcPts val="4800"/>
              </a:lnSpc>
              <a:spcBef>
                <a:spcPts val="0"/>
              </a:spcBef>
              <a:spcAft>
                <a:spcPts val="0"/>
              </a:spcAft>
              <a:buNone/>
            </a:pPr>
            <a:r>
              <a:rPr lang="en-US" sz="1400" b="1">
                <a:solidFill>
                  <a:srgbClr val="355834"/>
                </a:solidFill>
                <a:latin typeface="Aptos SemiBold"/>
              </a:rPr>
              <a:t>ID Card (1/21)</a:t>
            </a:r>
            <a:r>
              <a:rPr lang="en-US" sz="1400">
                <a:solidFill>
                  <a:srgbClr val="301E04"/>
                </a:solidFill>
                <a:latin typeface="Aptos"/>
              </a:rPr>
              <a:t>    43 → 126 calls</a:t>
            </a:r>
            <a:r>
              <a:rPr lang="en-US" sz="1400" b="1">
                <a:solidFill>
                  <a:srgbClr val="355834"/>
                </a:solidFill>
                <a:latin typeface="Aptos SemiBold"/>
              </a:rPr>
              <a:t>    +193%</a:t>
            </a:r>
          </a:p>
          <a:p>
            <a:pPr marL="0" indent="0">
              <a:lnSpc>
                <a:spcPts val="4800"/>
              </a:lnSpc>
              <a:spcBef>
                <a:spcPts val="0"/>
              </a:spcBef>
              <a:spcAft>
                <a:spcPts val="0"/>
              </a:spcAft>
              <a:buNone/>
            </a:pPr>
            <a:r>
              <a:rPr lang="en-US" sz="1400" b="1">
                <a:solidFill>
                  <a:srgbClr val="355834"/>
                </a:solidFill>
                <a:latin typeface="Aptos SemiBold"/>
              </a:rPr>
              <a:t>Savings Mailer (8/7)</a:t>
            </a:r>
            <a:r>
              <a:rPr lang="en-US" sz="1400">
                <a:solidFill>
                  <a:srgbClr val="301E04"/>
                </a:solidFill>
                <a:latin typeface="Aptos"/>
              </a:rPr>
              <a:t>    45 → 81 calls</a:t>
            </a:r>
            <a:r>
              <a:rPr lang="en-US" sz="1400" b="1">
                <a:solidFill>
                  <a:srgbClr val="355834"/>
                </a:solidFill>
                <a:latin typeface="Aptos SemiBold"/>
              </a:rPr>
              <a:t>    +80%</a:t>
            </a:r>
          </a:p>
          <a:p>
            <a:pPr marL="0" indent="0">
              <a:lnSpc>
                <a:spcPts val="4800"/>
              </a:lnSpc>
              <a:spcBef>
                <a:spcPts val="0"/>
              </a:spcBef>
              <a:spcAft>
                <a:spcPts val="0"/>
              </a:spcAft>
              <a:buNone/>
            </a:pPr>
            <a:r>
              <a:rPr lang="en-US" sz="1400" b="1">
                <a:solidFill>
                  <a:srgbClr val="355834"/>
                </a:solidFill>
                <a:latin typeface="Aptos SemiBold"/>
              </a:rPr>
              <a:t>Quality Mailer (10/15)</a:t>
            </a:r>
            <a:r>
              <a:rPr lang="en-US" sz="1400">
                <a:solidFill>
                  <a:srgbClr val="301E04"/>
                </a:solidFill>
                <a:latin typeface="Aptos"/>
              </a:rPr>
              <a:t>    64 → 99 calls</a:t>
            </a:r>
            <a:r>
              <a:rPr lang="en-US" sz="1400" b="1">
                <a:solidFill>
                  <a:srgbClr val="355834"/>
                </a:solidFill>
                <a:latin typeface="Aptos SemiBold"/>
              </a:rPr>
              <a:t>    +55%</a:t>
            </a:r>
            <a:r>
              <a:rPr lang="en-US" sz="1100">
                <a:solidFill>
                  <a:srgbClr val="8B7355"/>
                </a:solidFill>
                <a:latin typeface="Aptos"/>
              </a:rPr>
              <a:t> *</a:t>
            </a:r>
          </a:p>
          <a:p>
            <a:pPr marL="0" indent="0">
              <a:lnSpc>
                <a:spcPts val="4800"/>
              </a:lnSpc>
              <a:spcBef>
                <a:spcPts val="0"/>
              </a:spcBef>
              <a:spcAft>
                <a:spcPts val="0"/>
              </a:spcAft>
              <a:buNone/>
            </a:pPr>
            <a:r>
              <a:rPr lang="en-US" sz="1400" b="1">
                <a:solidFill>
                  <a:srgbClr val="355834"/>
                </a:solidFill>
                <a:latin typeface="Aptos SemiBold"/>
              </a:rPr>
              <a:t>Spouse Savings (11/26)</a:t>
            </a:r>
            <a:r>
              <a:rPr lang="en-US" sz="1400">
                <a:solidFill>
                  <a:srgbClr val="301E04"/>
                </a:solidFill>
                <a:latin typeface="Aptos"/>
              </a:rPr>
              <a:t>    83 → 71 calls</a:t>
            </a:r>
            <a:r>
              <a:rPr lang="en-US" sz="1400" b="1">
                <a:solidFill>
                  <a:srgbClr val="8B7355"/>
                </a:solidFill>
                <a:latin typeface="Aptos SemiBold"/>
              </a:rPr>
              <a:t>    -14%</a:t>
            </a:r>
            <a:r>
              <a:rPr lang="en-US" sz="1100">
                <a:solidFill>
                  <a:srgbClr val="8B7355"/>
                </a:solidFill>
                <a:latin typeface="Aptos"/>
              </a:rPr>
              <a:t> *</a:t>
            </a:r>
          </a:p>
        </p:txBody>
      </p:sp>
      <p:sp>
        <p:nvSpPr>
          <p:cNvPr id="14" name="TextBox 13">
            <a:extLst>
              <a:ext uri="{FF2B5EF4-FFF2-40B4-BE49-F238E27FC236}">
                <a16:creationId xmlns:a16="http://schemas.microsoft.com/office/drawing/2014/main" id="{2E989AA8-381F-4C0D-8118-277D8B003FE1}"/>
              </a:ext>
            </a:extLst>
          </p:cNvPr>
          <p:cNvSpPr txBox="1"/>
          <p:nvPr/>
        </p:nvSpPr>
        <p:spPr>
          <a:xfrm>
            <a:off x="6729262" y="2316453"/>
            <a:ext cx="5308600" cy="2438400"/>
          </a:xfrm>
          <a:prstGeom prst="rect">
            <a:avLst/>
          </a:prstGeom>
          <a:noFill/>
        </p:spPr>
        <p:txBody>
          <a:bodyPr vertOverflow="overflow" vert="horz" wrap="square" rtlCol="0" anchor="t" anchorCtr="0">
            <a:noAutofit/>
          </a:bodyPr>
          <a:lstStyle/>
          <a:p>
            <a:pPr marL="0" indent="0">
              <a:lnSpc>
                <a:spcPts val="4800"/>
              </a:lnSpc>
              <a:spcBef>
                <a:spcPts val="0"/>
              </a:spcBef>
              <a:spcAft>
                <a:spcPts val="0"/>
              </a:spcAft>
              <a:buNone/>
            </a:pPr>
            <a:r>
              <a:rPr lang="en-US" sz="1400" b="1">
                <a:solidFill>
                  <a:srgbClr val="005041"/>
                </a:solidFill>
                <a:latin typeface="Aptos SemiBold"/>
              </a:rPr>
              <a:t>Summer Postcard (6/3)</a:t>
            </a:r>
            <a:r>
              <a:rPr lang="en-US" sz="1400">
                <a:solidFill>
                  <a:srgbClr val="005041"/>
                </a:solidFill>
                <a:latin typeface="Aptos"/>
              </a:rPr>
              <a:t>    </a:t>
            </a:r>
            <a:r>
              <a:rPr lang="en-US" sz="1400">
                <a:solidFill>
                  <a:srgbClr val="301E04"/>
                </a:solidFill>
                <a:latin typeface="Aptos"/>
              </a:rPr>
              <a:t>40 → 67 calls</a:t>
            </a:r>
            <a:r>
              <a:rPr lang="en-US" sz="1400" b="1">
                <a:solidFill>
                  <a:srgbClr val="8B7355"/>
                </a:solidFill>
                <a:latin typeface="Aptos SemiBold"/>
              </a:rPr>
              <a:t>    +68%</a:t>
            </a:r>
          </a:p>
          <a:p>
            <a:pPr marL="0" indent="0">
              <a:lnSpc>
                <a:spcPts val="4800"/>
              </a:lnSpc>
              <a:spcBef>
                <a:spcPts val="0"/>
              </a:spcBef>
              <a:spcAft>
                <a:spcPts val="0"/>
              </a:spcAft>
              <a:buNone/>
            </a:pPr>
            <a:r>
              <a:rPr lang="en-US" sz="1400" b="1">
                <a:solidFill>
                  <a:srgbClr val="005041"/>
                </a:solidFill>
                <a:latin typeface="Aptos SemiBold"/>
              </a:rPr>
              <a:t>Benefits Postcard (7/8)    </a:t>
            </a:r>
            <a:r>
              <a:rPr lang="en-US" sz="1400">
                <a:solidFill>
                  <a:srgbClr val="301E04"/>
                </a:solidFill>
                <a:latin typeface="Aptos"/>
              </a:rPr>
              <a:t>62 → 40 calls</a:t>
            </a:r>
            <a:r>
              <a:rPr lang="en-US" sz="1400" b="1">
                <a:solidFill>
                  <a:srgbClr val="8B7355"/>
                </a:solidFill>
                <a:latin typeface="Aptos SemiBold"/>
              </a:rPr>
              <a:t>    -35%</a:t>
            </a:r>
            <a:r>
              <a:rPr lang="en-US" sz="1100">
                <a:solidFill>
                  <a:srgbClr val="8B7355"/>
                </a:solidFill>
                <a:latin typeface="Aptos"/>
              </a:rPr>
              <a:t> *</a:t>
            </a:r>
          </a:p>
          <a:p>
            <a:pPr marL="0" indent="0">
              <a:lnSpc>
                <a:spcPts val="4800"/>
              </a:lnSpc>
              <a:spcBef>
                <a:spcPts val="0"/>
              </a:spcBef>
              <a:spcAft>
                <a:spcPts val="0"/>
              </a:spcAft>
              <a:buNone/>
            </a:pPr>
            <a:r>
              <a:rPr lang="en-US" sz="1400" b="1">
                <a:solidFill>
                  <a:srgbClr val="005041"/>
                </a:solidFill>
                <a:latin typeface="Aptos SemiBold"/>
              </a:rPr>
              <a:t>Sept Newsletter (9/2)    </a:t>
            </a:r>
            <a:r>
              <a:rPr lang="en-US" sz="1400">
                <a:solidFill>
                  <a:srgbClr val="301E04"/>
                </a:solidFill>
                <a:latin typeface="Aptos"/>
              </a:rPr>
              <a:t>60 → 86 calls</a:t>
            </a:r>
            <a:r>
              <a:rPr lang="en-US" sz="1400" b="1">
                <a:solidFill>
                  <a:srgbClr val="8B7355"/>
                </a:solidFill>
                <a:latin typeface="Aptos SemiBold"/>
              </a:rPr>
              <a:t>    +43%</a:t>
            </a:r>
            <a:r>
              <a:rPr lang="en-US" sz="1100">
                <a:solidFill>
                  <a:srgbClr val="8B7355"/>
                </a:solidFill>
                <a:latin typeface="Aptos"/>
              </a:rPr>
              <a:t> *</a:t>
            </a:r>
          </a:p>
          <a:p>
            <a:pPr marL="0" indent="0">
              <a:lnSpc>
                <a:spcPts val="4800"/>
              </a:lnSpc>
              <a:spcBef>
                <a:spcPts val="0"/>
              </a:spcBef>
              <a:spcAft>
                <a:spcPts val="0"/>
              </a:spcAft>
              <a:buNone/>
            </a:pPr>
            <a:r>
              <a:rPr lang="en-US" sz="1400" b="1">
                <a:solidFill>
                  <a:srgbClr val="005041"/>
                </a:solidFill>
                <a:latin typeface="Aptos SemiBold"/>
              </a:rPr>
              <a:t>Lantern Email (9/3)    </a:t>
            </a:r>
            <a:r>
              <a:rPr lang="en-US" sz="1400">
                <a:solidFill>
                  <a:srgbClr val="301E04"/>
                </a:solidFill>
                <a:latin typeface="Aptos"/>
              </a:rPr>
              <a:t>68 → 73 calls</a:t>
            </a:r>
            <a:r>
              <a:rPr lang="en-US" sz="1400" b="1">
                <a:solidFill>
                  <a:srgbClr val="8B7355"/>
                </a:solidFill>
                <a:latin typeface="Aptos SemiBold"/>
              </a:rPr>
              <a:t>    +7%</a:t>
            </a:r>
            <a:r>
              <a:rPr lang="en-US" sz="1100">
                <a:solidFill>
                  <a:srgbClr val="8B7355"/>
                </a:solidFill>
                <a:latin typeface="Aptos"/>
              </a:rPr>
              <a:t> *</a:t>
            </a:r>
          </a:p>
        </p:txBody>
      </p:sp>
      <p:sp>
        <p:nvSpPr>
          <p:cNvPr id="15" name="TextBox 14">
            <a:extLst>
              <a:ext uri="{FF2B5EF4-FFF2-40B4-BE49-F238E27FC236}">
                <a16:creationId xmlns:a16="http://schemas.microsoft.com/office/drawing/2014/main" id="{98C6CB40-79E6-4DCD-A211-760DDFC5E11D}"/>
              </a:ext>
            </a:extLst>
          </p:cNvPr>
          <p:cNvSpPr txBox="1"/>
          <p:nvPr/>
        </p:nvSpPr>
        <p:spPr>
          <a:xfrm>
            <a:off x="625475" y="5211785"/>
            <a:ext cx="10922000" cy="1371600"/>
          </a:xfrm>
          <a:prstGeom prst="rect">
            <a:avLst/>
          </a:prstGeom>
          <a:noFill/>
        </p:spPr>
        <p:txBody>
          <a:bodyPr vertOverflow="overflow" vert="horz" wrap="square" rtlCol="0" anchor="t">
            <a:noAutofit/>
          </a:bodyPr>
          <a:lstStyle/>
          <a:p>
            <a:pPr marL="0" indent="0">
              <a:lnSpc>
                <a:spcPct val="100000"/>
              </a:lnSpc>
              <a:spcAft>
                <a:spcPts val="400"/>
              </a:spcAft>
              <a:buNone/>
            </a:pPr>
            <a:r>
              <a:rPr lang="en-US" sz="1600" b="1">
                <a:solidFill>
                  <a:srgbClr val="355834"/>
                </a:solidFill>
                <a:latin typeface="Aptos SemiBold"/>
              </a:rPr>
              <a:t>Key Takeaways</a:t>
            </a:r>
          </a:p>
          <a:p>
            <a:pPr marL="285750" indent="-285750">
              <a:lnSpc>
                <a:spcPct val="120000"/>
              </a:lnSpc>
              <a:spcAft>
                <a:spcPts val="200"/>
              </a:spcAft>
              <a:buClr>
                <a:srgbClr val="FF6947"/>
              </a:buClr>
              <a:buFont typeface="Wingdings" panose="05000000000000000000" pitchFamily="2" charset="2"/>
              <a:buChar char="§"/>
            </a:pPr>
            <a:r>
              <a:rPr lang="en-US" sz="1400">
                <a:solidFill>
                  <a:srgbClr val="301E04"/>
                </a:solidFill>
                <a:latin typeface="Aptos"/>
              </a:rPr>
              <a:t>Cleanest data: ID Card </a:t>
            </a:r>
            <a:r>
              <a:rPr lang="en-US" sz="1400" b="1">
                <a:solidFill>
                  <a:srgbClr val="355834"/>
                </a:solidFill>
                <a:latin typeface="Aptos"/>
              </a:rPr>
              <a:t>(+193%)</a:t>
            </a:r>
            <a:r>
              <a:rPr lang="en-US" sz="1400">
                <a:solidFill>
                  <a:srgbClr val="301E04"/>
                </a:solidFill>
                <a:latin typeface="Aptos"/>
              </a:rPr>
              <a:t>, Savings Mailer </a:t>
            </a:r>
            <a:r>
              <a:rPr lang="en-US" sz="1400" b="1">
                <a:solidFill>
                  <a:srgbClr val="355834"/>
                </a:solidFill>
                <a:latin typeface="Aptos"/>
              </a:rPr>
              <a:t>(+80%)</a:t>
            </a:r>
            <a:r>
              <a:rPr lang="en-US" sz="1400">
                <a:solidFill>
                  <a:srgbClr val="301E04"/>
                </a:solidFill>
                <a:latin typeface="Aptos"/>
              </a:rPr>
              <a:t>, Summer Postcard </a:t>
            </a:r>
            <a:r>
              <a:rPr lang="en-US" sz="1400" b="1">
                <a:solidFill>
                  <a:srgbClr val="355834"/>
                </a:solidFill>
                <a:latin typeface="Aptos"/>
              </a:rPr>
              <a:t>(+68%)</a:t>
            </a:r>
            <a:r>
              <a:rPr lang="en-US" sz="1400">
                <a:solidFill>
                  <a:srgbClr val="301E04"/>
                </a:solidFill>
                <a:latin typeface="Aptos"/>
              </a:rPr>
              <a:t> — no overlap issues</a:t>
            </a:r>
          </a:p>
          <a:p>
            <a:pPr marL="285750" indent="-285750">
              <a:lnSpc>
                <a:spcPct val="120000"/>
              </a:lnSpc>
              <a:spcAft>
                <a:spcPts val="200"/>
              </a:spcAft>
              <a:buClr>
                <a:srgbClr val="FF6947"/>
              </a:buClr>
              <a:buFont typeface="Wingdings" panose="05000000000000000000" pitchFamily="2" charset="2"/>
              <a:buChar char="§"/>
            </a:pPr>
            <a:r>
              <a:rPr lang="en-US" sz="1400">
                <a:solidFill>
                  <a:srgbClr val="301E04"/>
                </a:solidFill>
                <a:latin typeface="Aptos"/>
              </a:rPr>
              <a:t>Asterisked (*) results have overlapping pre/post periods — negative results likely reflect inflated baselines, not true declines</a:t>
            </a:r>
          </a:p>
        </p:txBody>
      </p:sp>
      <p:sp>
        <p:nvSpPr>
          <p:cNvPr id="2" name="Rectangle: Rounded Corners 1">
            <a:extLst>
              <a:ext uri="{FF2B5EF4-FFF2-40B4-BE49-F238E27FC236}">
                <a16:creationId xmlns:a16="http://schemas.microsoft.com/office/drawing/2014/main" id="{07B38863-BB7C-4F69-850A-E413A6C93624}"/>
              </a:ext>
            </a:extLst>
          </p:cNvPr>
          <p:cNvSpPr/>
          <p:nvPr/>
        </p:nvSpPr>
        <p:spPr>
          <a:xfrm>
            <a:off x="766612" y="2583580"/>
            <a:ext cx="50800" cy="330200"/>
          </a:xfrm>
          <a:prstGeom prst="roundRect">
            <a:avLst/>
          </a:prstGeom>
          <a:solidFill>
            <a:srgbClr val="35583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FAC830D9-769B-483F-B9A9-F0DFC64712C7}"/>
              </a:ext>
            </a:extLst>
          </p:cNvPr>
          <p:cNvSpPr/>
          <p:nvPr/>
        </p:nvSpPr>
        <p:spPr>
          <a:xfrm>
            <a:off x="6067425" y="1907165"/>
            <a:ext cx="19050" cy="2895600"/>
          </a:xfrm>
          <a:prstGeom prst="rect">
            <a:avLst/>
          </a:prstGeom>
          <a:solidFill>
            <a:srgbClr val="D4C5B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Rounded Corners 21">
            <a:extLst>
              <a:ext uri="{FF2B5EF4-FFF2-40B4-BE49-F238E27FC236}">
                <a16:creationId xmlns:a16="http://schemas.microsoft.com/office/drawing/2014/main" id="{BF038D44-920D-9A2E-207D-55C3B238F01B}"/>
              </a:ext>
            </a:extLst>
          </p:cNvPr>
          <p:cNvSpPr/>
          <p:nvPr/>
        </p:nvSpPr>
        <p:spPr>
          <a:xfrm>
            <a:off x="766612" y="3226894"/>
            <a:ext cx="50800" cy="330200"/>
          </a:xfrm>
          <a:prstGeom prst="roundRect">
            <a:avLst/>
          </a:prstGeom>
          <a:solidFill>
            <a:srgbClr val="35583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Rectangle: Rounded Corners 22">
            <a:extLst>
              <a:ext uri="{FF2B5EF4-FFF2-40B4-BE49-F238E27FC236}">
                <a16:creationId xmlns:a16="http://schemas.microsoft.com/office/drawing/2014/main" id="{A36D7C84-166E-13F3-14E5-EF3815D514AB}"/>
              </a:ext>
            </a:extLst>
          </p:cNvPr>
          <p:cNvSpPr/>
          <p:nvPr/>
        </p:nvSpPr>
        <p:spPr>
          <a:xfrm>
            <a:off x="766612" y="3845266"/>
            <a:ext cx="50800" cy="330200"/>
          </a:xfrm>
          <a:prstGeom prst="roundRect">
            <a:avLst/>
          </a:prstGeom>
          <a:solidFill>
            <a:srgbClr val="35583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Rectangle: Rounded Corners 24">
            <a:extLst>
              <a:ext uri="{FF2B5EF4-FFF2-40B4-BE49-F238E27FC236}">
                <a16:creationId xmlns:a16="http://schemas.microsoft.com/office/drawing/2014/main" id="{37244140-7EF3-F801-4E45-C5CDB135770B}"/>
              </a:ext>
            </a:extLst>
          </p:cNvPr>
          <p:cNvSpPr/>
          <p:nvPr/>
        </p:nvSpPr>
        <p:spPr>
          <a:xfrm>
            <a:off x="766612" y="4488580"/>
            <a:ext cx="50800" cy="330200"/>
          </a:xfrm>
          <a:prstGeom prst="roundRect">
            <a:avLst/>
          </a:prstGeom>
          <a:solidFill>
            <a:srgbClr val="35583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Rectangle: Rounded Corners 26">
            <a:extLst>
              <a:ext uri="{FF2B5EF4-FFF2-40B4-BE49-F238E27FC236}">
                <a16:creationId xmlns:a16="http://schemas.microsoft.com/office/drawing/2014/main" id="{9DBD27D8-D27C-183D-8694-CECE3867E871}"/>
              </a:ext>
            </a:extLst>
          </p:cNvPr>
          <p:cNvSpPr/>
          <p:nvPr/>
        </p:nvSpPr>
        <p:spPr>
          <a:xfrm>
            <a:off x="6576862" y="2581415"/>
            <a:ext cx="50800" cy="330200"/>
          </a:xfrm>
          <a:prstGeom prst="roundRect">
            <a:avLst/>
          </a:prstGeom>
          <a:solidFill>
            <a:srgbClr val="35583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Rectangle: Rounded Corners 27">
            <a:extLst>
              <a:ext uri="{FF2B5EF4-FFF2-40B4-BE49-F238E27FC236}">
                <a16:creationId xmlns:a16="http://schemas.microsoft.com/office/drawing/2014/main" id="{D4FE5794-6E1E-76C5-DDAC-854B25DC7D17}"/>
              </a:ext>
            </a:extLst>
          </p:cNvPr>
          <p:cNvSpPr/>
          <p:nvPr/>
        </p:nvSpPr>
        <p:spPr>
          <a:xfrm>
            <a:off x="6576862" y="3224729"/>
            <a:ext cx="50800" cy="330200"/>
          </a:xfrm>
          <a:prstGeom prst="roundRect">
            <a:avLst/>
          </a:prstGeom>
          <a:solidFill>
            <a:srgbClr val="35583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Rectangle: Rounded Corners 28">
            <a:extLst>
              <a:ext uri="{FF2B5EF4-FFF2-40B4-BE49-F238E27FC236}">
                <a16:creationId xmlns:a16="http://schemas.microsoft.com/office/drawing/2014/main" id="{CA8674E1-5D17-6A0B-0209-BA3910F0B7F1}"/>
              </a:ext>
            </a:extLst>
          </p:cNvPr>
          <p:cNvSpPr/>
          <p:nvPr/>
        </p:nvSpPr>
        <p:spPr>
          <a:xfrm>
            <a:off x="6576862" y="3843101"/>
            <a:ext cx="50800" cy="330200"/>
          </a:xfrm>
          <a:prstGeom prst="roundRect">
            <a:avLst/>
          </a:prstGeom>
          <a:solidFill>
            <a:srgbClr val="35583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Rectangle: Rounded Corners 29">
            <a:extLst>
              <a:ext uri="{FF2B5EF4-FFF2-40B4-BE49-F238E27FC236}">
                <a16:creationId xmlns:a16="http://schemas.microsoft.com/office/drawing/2014/main" id="{4F0A088F-37EB-561D-9BC8-C846E24626ED}"/>
              </a:ext>
            </a:extLst>
          </p:cNvPr>
          <p:cNvSpPr/>
          <p:nvPr/>
        </p:nvSpPr>
        <p:spPr>
          <a:xfrm>
            <a:off x="6576862" y="4486415"/>
            <a:ext cx="50800" cy="330200"/>
          </a:xfrm>
          <a:prstGeom prst="roundRect">
            <a:avLst/>
          </a:prstGeom>
          <a:solidFill>
            <a:srgbClr val="35583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3056177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F7A34-E2BA-BF4E-6146-2502DBA03A06}"/>
            </a:ext>
          </a:extLst>
        </p:cNvPr>
        <p:cNvGrpSpPr/>
        <p:nvPr/>
      </p:nvGrpSpPr>
      <p:grpSpPr>
        <a:xfrm>
          <a:off x="0" y="0"/>
          <a:ext cx="0" cy="0"/>
          <a:chOff x="0" y="0"/>
          <a:chExt cx="0" cy="0"/>
        </a:xfrm>
      </p:grpSpPr>
      <p:sp>
        <p:nvSpPr>
          <p:cNvPr id="3" name="Panel Divider">
            <a:extLst>
              <a:ext uri="{FF2B5EF4-FFF2-40B4-BE49-F238E27FC236}">
                <a16:creationId xmlns:a16="http://schemas.microsoft.com/office/drawing/2014/main" id="{B589FB6B-56E0-4230-95C4-949DBD28939A}"/>
              </a:ext>
            </a:extLst>
          </p:cNvPr>
          <p:cNvSpPr/>
          <p:nvPr/>
        </p:nvSpPr>
        <p:spPr>
          <a:xfrm>
            <a:off x="12041450" y="477064"/>
            <a:ext cx="38100" cy="6858000"/>
          </a:xfrm>
          <a:prstGeom prst="rect">
            <a:avLst/>
          </a:prstGeom>
          <a:solidFill>
            <a:srgbClr val="00504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1" name="Title"/>
          <p:cNvSpPr>
            <a:spLocks noGrp="1"/>
          </p:cNvSpPr>
          <p:nvPr/>
        </p:nvSpPr>
        <p:spPr>
          <a:xfrm>
            <a:off x="457200" y="381000"/>
            <a:ext cx="11277600" cy="584200"/>
          </a:xfrm>
          <a:prstGeom prst="rect">
            <a:avLst/>
          </a:prstGeom>
          <a:noFill/>
          <a:ln>
            <a:noFill/>
          </a:ln>
        </p:spPr>
        <p:txBody>
          <a:bodyPr wrap="square" lIns="91440" tIns="45720" rIns="91440" bIns="45720" anchor="ctr"/>
          <a:lstStyle/>
          <a:p>
            <a:r>
              <a:rPr lang="en-US" sz="2800" b="1">
                <a:solidFill>
                  <a:srgbClr val="301E04"/>
                </a:solidFill>
                <a:latin typeface="Aptos"/>
              </a:rPr>
              <a:t>MSK S3 and BAR S2 Direct Mail Results</a:t>
            </a:r>
            <a:endParaRPr lang="en-US"/>
          </a:p>
        </p:txBody>
      </p:sp>
      <p:sp>
        <p:nvSpPr>
          <p:cNvPr id="52" name="Subtitle"/>
          <p:cNvSpPr>
            <a:spLocks noGrp="1"/>
          </p:cNvSpPr>
          <p:nvPr/>
        </p:nvSpPr>
        <p:spPr>
          <a:xfrm>
            <a:off x="457200" y="1016000"/>
            <a:ext cx="11277600" cy="279400"/>
          </a:xfrm>
          <a:prstGeom prst="rect">
            <a:avLst/>
          </a:prstGeom>
          <a:noFill/>
          <a:ln>
            <a:noFill/>
          </a:ln>
        </p:spPr>
        <p:txBody>
          <a:bodyPr wrap="square" lIns="91440" tIns="45720" rIns="91440" bIns="45720" anchor="ctr"/>
          <a:lstStyle/>
          <a:p>
            <a:pPr>
              <a:buNone/>
            </a:pPr>
            <a:r>
              <a:rPr lang="en-US" sz="1400" b="0" i="1">
                <a:solidFill>
                  <a:srgbClr val="005041"/>
                </a:solidFill>
                <a:latin typeface="Aptos"/>
              </a:rPr>
              <a:t>Added a single direct-mail letter to existing email + outbound call journeys for TMO MSK Series 3 and BAR Series 2</a:t>
            </a:r>
          </a:p>
        </p:txBody>
      </p:sp>
      <p:sp>
        <p:nvSpPr>
          <p:cNvPr id="53" name="TitleDivider"/>
          <p:cNvSpPr>
            <a:spLocks noGrp="1"/>
          </p:cNvSpPr>
          <p:nvPr/>
        </p:nvSpPr>
        <p:spPr>
          <a:xfrm>
            <a:off x="457200" y="1346200"/>
            <a:ext cx="11277600" cy="25400"/>
          </a:xfrm>
          <a:prstGeom prst="rect">
            <a:avLst/>
          </a:prstGeom>
          <a:solidFill>
            <a:srgbClr val="005041"/>
          </a:solidFill>
          <a:ln>
            <a:noFill/>
          </a:ln>
        </p:spPr>
        <p:txBody>
          <a:bodyPr wrap="square" lIns="91440" tIns="45720" rIns="91440" bIns="45720" anchor="t"/>
          <a:lstStyle/>
          <a:p>
            <a:endParaRPr lang="en-US"/>
          </a:p>
        </p:txBody>
      </p:sp>
      <p:sp>
        <p:nvSpPr>
          <p:cNvPr id="54" name="Pill1"/>
          <p:cNvSpPr>
            <a:spLocks noGrp="1"/>
          </p:cNvSpPr>
          <p:nvPr/>
        </p:nvSpPr>
        <p:spPr>
          <a:xfrm>
            <a:off x="307109" y="1588655"/>
            <a:ext cx="3429000" cy="355600"/>
          </a:xfrm>
          <a:prstGeom prst="roundRect">
            <a:avLst>
              <a:gd name="adj" fmla="val 30000"/>
            </a:avLst>
          </a:prstGeom>
          <a:solidFill>
            <a:srgbClr val="FEF8E8"/>
          </a:solidFill>
          <a:ln w="12700">
            <a:solidFill>
              <a:srgbClr val="E0D9C8"/>
            </a:solidFill>
          </a:ln>
        </p:spPr>
        <p:txBody>
          <a:bodyPr wrap="square" lIns="182880" tIns="182880" rIns="182880" bIns="182880" anchor="ctr"/>
          <a:lstStyle/>
          <a:p>
            <a:pPr algn="ctr">
              <a:buNone/>
            </a:pPr>
            <a:r>
              <a:rPr lang="en-US" sz="1100" b="0">
                <a:solidFill>
                  <a:srgbClr val="301E04"/>
                </a:solidFill>
                <a:latin typeface="Aptos"/>
              </a:rPr>
              <a:t>Test period: </a:t>
            </a:r>
            <a:r>
              <a:rPr lang="en-US" sz="1100" b="1">
                <a:solidFill>
                  <a:srgbClr val="301E04"/>
                </a:solidFill>
                <a:latin typeface="Aptos"/>
              </a:rPr>
              <a:t>Aug 2025 – Mar 2026</a:t>
            </a:r>
          </a:p>
        </p:txBody>
      </p:sp>
      <p:sp>
        <p:nvSpPr>
          <p:cNvPr id="55" name="Pill2"/>
          <p:cNvSpPr>
            <a:spLocks noGrp="1"/>
          </p:cNvSpPr>
          <p:nvPr/>
        </p:nvSpPr>
        <p:spPr>
          <a:xfrm>
            <a:off x="3863109" y="1588655"/>
            <a:ext cx="3429000" cy="355600"/>
          </a:xfrm>
          <a:prstGeom prst="roundRect">
            <a:avLst>
              <a:gd name="adj" fmla="val 30000"/>
            </a:avLst>
          </a:prstGeom>
          <a:solidFill>
            <a:srgbClr val="FEF8E8"/>
          </a:solidFill>
          <a:ln w="12700">
            <a:solidFill>
              <a:srgbClr val="E0D9C8"/>
            </a:solidFill>
          </a:ln>
        </p:spPr>
        <p:txBody>
          <a:bodyPr wrap="square" lIns="182880" tIns="182880" rIns="182880" bIns="182880" anchor="ctr"/>
          <a:lstStyle/>
          <a:p>
            <a:pPr algn="ctr">
              <a:buNone/>
            </a:pPr>
            <a:r>
              <a:rPr lang="en-US" sz="1100" b="0">
                <a:solidFill>
                  <a:srgbClr val="301E04"/>
                </a:solidFill>
                <a:latin typeface="Aptos"/>
              </a:rPr>
              <a:t>Pre-test: </a:t>
            </a:r>
            <a:r>
              <a:rPr lang="en-US" sz="1100" b="1">
                <a:solidFill>
                  <a:srgbClr val="301E04"/>
                </a:solidFill>
                <a:latin typeface="Aptos"/>
              </a:rPr>
              <a:t>Apr – Jul 2025</a:t>
            </a:r>
          </a:p>
        </p:txBody>
      </p:sp>
      <p:sp>
        <p:nvSpPr>
          <p:cNvPr id="56" name="Pill3"/>
          <p:cNvSpPr>
            <a:spLocks noGrp="1"/>
          </p:cNvSpPr>
          <p:nvPr/>
        </p:nvSpPr>
        <p:spPr>
          <a:xfrm>
            <a:off x="7419109" y="1588655"/>
            <a:ext cx="4165600" cy="355600"/>
          </a:xfrm>
          <a:prstGeom prst="roundRect">
            <a:avLst>
              <a:gd name="adj" fmla="val 30000"/>
            </a:avLst>
          </a:prstGeom>
          <a:solidFill>
            <a:srgbClr val="FEF8E8"/>
          </a:solidFill>
          <a:ln w="12700">
            <a:solidFill>
              <a:srgbClr val="E0D9C8"/>
            </a:solidFill>
          </a:ln>
        </p:spPr>
        <p:txBody>
          <a:bodyPr wrap="square" lIns="182880" tIns="182880" rIns="182880" bIns="182880" anchor="ctr"/>
          <a:lstStyle/>
          <a:p>
            <a:pPr algn="ctr">
              <a:buNone/>
            </a:pPr>
            <a:r>
              <a:rPr lang="en-US" sz="1100" b="0">
                <a:solidFill>
                  <a:srgbClr val="301E04"/>
                </a:solidFill>
                <a:latin typeface="Aptos"/>
              </a:rPr>
              <a:t>Designed as </a:t>
            </a:r>
            <a:r>
              <a:rPr lang="en-US" sz="1100" b="1">
                <a:solidFill>
                  <a:srgbClr val="301E04"/>
                </a:solidFill>
                <a:latin typeface="Aptos"/>
              </a:rPr>
              <a:t>directional</a:t>
            </a:r>
            <a:r>
              <a:rPr lang="en-US" sz="1100" b="0">
                <a:solidFill>
                  <a:srgbClr val="301E04"/>
                </a:solidFill>
                <a:latin typeface="Aptos"/>
              </a:rPr>
              <a:t> (not stat. sig.)</a:t>
            </a:r>
          </a:p>
        </p:txBody>
      </p:sp>
      <p:sp>
        <p:nvSpPr>
          <p:cNvPr id="57" name="BARCard"/>
          <p:cNvSpPr>
            <a:spLocks noGrp="1"/>
          </p:cNvSpPr>
          <p:nvPr/>
        </p:nvSpPr>
        <p:spPr>
          <a:xfrm>
            <a:off x="307109" y="2306783"/>
            <a:ext cx="5537200" cy="3209636"/>
          </a:xfrm>
          <a:prstGeom prst="roundRect">
            <a:avLst>
              <a:gd name="adj" fmla="val 30000"/>
            </a:avLst>
          </a:prstGeom>
          <a:solidFill>
            <a:srgbClr val="005041"/>
          </a:solidFill>
          <a:ln>
            <a:noFill/>
          </a:ln>
        </p:spPr>
        <p:txBody>
          <a:bodyPr wrap="square" lIns="182880" tIns="182880" rIns="182880" bIns="182880" anchor="t"/>
          <a:lstStyle/>
          <a:p>
            <a:endParaRPr lang="en-US"/>
          </a:p>
        </p:txBody>
      </p:sp>
      <p:sp>
        <p:nvSpPr>
          <p:cNvPr id="58" name="BARTitle"/>
          <p:cNvSpPr>
            <a:spLocks noGrp="1"/>
          </p:cNvSpPr>
          <p:nvPr/>
        </p:nvSpPr>
        <p:spPr>
          <a:xfrm>
            <a:off x="611909" y="2708564"/>
            <a:ext cx="4927600" cy="330200"/>
          </a:xfrm>
          <a:prstGeom prst="rect">
            <a:avLst/>
          </a:prstGeom>
          <a:noFill/>
          <a:ln>
            <a:noFill/>
          </a:ln>
        </p:spPr>
        <p:txBody>
          <a:bodyPr wrap="square" lIns="91440" tIns="45720" rIns="91440" bIns="45720" anchor="ctr"/>
          <a:lstStyle/>
          <a:p>
            <a:pPr>
              <a:buNone/>
            </a:pPr>
            <a:r>
              <a:rPr lang="en-US" sz="1600" b="1">
                <a:solidFill>
                  <a:srgbClr val="FFFFFF"/>
                </a:solidFill>
                <a:latin typeface="Aptos"/>
              </a:rPr>
              <a:t>BAR Series 2</a:t>
            </a:r>
          </a:p>
        </p:txBody>
      </p:sp>
      <p:sp>
        <p:nvSpPr>
          <p:cNvPr id="59" name="BARMetric"/>
          <p:cNvSpPr>
            <a:spLocks noGrp="1"/>
          </p:cNvSpPr>
          <p:nvPr/>
        </p:nvSpPr>
        <p:spPr>
          <a:xfrm>
            <a:off x="611909" y="3140364"/>
            <a:ext cx="4927600" cy="609600"/>
          </a:xfrm>
          <a:prstGeom prst="rect">
            <a:avLst/>
          </a:prstGeom>
          <a:noFill/>
          <a:ln>
            <a:noFill/>
          </a:ln>
        </p:spPr>
        <p:txBody>
          <a:bodyPr wrap="square" lIns="91440" tIns="45720" rIns="91440" bIns="45720" anchor="ctr"/>
          <a:lstStyle/>
          <a:p>
            <a:pPr algn="l">
              <a:buNone/>
            </a:pPr>
            <a:r>
              <a:rPr lang="en-US" sz="2800" b="1">
                <a:solidFill>
                  <a:srgbClr val="FFFFFF"/>
                </a:solidFill>
                <a:latin typeface="Aptos"/>
              </a:rPr>
              <a:t>16%</a:t>
            </a:r>
            <a:r>
              <a:rPr lang="en-US" sz="2000" b="0">
                <a:solidFill>
                  <a:srgbClr val="FFFFFF"/>
                </a:solidFill>
                <a:latin typeface="Aptos"/>
              </a:rPr>
              <a:t>  →  </a:t>
            </a:r>
            <a:r>
              <a:rPr lang="en-US" sz="2800" b="1">
                <a:solidFill>
                  <a:srgbClr val="FFFFFF"/>
                </a:solidFill>
                <a:latin typeface="Aptos"/>
              </a:rPr>
              <a:t>18%</a:t>
            </a:r>
            <a:r>
              <a:rPr lang="en-US" sz="1600" b="0">
                <a:solidFill>
                  <a:srgbClr val="FFFFFF"/>
                </a:solidFill>
                <a:latin typeface="Aptos"/>
              </a:rPr>
              <a:t>  call rate</a:t>
            </a:r>
          </a:p>
        </p:txBody>
      </p:sp>
      <p:sp>
        <p:nvSpPr>
          <p:cNvPr id="60" name="BARDetail"/>
          <p:cNvSpPr>
            <a:spLocks noGrp="1"/>
          </p:cNvSpPr>
          <p:nvPr/>
        </p:nvSpPr>
        <p:spPr>
          <a:xfrm>
            <a:off x="611909" y="3800764"/>
            <a:ext cx="4927600" cy="279400"/>
          </a:xfrm>
          <a:prstGeom prst="rect">
            <a:avLst/>
          </a:prstGeom>
          <a:noFill/>
          <a:ln>
            <a:noFill/>
          </a:ln>
        </p:spPr>
        <p:txBody>
          <a:bodyPr wrap="square" lIns="91440" tIns="45720" rIns="91440" bIns="45720" anchor="ctr"/>
          <a:lstStyle/>
          <a:p>
            <a:pPr>
              <a:buNone/>
            </a:pPr>
            <a:r>
              <a:rPr lang="en-US" sz="1200" b="0">
                <a:solidFill>
                  <a:srgbClr val="BFDFD8"/>
                </a:solidFill>
                <a:latin typeface="Aptos"/>
              </a:rPr>
              <a:t>Pre: 17/104   Post: 6/33  — </a:t>
            </a:r>
            <a:r>
              <a:rPr lang="en-US" sz="1400" b="1">
                <a:solidFill>
                  <a:srgbClr val="FFFFFF"/>
                </a:solidFill>
                <a:latin typeface="Aptos"/>
              </a:rPr>
              <a:t>+2%</a:t>
            </a:r>
          </a:p>
        </p:txBody>
      </p:sp>
      <p:sp>
        <p:nvSpPr>
          <p:cNvPr id="61" name="BARBullets"/>
          <p:cNvSpPr>
            <a:spLocks noGrp="1"/>
          </p:cNvSpPr>
          <p:nvPr/>
        </p:nvSpPr>
        <p:spPr>
          <a:xfrm>
            <a:off x="611909" y="4207164"/>
            <a:ext cx="4927600" cy="1879600"/>
          </a:xfrm>
          <a:prstGeom prst="rect">
            <a:avLst/>
          </a:prstGeom>
          <a:noFill/>
          <a:ln>
            <a:noFill/>
          </a:ln>
        </p:spPr>
        <p:txBody>
          <a:bodyPr wrap="square" lIns="91440" tIns="45720" rIns="91440" bIns="45720" anchor="t"/>
          <a:lstStyle/>
          <a:p>
            <a:pPr>
              <a:buFont typeface="Arial"/>
              <a:buChar char="–"/>
            </a:pPr>
            <a:r>
              <a:rPr lang="en-US" sz="1200" b="0">
                <a:solidFill>
                  <a:srgbClr val="FEF8E8"/>
                </a:solidFill>
                <a:latin typeface="Aptos"/>
              </a:rPr>
              <a:t>Cost of letter: $2.69/letter ($88.90 total for test sends)</a:t>
            </a:r>
          </a:p>
          <a:p>
            <a:pPr>
              <a:buFont typeface="Arial"/>
              <a:buChar char="–"/>
            </a:pPr>
            <a:r>
              <a:rPr lang="en-US" sz="1200" b="0">
                <a:solidFill>
                  <a:srgbClr val="FEF8E8"/>
                </a:solidFill>
                <a:latin typeface="Aptos"/>
              </a:rPr>
              <a:t>Revenue driven (@ $1.2k/call): </a:t>
            </a:r>
            <a:r>
              <a:rPr lang="en-US" sz="1200" b="1">
                <a:solidFill>
                  <a:srgbClr val="FFFFFF"/>
                </a:solidFill>
                <a:latin typeface="Aptos"/>
              </a:rPr>
              <a:t>$7,111</a:t>
            </a:r>
          </a:p>
          <a:p>
            <a:endParaRPr lang="en-US" sz="1000"/>
          </a:p>
          <a:p>
            <a:pPr marL="0" indent="0">
              <a:buNone/>
            </a:pPr>
            <a:r>
              <a:rPr lang="en-US" sz="1200" b="1">
                <a:solidFill>
                  <a:srgbClr val="FFFFFF"/>
                </a:solidFill>
                <a:latin typeface="Aptos"/>
              </a:rPr>
              <a:t>Recommendation: </a:t>
            </a:r>
            <a:r>
              <a:rPr lang="en-US" sz="1200" b="0">
                <a:solidFill>
                  <a:srgbClr val="FEF8E8"/>
                </a:solidFill>
                <a:latin typeface="Aptos"/>
              </a:rPr>
              <a:t>Letter should become standard part of the TMO member journey.</a:t>
            </a:r>
          </a:p>
        </p:txBody>
      </p:sp>
      <p:sp>
        <p:nvSpPr>
          <p:cNvPr id="62" name="MSKCard"/>
          <p:cNvSpPr>
            <a:spLocks noGrp="1"/>
          </p:cNvSpPr>
          <p:nvPr/>
        </p:nvSpPr>
        <p:spPr>
          <a:xfrm>
            <a:off x="6504709" y="2191328"/>
            <a:ext cx="5537200" cy="3325091"/>
          </a:xfrm>
          <a:prstGeom prst="roundRect">
            <a:avLst>
              <a:gd name="adj" fmla="val 30000"/>
            </a:avLst>
          </a:prstGeom>
          <a:solidFill>
            <a:srgbClr val="FEF8E8"/>
          </a:solidFill>
          <a:ln w="12700">
            <a:solidFill>
              <a:srgbClr val="E0D9C8"/>
            </a:solidFill>
          </a:ln>
        </p:spPr>
        <p:txBody>
          <a:bodyPr wrap="square" lIns="182880" tIns="182880" rIns="182880" bIns="182880" anchor="t"/>
          <a:lstStyle/>
          <a:p>
            <a:endParaRPr lang="en-US"/>
          </a:p>
        </p:txBody>
      </p:sp>
      <p:sp>
        <p:nvSpPr>
          <p:cNvPr id="63" name="MSKTitle"/>
          <p:cNvSpPr>
            <a:spLocks noGrp="1"/>
          </p:cNvSpPr>
          <p:nvPr/>
        </p:nvSpPr>
        <p:spPr>
          <a:xfrm>
            <a:off x="6809509" y="2708564"/>
            <a:ext cx="4927600" cy="330200"/>
          </a:xfrm>
          <a:prstGeom prst="rect">
            <a:avLst/>
          </a:prstGeom>
          <a:noFill/>
          <a:ln>
            <a:noFill/>
          </a:ln>
        </p:spPr>
        <p:txBody>
          <a:bodyPr wrap="square" lIns="91440" tIns="45720" rIns="91440" bIns="45720" anchor="ctr"/>
          <a:lstStyle/>
          <a:p>
            <a:pPr>
              <a:buNone/>
            </a:pPr>
            <a:r>
              <a:rPr lang="en-US" sz="1600" b="1">
                <a:solidFill>
                  <a:srgbClr val="005041"/>
                </a:solidFill>
                <a:latin typeface="Aptos"/>
              </a:rPr>
              <a:t>MSK Series 3</a:t>
            </a:r>
          </a:p>
        </p:txBody>
      </p:sp>
      <p:sp>
        <p:nvSpPr>
          <p:cNvPr id="64" name="MSKMetric"/>
          <p:cNvSpPr>
            <a:spLocks noGrp="1"/>
          </p:cNvSpPr>
          <p:nvPr/>
        </p:nvSpPr>
        <p:spPr>
          <a:xfrm>
            <a:off x="6809509" y="3140364"/>
            <a:ext cx="4927600" cy="609600"/>
          </a:xfrm>
          <a:prstGeom prst="rect">
            <a:avLst/>
          </a:prstGeom>
          <a:noFill/>
          <a:ln>
            <a:noFill/>
          </a:ln>
        </p:spPr>
        <p:txBody>
          <a:bodyPr wrap="square" lIns="91440" tIns="45720" rIns="91440" bIns="45720" anchor="ctr"/>
          <a:lstStyle/>
          <a:p>
            <a:pPr algn="l">
              <a:buNone/>
            </a:pPr>
            <a:r>
              <a:rPr lang="en-US" sz="2800" b="1">
                <a:solidFill>
                  <a:srgbClr val="301E04"/>
                </a:solidFill>
                <a:latin typeface="Aptos"/>
              </a:rPr>
              <a:t>23%</a:t>
            </a:r>
            <a:r>
              <a:rPr lang="en-US" sz="2000" b="0">
                <a:solidFill>
                  <a:srgbClr val="301E04"/>
                </a:solidFill>
                <a:latin typeface="Aptos"/>
              </a:rPr>
              <a:t>  →  </a:t>
            </a:r>
            <a:r>
              <a:rPr lang="en-US" sz="2800" b="1">
                <a:solidFill>
                  <a:srgbClr val="005041"/>
                </a:solidFill>
                <a:latin typeface="Aptos"/>
              </a:rPr>
              <a:t>29%</a:t>
            </a:r>
            <a:r>
              <a:rPr lang="en-US" sz="1600" b="0">
                <a:solidFill>
                  <a:srgbClr val="301E04"/>
                </a:solidFill>
                <a:latin typeface="Aptos"/>
              </a:rPr>
              <a:t>  call rate</a:t>
            </a:r>
          </a:p>
        </p:txBody>
      </p:sp>
      <p:sp>
        <p:nvSpPr>
          <p:cNvPr id="65" name="MSKDetail"/>
          <p:cNvSpPr>
            <a:spLocks noGrp="1"/>
          </p:cNvSpPr>
          <p:nvPr/>
        </p:nvSpPr>
        <p:spPr>
          <a:xfrm>
            <a:off x="6809509" y="3800764"/>
            <a:ext cx="4927600" cy="279400"/>
          </a:xfrm>
          <a:prstGeom prst="rect">
            <a:avLst/>
          </a:prstGeom>
          <a:noFill/>
          <a:ln>
            <a:noFill/>
          </a:ln>
        </p:spPr>
        <p:txBody>
          <a:bodyPr wrap="square" lIns="91440" tIns="45720" rIns="91440" bIns="45720" anchor="ctr"/>
          <a:lstStyle/>
          <a:p>
            <a:pPr>
              <a:buNone/>
            </a:pPr>
            <a:r>
              <a:rPr lang="en-US" sz="1200" b="0">
                <a:solidFill>
                  <a:srgbClr val="4F796D"/>
                </a:solidFill>
                <a:latin typeface="Aptos"/>
              </a:rPr>
              <a:t>Pre: 117/509   Post: 179/623  — </a:t>
            </a:r>
            <a:r>
              <a:rPr lang="en-US" sz="1400" b="1">
                <a:solidFill>
                  <a:srgbClr val="005041"/>
                </a:solidFill>
                <a:latin typeface="Aptos"/>
              </a:rPr>
              <a:t>+6%</a:t>
            </a:r>
          </a:p>
        </p:txBody>
      </p:sp>
      <p:sp>
        <p:nvSpPr>
          <p:cNvPr id="66" name="MSKBullets"/>
          <p:cNvSpPr>
            <a:spLocks noGrp="1"/>
          </p:cNvSpPr>
          <p:nvPr/>
        </p:nvSpPr>
        <p:spPr>
          <a:xfrm>
            <a:off x="6809509" y="4207164"/>
            <a:ext cx="4927600" cy="1879600"/>
          </a:xfrm>
          <a:prstGeom prst="rect">
            <a:avLst/>
          </a:prstGeom>
          <a:noFill/>
          <a:ln>
            <a:noFill/>
          </a:ln>
        </p:spPr>
        <p:txBody>
          <a:bodyPr wrap="square" lIns="91440" tIns="45720" rIns="91440" bIns="45720" anchor="t"/>
          <a:lstStyle/>
          <a:p>
            <a:pPr>
              <a:buFont typeface="Arial"/>
              <a:buChar char="–"/>
            </a:pPr>
            <a:r>
              <a:rPr lang="en-US" sz="1200" b="0">
                <a:solidFill>
                  <a:srgbClr val="301E04"/>
                </a:solidFill>
                <a:latin typeface="Aptos"/>
              </a:rPr>
              <a:t>Cost of letter: $2.69/letter ($1,678 total for test sends)</a:t>
            </a:r>
          </a:p>
          <a:p>
            <a:pPr>
              <a:buFont typeface="Arial"/>
              <a:buChar char="–"/>
            </a:pPr>
            <a:r>
              <a:rPr lang="en-US" sz="1200" b="0">
                <a:solidFill>
                  <a:srgbClr val="301E04"/>
                </a:solidFill>
                <a:latin typeface="Aptos"/>
              </a:rPr>
              <a:t>Revenue driven (@ $1.2k/call): </a:t>
            </a:r>
            <a:r>
              <a:rPr lang="en-US" sz="1200" b="1">
                <a:solidFill>
                  <a:srgbClr val="005041"/>
                </a:solidFill>
                <a:latin typeface="Aptos"/>
              </a:rPr>
              <a:t>$213,122</a:t>
            </a:r>
          </a:p>
          <a:p>
            <a:endParaRPr lang="en-US" sz="1000"/>
          </a:p>
          <a:p>
            <a:pPr marL="0" indent="0">
              <a:buNone/>
            </a:pPr>
            <a:r>
              <a:rPr lang="en-US" sz="1200" b="1">
                <a:solidFill>
                  <a:srgbClr val="301E04"/>
                </a:solidFill>
                <a:latin typeface="Aptos"/>
              </a:rPr>
              <a:t>Recommendation: </a:t>
            </a:r>
            <a:r>
              <a:rPr lang="en-US" sz="1200" b="0">
                <a:solidFill>
                  <a:srgbClr val="301E04"/>
                </a:solidFill>
                <a:latin typeface="Aptos"/>
              </a:rPr>
              <a:t>Letter should become standard part of the TMO member journey.</a:t>
            </a:r>
          </a:p>
        </p:txBody>
      </p:sp>
      <p:sp>
        <p:nvSpPr>
          <p:cNvPr id="67" name="Caveat"/>
          <p:cNvSpPr>
            <a:spLocks noGrp="1"/>
          </p:cNvSpPr>
          <p:nvPr/>
        </p:nvSpPr>
        <p:spPr>
          <a:xfrm>
            <a:off x="457200" y="5807364"/>
            <a:ext cx="11277600" cy="279400"/>
          </a:xfrm>
          <a:prstGeom prst="rect">
            <a:avLst/>
          </a:prstGeom>
          <a:noFill/>
          <a:ln>
            <a:noFill/>
          </a:ln>
        </p:spPr>
        <p:txBody>
          <a:bodyPr wrap="square" lIns="91440" tIns="45720" rIns="91440" bIns="45720" anchor="ctr"/>
          <a:lstStyle/>
          <a:p>
            <a:pPr>
              <a:buNone/>
            </a:pPr>
            <a:r>
              <a:rPr lang="en-US" sz="1200" b="1">
                <a:solidFill>
                  <a:srgbClr val="FF6947"/>
                </a:solidFill>
                <a:latin typeface="Aptos"/>
              </a:rPr>
              <a:t>Note: </a:t>
            </a:r>
            <a:r>
              <a:rPr lang="en-US" sz="1200" b="0">
                <a:solidFill>
                  <a:srgbClr val="4F796D"/>
                </a:solidFill>
                <a:latin typeface="Aptos"/>
              </a:rPr>
              <a:t>Cost assumes amsive's qty 1,000 price. Revenue assumes $1.2k per call. Directional only — not statistically significant.</a:t>
            </a:r>
          </a:p>
        </p:txBody>
      </p:sp>
    </p:spTree>
    <p:extLst>
      <p:ext uri="{BB962C8B-B14F-4D97-AF65-F5344CB8AC3E}">
        <p14:creationId xmlns:p14="http://schemas.microsoft.com/office/powerpoint/2010/main" val="1061071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7260514-B37B-E7CF-D574-CDFEE77C4A19}"/>
              </a:ext>
            </a:extLst>
          </p:cNvPr>
          <p:cNvSpPr>
            <a:spLocks noGrp="1"/>
          </p:cNvSpPr>
          <p:nvPr>
            <p:ph type="sldNum" sz="quarter" idx="10"/>
          </p:nvPr>
        </p:nvSpPr>
        <p:spPr>
          <a:xfrm>
            <a:off x="9966290" y="6413500"/>
            <a:ext cx="2032000" cy="228600"/>
          </a:xfrm>
        </p:spPr>
        <p:txBody>
          <a:body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21</a:t>
            </a:fld>
            <a:endParaRPr lang="en-US">
              <a:latin typeface="Aptos" panose="020B0004020202020204" pitchFamily="34" charset="0"/>
            </a:endParaRPr>
          </a:p>
        </p:txBody>
      </p:sp>
      <p:sp>
        <p:nvSpPr>
          <p:cNvPr id="100" name="TitleBar"/>
          <p:cNvSpPr>
            <a:spLocks noGrp="1"/>
          </p:cNvSpPr>
          <p:nvPr/>
        </p:nvSpPr>
        <p:spPr>
          <a:xfrm>
            <a:off x="0" y="0"/>
            <a:ext cx="12192000" cy="660400"/>
          </a:xfrm>
          <a:prstGeom prst="rect">
            <a:avLst/>
          </a:prstGeom>
          <a:solidFill>
            <a:srgbClr val="005041"/>
          </a:solidFill>
          <a:ln>
            <a:noFill/>
          </a:ln>
        </p:spPr>
        <p:txBody>
          <a:bodyPr vert="horz" wrap="square" lIns="91440" tIns="45720" rIns="91440" bIns="45720" anchor="ctr">
            <a:normAutofit/>
          </a:bodyPr>
          <a:lstStyle/>
          <a:p>
            <a:pPr algn="l">
              <a:buNone/>
            </a:pPr>
            <a:r>
              <a:rPr lang="en-US" sz="1600" b="1">
                <a:solidFill>
                  <a:srgbClr val="FFFFFF"/>
                </a:solidFill>
              </a:rPr>
              <a:t>Spouse Mailer Directional Results</a:t>
            </a:r>
          </a:p>
        </p:txBody>
      </p:sp>
      <p:sp>
        <p:nvSpPr>
          <p:cNvPr id="101" name="AccentLine"/>
          <p:cNvSpPr>
            <a:spLocks noGrp="1"/>
          </p:cNvSpPr>
          <p:nvPr/>
        </p:nvSpPr>
        <p:spPr>
          <a:xfrm>
            <a:off x="0" y="660400"/>
            <a:ext cx="12192000" cy="63500"/>
          </a:xfrm>
          <a:prstGeom prst="rect">
            <a:avLst/>
          </a:prstGeom>
          <a:solidFill>
            <a:srgbClr val="FF6947"/>
          </a:solidFill>
          <a:ln>
            <a:noFill/>
          </a:ln>
        </p:spPr>
        <p:txBody>
          <a:bodyPr vert="horz" wrap="square" lIns="91440" tIns="45720" rIns="91440" bIns="45720" anchor="ctr">
            <a:normAutofit fontScale="25000" lnSpcReduction="20000"/>
          </a:bodyPr>
          <a:lstStyle/>
          <a:p>
            <a:r>
              <a:rPr lang="en-US" sz="100"/>
              <a:t> </a:t>
            </a:r>
          </a:p>
        </p:txBody>
      </p:sp>
      <p:sp>
        <p:nvSpPr>
          <p:cNvPr id="102" name="MethHeader"/>
          <p:cNvSpPr>
            <a:spLocks noGrp="1"/>
          </p:cNvSpPr>
          <p:nvPr/>
        </p:nvSpPr>
        <p:spPr>
          <a:xfrm>
            <a:off x="419100" y="812800"/>
            <a:ext cx="11353800" cy="279400"/>
          </a:xfrm>
          <a:prstGeom prst="rect">
            <a:avLst/>
          </a:prstGeom>
          <a:solidFill>
            <a:srgbClr val="FEF8E8"/>
          </a:solidFill>
          <a:ln>
            <a:noFill/>
          </a:ln>
        </p:spPr>
        <p:txBody>
          <a:bodyPr vert="horz" wrap="square" lIns="91440" tIns="45720" rIns="91440" bIns="45720" anchor="ctr">
            <a:normAutofit/>
          </a:bodyPr>
          <a:lstStyle/>
          <a:p>
            <a:pPr algn="l">
              <a:buNone/>
            </a:pPr>
            <a:r>
              <a:rPr lang="en-US" sz="1100" b="1">
                <a:solidFill>
                  <a:srgbClr val="301E04"/>
                </a:solidFill>
              </a:rPr>
              <a:t>METHODOLOGY NOTE</a:t>
            </a:r>
          </a:p>
        </p:txBody>
      </p:sp>
      <p:sp>
        <p:nvSpPr>
          <p:cNvPr id="103" name="MethBody"/>
          <p:cNvSpPr>
            <a:spLocks noGrp="1"/>
          </p:cNvSpPr>
          <p:nvPr/>
        </p:nvSpPr>
        <p:spPr>
          <a:xfrm>
            <a:off x="419100" y="1092200"/>
            <a:ext cx="11353800" cy="381000"/>
          </a:xfrm>
          <a:prstGeom prst="rect">
            <a:avLst/>
          </a:prstGeom>
          <a:solidFill>
            <a:srgbClr val="FEF8E8"/>
          </a:solidFill>
          <a:ln>
            <a:noFill/>
          </a:ln>
        </p:spPr>
        <p:txBody>
          <a:bodyPr vert="horz" wrap="square" lIns="91440" tIns="45720" rIns="91440" bIns="45720" anchor="ctr">
            <a:normAutofit fontScale="92500" lnSpcReduction="10000"/>
          </a:bodyPr>
          <a:lstStyle/>
          <a:p>
            <a:pPr algn="l">
              <a:buNone/>
            </a:pPr>
            <a:r>
              <a:rPr lang="en-US" sz="1100">
                <a:solidFill>
                  <a:srgbClr val="3C301B"/>
                </a:solidFill>
              </a:rPr>
              <a:t>30d pre-period contaminated by Q1 ID Card send. Instead: </a:t>
            </a:r>
            <a:r>
              <a:rPr lang="en-US" sz="1100" b="1">
                <a:solidFill>
                  <a:srgbClr val="005041"/>
                </a:solidFill>
              </a:rPr>
              <a:t>28-day post-mailer window</a:t>
            </a:r>
            <a:r>
              <a:rPr lang="en-US" sz="1100">
                <a:solidFill>
                  <a:srgbClr val="3C301B"/>
                </a:solidFill>
              </a:rPr>
              <a:t> vs. </a:t>
            </a:r>
            <a:r>
              <a:rPr lang="en-US" sz="1100" b="1">
                <a:solidFill>
                  <a:srgbClr val="005041"/>
                </a:solidFill>
              </a:rPr>
              <a:t>29d+ settled baseline</a:t>
            </a:r>
            <a:r>
              <a:rPr lang="en-US" sz="1100">
                <a:solidFill>
                  <a:srgbClr val="3C301B"/>
                </a:solidFill>
              </a:rPr>
              <a:t> (avoids inflated pre-period) for call counts. 4 clients excluded (inflated carry-over activity). n = 155 clients.</a:t>
            </a:r>
          </a:p>
        </p:txBody>
      </p:sp>
      <p:sp>
        <p:nvSpPr>
          <p:cNvPr id="104" name="Div1"/>
          <p:cNvSpPr>
            <a:spLocks noGrp="1"/>
          </p:cNvSpPr>
          <p:nvPr/>
        </p:nvSpPr>
        <p:spPr>
          <a:xfrm>
            <a:off x="419100" y="1498600"/>
            <a:ext cx="11353800" cy="12700"/>
          </a:xfrm>
          <a:prstGeom prst="rect">
            <a:avLst/>
          </a:prstGeom>
          <a:solidFill>
            <a:srgbClr val="9ECFC4"/>
          </a:solidFill>
          <a:ln>
            <a:noFill/>
          </a:ln>
        </p:spPr>
        <p:txBody>
          <a:bodyPr vert="horz" wrap="square" lIns="91440" tIns="45720" rIns="91440" bIns="45720" anchor="ctr">
            <a:normAutofit fontScale="25000" lnSpcReduction="20000"/>
          </a:bodyPr>
          <a:lstStyle/>
          <a:p>
            <a:r>
              <a:rPr lang="en-US" sz="100"/>
              <a:t> </a:t>
            </a:r>
          </a:p>
        </p:txBody>
      </p:sp>
      <p:sp>
        <p:nvSpPr>
          <p:cNvPr id="110" name="Stat1"/>
          <p:cNvSpPr>
            <a:spLocks noGrp="1"/>
          </p:cNvSpPr>
          <p:nvPr/>
        </p:nvSpPr>
        <p:spPr>
          <a:xfrm>
            <a:off x="419100" y="1574800"/>
            <a:ext cx="3467100" cy="1905000"/>
          </a:xfrm>
          <a:prstGeom prst="rect">
            <a:avLst/>
          </a:prstGeom>
          <a:solidFill>
            <a:srgbClr val="FEF8E8"/>
          </a:solidFill>
          <a:ln w="12700">
            <a:solidFill>
              <a:srgbClr val="9ECFC4"/>
            </a:solidFill>
          </a:ln>
        </p:spPr>
        <p:txBody>
          <a:bodyPr vert="horz" wrap="square" lIns="91440" tIns="91440" rIns="91440" bIns="91440" anchor="ctr">
            <a:normAutofit/>
          </a:bodyPr>
          <a:lstStyle/>
          <a:p>
            <a:pPr algn="ctr">
              <a:buNone/>
            </a:pPr>
            <a:r>
              <a:rPr lang="en-US" sz="3600" b="1">
                <a:solidFill>
                  <a:srgbClr val="005041"/>
                </a:solidFill>
              </a:rPr>
              <a:t>+9.43%</a:t>
            </a:r>
          </a:p>
          <a:p>
            <a:pPr algn="ctr">
              <a:buNone/>
            </a:pPr>
            <a:r>
              <a:rPr lang="en-US" sz="1200" b="1">
                <a:solidFill>
                  <a:srgbClr val="3C301B"/>
                </a:solidFill>
              </a:rPr>
              <a:t>Call Volume Lift (28d window)</a:t>
            </a:r>
          </a:p>
          <a:p>
            <a:pPr algn="ctr">
              <a:buNone/>
            </a:pPr>
            <a:r>
              <a:rPr lang="en-US" sz="1100">
                <a:solidFill>
                  <a:srgbClr val="3C301B"/>
                </a:solidFill>
              </a:rPr>
              <a:t> </a:t>
            </a:r>
          </a:p>
          <a:p>
            <a:pPr algn="ctr">
              <a:buNone/>
            </a:pPr>
            <a:r>
              <a:rPr lang="en-US" sz="1000">
                <a:solidFill>
                  <a:srgbClr val="301E04"/>
                </a:solidFill>
              </a:rPr>
              <a:t>Average</a:t>
            </a:r>
            <a:r>
              <a:rPr lang="en-US" sz="1000">
                <a:solidFill>
                  <a:srgbClr val="7A3500"/>
                </a:solidFill>
              </a:rPr>
              <a:t> 2.32 calls per day</a:t>
            </a:r>
            <a:r>
              <a:rPr lang="en-US" sz="1000">
                <a:solidFill>
                  <a:srgbClr val="301E04"/>
                </a:solidFill>
              </a:rPr>
              <a:t>, compared to </a:t>
            </a:r>
            <a:r>
              <a:rPr lang="en-US" sz="1000">
                <a:solidFill>
                  <a:srgbClr val="7A3500"/>
                </a:solidFill>
              </a:rPr>
              <a:t>2.12 in baseline</a:t>
            </a:r>
          </a:p>
          <a:p>
            <a:pPr algn="ctr">
              <a:buNone/>
            </a:pPr>
            <a:r>
              <a:rPr lang="en-US" sz="1000" b="1">
                <a:solidFill>
                  <a:srgbClr val="7A3500"/>
                </a:solidFill>
              </a:rPr>
              <a:t>81%</a:t>
            </a:r>
            <a:r>
              <a:rPr lang="en-US" sz="1000">
                <a:solidFill>
                  <a:srgbClr val="3C301B"/>
                </a:solidFill>
              </a:rPr>
              <a:t> of clients: higher call rate vs. baseline</a:t>
            </a:r>
          </a:p>
          <a:p>
            <a:pPr algn="ctr">
              <a:buNone/>
            </a:pPr>
            <a:r>
              <a:rPr lang="en-US" sz="1000" b="1">
                <a:solidFill>
                  <a:srgbClr val="7A3500"/>
                </a:solidFill>
              </a:rPr>
              <a:t>Median:</a:t>
            </a:r>
            <a:r>
              <a:rPr lang="en-US" sz="1000">
                <a:solidFill>
                  <a:srgbClr val="3C301B"/>
                </a:solidFill>
              </a:rPr>
              <a:t> +0.24 calls/client/day</a:t>
            </a:r>
          </a:p>
        </p:txBody>
      </p:sp>
      <p:sp>
        <p:nvSpPr>
          <p:cNvPr id="111" name="Stat2"/>
          <p:cNvSpPr>
            <a:spLocks noGrp="1"/>
          </p:cNvSpPr>
          <p:nvPr/>
        </p:nvSpPr>
        <p:spPr>
          <a:xfrm>
            <a:off x="4114800" y="1574800"/>
            <a:ext cx="3467100" cy="1905000"/>
          </a:xfrm>
          <a:prstGeom prst="rect">
            <a:avLst/>
          </a:prstGeom>
          <a:solidFill>
            <a:srgbClr val="FEF8E8"/>
          </a:solidFill>
          <a:ln w="12700">
            <a:solidFill>
              <a:srgbClr val="9ECFC4"/>
            </a:solidFill>
          </a:ln>
        </p:spPr>
        <p:txBody>
          <a:bodyPr vert="horz" wrap="square" lIns="91440" tIns="91440" rIns="91440" bIns="91440" anchor="ctr">
            <a:normAutofit/>
          </a:bodyPr>
          <a:lstStyle/>
          <a:p>
            <a:pPr algn="ctr">
              <a:buNone/>
            </a:pPr>
            <a:r>
              <a:rPr lang="en-US" sz="3600" b="1">
                <a:solidFill>
                  <a:srgbClr val="005041"/>
                </a:solidFill>
              </a:rPr>
              <a:t>+7.3 ppt</a:t>
            </a:r>
          </a:p>
          <a:p>
            <a:pPr algn="ctr">
              <a:buNone/>
            </a:pPr>
            <a:r>
              <a:rPr lang="en-US" sz="1200" b="1">
                <a:solidFill>
                  <a:srgbClr val="3C301B"/>
                </a:solidFill>
              </a:rPr>
              <a:t>Spouse Share Increase</a:t>
            </a:r>
          </a:p>
          <a:p>
            <a:pPr algn="ctr">
              <a:buNone/>
            </a:pPr>
            <a:r>
              <a:rPr lang="en-US" sz="1100">
                <a:solidFill>
                  <a:srgbClr val="3C301B"/>
                </a:solidFill>
              </a:rPr>
              <a:t> </a:t>
            </a:r>
          </a:p>
          <a:p>
            <a:pPr algn="ctr">
              <a:buNone/>
            </a:pPr>
            <a:r>
              <a:rPr lang="en-US" sz="1000" b="1">
                <a:solidFill>
                  <a:srgbClr val="7A3500"/>
                </a:solidFill>
              </a:rPr>
              <a:t>17% → 24%</a:t>
            </a:r>
            <a:r>
              <a:rPr lang="en-US" sz="1000">
                <a:solidFill>
                  <a:srgbClr val="3C301B"/>
                </a:solidFill>
              </a:rPr>
              <a:t> of inbound calls from spouses in pre-period vs. post-mailer period</a:t>
            </a:r>
          </a:p>
          <a:p>
            <a:pPr algn="ctr">
              <a:buNone/>
            </a:pPr>
            <a:r>
              <a:rPr lang="en-US" sz="1000" b="1">
                <a:solidFill>
                  <a:srgbClr val="7A3500"/>
                </a:solidFill>
              </a:rPr>
              <a:t>63%</a:t>
            </a:r>
            <a:r>
              <a:rPr lang="en-US" sz="1000">
                <a:solidFill>
                  <a:srgbClr val="3C301B"/>
                </a:solidFill>
              </a:rPr>
              <a:t> of clients saw spouse share rise</a:t>
            </a:r>
          </a:p>
        </p:txBody>
      </p:sp>
      <p:sp>
        <p:nvSpPr>
          <p:cNvPr id="112" name="Stat3"/>
          <p:cNvSpPr>
            <a:spLocks noGrp="1"/>
          </p:cNvSpPr>
          <p:nvPr/>
        </p:nvSpPr>
        <p:spPr>
          <a:xfrm>
            <a:off x="7810500" y="1574800"/>
            <a:ext cx="3467100" cy="1905000"/>
          </a:xfrm>
          <a:prstGeom prst="rect">
            <a:avLst/>
          </a:prstGeom>
          <a:solidFill>
            <a:srgbClr val="FEF8E8"/>
          </a:solidFill>
          <a:ln w="12700">
            <a:solidFill>
              <a:srgbClr val="9ECFC4"/>
            </a:solidFill>
          </a:ln>
        </p:spPr>
        <p:txBody>
          <a:bodyPr vert="horz" wrap="square" lIns="91440" tIns="91440" rIns="91440" bIns="91440" anchor="ctr">
            <a:normAutofit/>
          </a:bodyPr>
          <a:lstStyle/>
          <a:p>
            <a:pPr algn="ctr">
              <a:buNone/>
            </a:pPr>
            <a:r>
              <a:rPr lang="en-US" sz="3600" b="1">
                <a:solidFill>
                  <a:srgbClr val="005041"/>
                </a:solidFill>
              </a:rPr>
              <a:t>126 / 155</a:t>
            </a:r>
          </a:p>
          <a:p>
            <a:pPr algn="ctr">
              <a:buNone/>
            </a:pPr>
            <a:r>
              <a:rPr lang="en-US" sz="1200" b="1">
                <a:solidFill>
                  <a:srgbClr val="3C301B"/>
                </a:solidFill>
              </a:rPr>
              <a:t>Clients with Higher Call Rate</a:t>
            </a:r>
          </a:p>
          <a:p>
            <a:pPr algn="ctr">
              <a:buNone/>
            </a:pPr>
            <a:r>
              <a:rPr lang="en-US" sz="1100">
                <a:solidFill>
                  <a:srgbClr val="3C301B"/>
                </a:solidFill>
              </a:rPr>
              <a:t> </a:t>
            </a:r>
          </a:p>
          <a:p>
            <a:pPr algn="ctr">
              <a:buNone/>
            </a:pPr>
            <a:r>
              <a:rPr lang="en-US" sz="1000" b="1">
                <a:solidFill>
                  <a:srgbClr val="7A3500"/>
                </a:solidFill>
              </a:rPr>
              <a:t>81%</a:t>
            </a:r>
            <a:r>
              <a:rPr lang="en-US" sz="1000">
                <a:solidFill>
                  <a:srgbClr val="3C301B"/>
                </a:solidFill>
              </a:rPr>
              <a:t> directional positive (vs. 17% negative)</a:t>
            </a:r>
          </a:p>
          <a:p>
            <a:pPr algn="ctr">
              <a:buNone/>
            </a:pPr>
            <a:r>
              <a:rPr lang="en-US" sz="1000" b="1">
                <a:solidFill>
                  <a:srgbClr val="7A3500"/>
                </a:solidFill>
              </a:rPr>
              <a:t>Median</a:t>
            </a:r>
            <a:r>
              <a:rPr lang="en-US" sz="1000">
                <a:solidFill>
                  <a:srgbClr val="3C301B"/>
                </a:solidFill>
              </a:rPr>
              <a:t> client-level change: +4.4 ppt spouse share</a:t>
            </a:r>
          </a:p>
        </p:txBody>
      </p:sp>
      <p:sp>
        <p:nvSpPr>
          <p:cNvPr id="105" name="Div2"/>
          <p:cNvSpPr>
            <a:spLocks noGrp="1"/>
          </p:cNvSpPr>
          <p:nvPr/>
        </p:nvSpPr>
        <p:spPr>
          <a:xfrm>
            <a:off x="419100" y="3590888"/>
            <a:ext cx="11353800" cy="12700"/>
          </a:xfrm>
          <a:prstGeom prst="rect">
            <a:avLst/>
          </a:prstGeom>
          <a:solidFill>
            <a:srgbClr val="9ECFC4"/>
          </a:solidFill>
          <a:ln>
            <a:noFill/>
          </a:ln>
        </p:spPr>
        <p:txBody>
          <a:bodyPr vert="horz" wrap="square" lIns="91440" tIns="45720" rIns="91440" bIns="45720" anchor="ctr">
            <a:normAutofit fontScale="25000" lnSpcReduction="20000"/>
          </a:bodyPr>
          <a:lstStyle/>
          <a:p>
            <a:r>
              <a:rPr lang="en-US" sz="100"/>
              <a:t> </a:t>
            </a:r>
          </a:p>
        </p:txBody>
      </p:sp>
      <p:sp>
        <p:nvSpPr>
          <p:cNvPr id="120" name="LHeader"/>
          <p:cNvSpPr>
            <a:spLocks noGrp="1"/>
          </p:cNvSpPr>
          <p:nvPr/>
        </p:nvSpPr>
        <p:spPr>
          <a:xfrm>
            <a:off x="409052" y="3714676"/>
            <a:ext cx="5461000" cy="304800"/>
          </a:xfrm>
          <a:prstGeom prst="rect">
            <a:avLst/>
          </a:prstGeom>
          <a:solidFill>
            <a:srgbClr val="005041"/>
          </a:solidFill>
          <a:ln>
            <a:noFill/>
          </a:ln>
        </p:spPr>
        <p:txBody>
          <a:bodyPr vert="horz" wrap="square" lIns="91440" tIns="45720" rIns="91440" bIns="45720" anchor="ctr">
            <a:normAutofit/>
          </a:bodyPr>
          <a:lstStyle/>
          <a:p>
            <a:pPr algn="l">
              <a:buNone/>
            </a:pPr>
            <a:r>
              <a:rPr lang="en-US" sz="1200" b="1">
                <a:solidFill>
                  <a:srgbClr val="FFFFFF"/>
                </a:solidFill>
              </a:rPr>
              <a:t>WHY THE SPOUSE SHARE SIGNAL MATTERS</a:t>
            </a:r>
          </a:p>
        </p:txBody>
      </p:sp>
      <p:sp>
        <p:nvSpPr>
          <p:cNvPr id="121" name="LBody"/>
          <p:cNvSpPr>
            <a:spLocks noGrp="1"/>
          </p:cNvSpPr>
          <p:nvPr/>
        </p:nvSpPr>
        <p:spPr>
          <a:xfrm>
            <a:off x="409052" y="4019476"/>
            <a:ext cx="5461000" cy="1270000"/>
          </a:xfrm>
          <a:prstGeom prst="rect">
            <a:avLst/>
          </a:prstGeom>
          <a:solidFill>
            <a:srgbClr val="FEF8E8"/>
          </a:solidFill>
          <a:ln>
            <a:noFill/>
          </a:ln>
        </p:spPr>
        <p:txBody>
          <a:bodyPr vert="horz" wrap="square" lIns="91440" tIns="45720" rIns="91440" bIns="45720" anchor="t">
            <a:normAutofit/>
          </a:bodyPr>
          <a:lstStyle/>
          <a:p>
            <a:pPr marL="91440" indent="-91440" algn="l">
              <a:buFont typeface="Arial"/>
              <a:buChar char="•"/>
            </a:pPr>
            <a:r>
              <a:rPr lang="en-US" sz="1100">
                <a:solidFill>
                  <a:srgbClr val="3C301B"/>
                </a:solidFill>
              </a:rPr>
              <a:t>Controls for prior mailer effect: if the ID card mailer drove calls, total volume rises but spouse/self </a:t>
            </a:r>
            <a:r>
              <a:rPr lang="en-US" sz="1100" b="1">
                <a:solidFill>
                  <a:srgbClr val="3C301B"/>
                </a:solidFill>
              </a:rPr>
              <a:t>mix stays flat.</a:t>
            </a:r>
          </a:p>
          <a:p>
            <a:pPr marL="91440" indent="-91440" algn="l">
              <a:buFont typeface="Arial"/>
              <a:buChar char="•"/>
            </a:pPr>
            <a:r>
              <a:rPr lang="en-US" sz="1100">
                <a:solidFill>
                  <a:srgbClr val="3C301B"/>
                </a:solidFill>
              </a:rPr>
              <a:t>Spouse share </a:t>
            </a:r>
            <a:r>
              <a:rPr lang="en-US" sz="1100" b="1">
                <a:solidFill>
                  <a:srgbClr val="005041"/>
                </a:solidFill>
              </a:rPr>
              <a:t>specifically increased</a:t>
            </a:r>
            <a:r>
              <a:rPr lang="en-US" sz="1100">
                <a:solidFill>
                  <a:srgbClr val="3C301B"/>
                </a:solidFill>
              </a:rPr>
              <a:t> — direct signal the mailer reached its intended audience.</a:t>
            </a:r>
          </a:p>
          <a:p>
            <a:pPr marL="91440" indent="-91440" algn="l">
              <a:buFont typeface="Arial"/>
              <a:buChar char="•"/>
            </a:pPr>
            <a:r>
              <a:rPr lang="en-US" sz="1100">
                <a:solidFill>
                  <a:srgbClr val="3C301B"/>
                </a:solidFill>
              </a:rPr>
              <a:t>Broad-based result (63% of clients) — not skewed by 1–2 large clients.</a:t>
            </a:r>
          </a:p>
        </p:txBody>
      </p:sp>
      <p:sp>
        <p:nvSpPr>
          <p:cNvPr id="122" name="VDiv"/>
          <p:cNvSpPr>
            <a:spLocks noGrp="1"/>
          </p:cNvSpPr>
          <p:nvPr/>
        </p:nvSpPr>
        <p:spPr>
          <a:xfrm>
            <a:off x="6045200" y="3734776"/>
            <a:ext cx="12700" cy="1574800"/>
          </a:xfrm>
          <a:prstGeom prst="rect">
            <a:avLst/>
          </a:prstGeom>
          <a:solidFill>
            <a:srgbClr val="9ECFC4"/>
          </a:solidFill>
          <a:ln>
            <a:noFill/>
          </a:ln>
        </p:spPr>
        <p:txBody>
          <a:bodyPr vert="horz" wrap="square" lIns="91440" tIns="45720" rIns="91440" bIns="45720" anchor="ctr">
            <a:normAutofit/>
          </a:bodyPr>
          <a:lstStyle/>
          <a:p>
            <a:r>
              <a:rPr lang="en-US" sz="100"/>
              <a:t> </a:t>
            </a:r>
          </a:p>
        </p:txBody>
      </p:sp>
      <p:sp>
        <p:nvSpPr>
          <p:cNvPr id="130" name="RHeader"/>
          <p:cNvSpPr>
            <a:spLocks noGrp="1"/>
          </p:cNvSpPr>
          <p:nvPr/>
        </p:nvSpPr>
        <p:spPr>
          <a:xfrm>
            <a:off x="6251052" y="3714676"/>
            <a:ext cx="5588000" cy="304800"/>
          </a:xfrm>
          <a:prstGeom prst="rect">
            <a:avLst/>
          </a:prstGeom>
          <a:solidFill>
            <a:srgbClr val="3C301B"/>
          </a:solidFill>
          <a:ln>
            <a:noFill/>
          </a:ln>
        </p:spPr>
        <p:txBody>
          <a:bodyPr vert="horz" wrap="square" lIns="91440" tIns="45720" rIns="91440" bIns="45720" anchor="ctr">
            <a:normAutofit/>
          </a:bodyPr>
          <a:lstStyle/>
          <a:p>
            <a:pPr algn="l">
              <a:buNone/>
            </a:pPr>
            <a:r>
              <a:rPr lang="en-US" sz="1200" b="1">
                <a:solidFill>
                  <a:srgbClr val="FFFFFF"/>
                </a:solidFill>
              </a:rPr>
              <a:t>CAVEATS</a:t>
            </a:r>
          </a:p>
        </p:txBody>
      </p:sp>
      <p:sp>
        <p:nvSpPr>
          <p:cNvPr id="131" name="RBody"/>
          <p:cNvSpPr>
            <a:spLocks noGrp="1"/>
          </p:cNvSpPr>
          <p:nvPr/>
        </p:nvSpPr>
        <p:spPr>
          <a:xfrm>
            <a:off x="6251052" y="4029524"/>
            <a:ext cx="5588000" cy="1450452"/>
          </a:xfrm>
          <a:prstGeom prst="rect">
            <a:avLst/>
          </a:prstGeom>
          <a:solidFill>
            <a:srgbClr val="FEF8E8"/>
          </a:solidFill>
          <a:ln>
            <a:noFill/>
          </a:ln>
        </p:spPr>
        <p:txBody>
          <a:bodyPr vert="horz" wrap="square" lIns="91440" tIns="45720" rIns="91440" bIns="45720" anchor="t">
            <a:noAutofit/>
          </a:bodyPr>
          <a:lstStyle/>
          <a:p>
            <a:pPr marL="91440" indent="-91440" algn="l">
              <a:buFont typeface="Arial"/>
              <a:buChar char="•"/>
            </a:pPr>
            <a:r>
              <a:rPr lang="en-US" sz="1075">
                <a:solidFill>
                  <a:srgbClr val="3C301B"/>
                </a:solidFill>
              </a:rPr>
              <a:t>Pre/post volume comparison </a:t>
            </a:r>
            <a:r>
              <a:rPr lang="en-US" sz="1075" b="1">
                <a:solidFill>
                  <a:srgbClr val="3C301B"/>
                </a:solidFill>
              </a:rPr>
              <a:t>excluded</a:t>
            </a:r>
            <a:r>
              <a:rPr lang="en-US" sz="1075">
                <a:solidFill>
                  <a:srgbClr val="3C301B"/>
                </a:solidFill>
              </a:rPr>
              <a:t> — prior mailer inflation makes pre-period unreliable.</a:t>
            </a:r>
          </a:p>
          <a:p>
            <a:pPr marL="91440" indent="-91440" algn="l">
              <a:buFont typeface="Arial"/>
              <a:buChar char="•"/>
            </a:pPr>
            <a:r>
              <a:rPr lang="en-US" sz="1075">
                <a:solidFill>
                  <a:srgbClr val="3C301B"/>
                </a:solidFill>
              </a:rPr>
              <a:t>29d+ baseline is only 21–23 days per client — </a:t>
            </a:r>
            <a:r>
              <a:rPr lang="en-US" sz="1075" b="1">
                <a:solidFill>
                  <a:srgbClr val="3C301B"/>
                </a:solidFill>
              </a:rPr>
              <a:t>results will sharpen</a:t>
            </a:r>
            <a:r>
              <a:rPr lang="en-US" sz="1075">
                <a:solidFill>
                  <a:srgbClr val="3C301B"/>
                </a:solidFill>
              </a:rPr>
              <a:t> as more time accumulates.</a:t>
            </a:r>
          </a:p>
          <a:p>
            <a:pPr marL="91440" indent="-91440" algn="l">
              <a:buFont typeface="Arial"/>
              <a:buChar char="•"/>
            </a:pPr>
            <a:r>
              <a:rPr lang="en-US" sz="1075">
                <a:solidFill>
                  <a:srgbClr val="3C301B"/>
                </a:solidFill>
              </a:rPr>
              <a:t>Covers mailers sent through </a:t>
            </a:r>
            <a:r>
              <a:rPr lang="en-US" sz="1075" b="1">
                <a:solidFill>
                  <a:srgbClr val="3C301B"/>
                </a:solidFill>
              </a:rPr>
              <a:t>March 6, 2026</a:t>
            </a:r>
            <a:r>
              <a:rPr lang="en-US" sz="1075">
                <a:solidFill>
                  <a:srgbClr val="3C301B"/>
                </a:solidFill>
              </a:rPr>
              <a:t>; later sends excluded (insufficient post-period).</a:t>
            </a:r>
          </a:p>
          <a:p>
            <a:pPr marL="91440" indent="-91440">
              <a:buFont typeface="Arial"/>
              <a:buChar char="•"/>
            </a:pPr>
            <a:r>
              <a:rPr lang="en-US" sz="1075">
                <a:solidFill>
                  <a:srgbClr val="301E04"/>
                </a:solidFill>
                <a:latin typeface="Aptos Narrow" panose="020B0004020202020204" pitchFamily="34" charset="0"/>
              </a:rPr>
              <a:t>ELPASOCO, RRISD, BREVARDCOUNTY, Brevard — 29d+ avg rates 10–40x their 28d rates, driven by concurrent OE activity, not mailer response</a:t>
            </a:r>
          </a:p>
        </p:txBody>
      </p:sp>
      <p:sp>
        <p:nvSpPr>
          <p:cNvPr id="140" name="Conclusion"/>
          <p:cNvSpPr>
            <a:spLocks noGrp="1"/>
          </p:cNvSpPr>
          <p:nvPr/>
        </p:nvSpPr>
        <p:spPr>
          <a:xfrm>
            <a:off x="0" y="5588000"/>
            <a:ext cx="12192000" cy="787400"/>
          </a:xfrm>
          <a:prstGeom prst="rect">
            <a:avLst/>
          </a:prstGeom>
          <a:solidFill>
            <a:srgbClr val="005041"/>
          </a:solidFill>
          <a:ln>
            <a:noFill/>
          </a:ln>
        </p:spPr>
        <p:txBody>
          <a:bodyPr vert="horz" wrap="square" lIns="91440" tIns="45720" rIns="91440" bIns="45720" anchor="ctr">
            <a:normAutofit/>
          </a:bodyPr>
          <a:lstStyle/>
          <a:p>
            <a:pPr algn="l">
              <a:buNone/>
            </a:pPr>
            <a:r>
              <a:rPr lang="en-US" sz="1200" b="1">
                <a:solidFill>
                  <a:srgbClr val="FF6947"/>
                </a:solidFill>
              </a:rPr>
              <a:t>Bottom Line:  </a:t>
            </a:r>
            <a:r>
              <a:rPr lang="en-US" sz="1200">
                <a:solidFill>
                  <a:srgbClr val="FFFFFF"/>
                </a:solidFill>
              </a:rPr>
              <a:t>Spouse mailer performed on both dimensions — call volume up +9.6% (81% of clients) and spouse share up +7.3 ppt (63% of clients). Results are directional; baseline will mature over coming weeks.</a:t>
            </a:r>
          </a:p>
        </p:txBody>
      </p:sp>
    </p:spTree>
    <p:extLst>
      <p:ext uri="{BB962C8B-B14F-4D97-AF65-F5344CB8AC3E}">
        <p14:creationId xmlns:p14="http://schemas.microsoft.com/office/powerpoint/2010/main" val="39391060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16EECAD-5112-8D5A-221E-F4A413CE66C9}"/>
              </a:ext>
            </a:extLst>
          </p:cNvPr>
          <p:cNvSpPr>
            <a:spLocks noGrp="1"/>
          </p:cNvSpPr>
          <p:nvPr>
            <p:ph type="sldNum" sz="quarter" idx="15"/>
          </p:nvPr>
        </p:nvSpPr>
        <p:spPr/>
        <p:txBody>
          <a:bodyPr/>
          <a:lstStyle/>
          <a:p>
            <a:r>
              <a:rPr lang="en-US">
                <a:latin typeface="Aptos" panose="020B0004020202020204" pitchFamily="34" charset="0"/>
              </a:rPr>
              <a:t>Confidential and Proprietary   |   </a:t>
            </a:r>
            <a:fld id="{E8E57688-8A43-D74C-B8E0-302A51871BAE}" type="slidenum">
              <a:rPr lang="en-US" smtClean="0">
                <a:latin typeface="Aptos" panose="020B0004020202020204" pitchFamily="34" charset="0"/>
              </a:rPr>
              <a:pPr/>
              <a:t>22</a:t>
            </a:fld>
            <a:endParaRPr lang="en-US">
              <a:latin typeface="Aptos" panose="020B0004020202020204" pitchFamily="34" charset="0"/>
            </a:endParaRPr>
          </a:p>
        </p:txBody>
      </p:sp>
      <p:sp>
        <p:nvSpPr>
          <p:cNvPr id="20" name="Header"/>
          <p:cNvSpPr>
            <a:spLocks noGrp="1"/>
          </p:cNvSpPr>
          <p:nvPr/>
        </p:nvSpPr>
        <p:spPr>
          <a:xfrm>
            <a:off x="0" y="0"/>
            <a:ext cx="12192000" cy="863600"/>
          </a:xfrm>
          <a:prstGeom prst="rect">
            <a:avLst/>
          </a:prstGeom>
          <a:solidFill>
            <a:srgbClr val="005041"/>
          </a:solidFill>
          <a:ln>
            <a:noFill/>
          </a:ln>
        </p:spPr>
        <p:txBody>
          <a:bodyPr wrap="square" lIns="457200" tIns="76200" rIns="457200" bIns="76200" anchor="ctr"/>
          <a:lstStyle/>
          <a:p>
            <a:pPr algn="l">
              <a:buNone/>
            </a:pPr>
            <a:r>
              <a:rPr lang="en-US" sz="1800" b="1">
                <a:solidFill>
                  <a:srgbClr val="FFFFFF"/>
                </a:solidFill>
              </a:rPr>
              <a:t>Email A/B Test Results</a:t>
            </a:r>
            <a:r>
              <a:rPr lang="en-US" sz="1200">
                <a:solidFill>
                  <a:srgbClr val="9ECFC4"/>
                </a:solidFill>
              </a:rPr>
              <a:t>  |  Subject Line Testing · 4 Campaigns</a:t>
            </a:r>
          </a:p>
        </p:txBody>
      </p:sp>
      <p:sp>
        <p:nvSpPr>
          <p:cNvPr id="21" name="Subtitle"/>
          <p:cNvSpPr>
            <a:spLocks noGrp="1"/>
          </p:cNvSpPr>
          <p:nvPr/>
        </p:nvSpPr>
        <p:spPr>
          <a:xfrm>
            <a:off x="355600" y="914400"/>
            <a:ext cx="8890000" cy="279400"/>
          </a:xfrm>
          <a:prstGeom prst="rect">
            <a:avLst/>
          </a:prstGeom>
          <a:noFill/>
          <a:ln>
            <a:noFill/>
          </a:ln>
        </p:spPr>
        <p:txBody>
          <a:bodyPr wrap="square" lIns="76200" tIns="50800" rIns="76200" bIns="50800" anchor="ctr"/>
          <a:lstStyle/>
          <a:p>
            <a:pPr algn="l">
              <a:buNone/>
            </a:pPr>
            <a:r>
              <a:rPr lang="en-US" sz="1000" i="1">
                <a:solidFill>
                  <a:srgbClr val="3A3A3A"/>
                </a:solidFill>
              </a:rPr>
              <a:t>Control vs. Variant subject lines — all 4 variants outperformed control on open rate</a:t>
            </a:r>
          </a:p>
        </p:txBody>
      </p:sp>
      <p:graphicFrame>
        <p:nvGraphicFramePr>
          <p:cNvPr id="30" name="ResultsTable"/>
          <p:cNvGraphicFramePr>
            <a:graphicFrameLocks noGrp="1"/>
          </p:cNvGraphicFramePr>
          <p:nvPr/>
        </p:nvGraphicFramePr>
        <p:xfrm>
          <a:off x="256268" y="1290320"/>
          <a:ext cx="11480800" cy="3357880"/>
        </p:xfrm>
        <a:graphic>
          <a:graphicData uri="http://schemas.openxmlformats.org/drawingml/2006/table">
            <a:tbl>
              <a:tblPr firstRow="1">
                <a:tableStyleId>{5C22544A-7EE6-4342-B048-85BDC9FD1C3A}</a:tableStyleId>
              </a:tblPr>
              <a:tblGrid>
                <a:gridCol w="1607312">
                  <a:extLst>
                    <a:ext uri="{9D8B030D-6E8A-4147-A177-3AD203B41FA5}">
                      <a16:colId xmlns:a16="http://schemas.microsoft.com/office/drawing/2014/main" val="20000"/>
                    </a:ext>
                  </a:extLst>
                </a:gridCol>
                <a:gridCol w="4821936">
                  <a:extLst>
                    <a:ext uri="{9D8B030D-6E8A-4147-A177-3AD203B41FA5}">
                      <a16:colId xmlns:a16="http://schemas.microsoft.com/office/drawing/2014/main" val="20001"/>
                    </a:ext>
                  </a:extLst>
                </a:gridCol>
                <a:gridCol w="1148080">
                  <a:extLst>
                    <a:ext uri="{9D8B030D-6E8A-4147-A177-3AD203B41FA5}">
                      <a16:colId xmlns:a16="http://schemas.microsoft.com/office/drawing/2014/main" val="20002"/>
                    </a:ext>
                  </a:extLst>
                </a:gridCol>
                <a:gridCol w="1148080">
                  <a:extLst>
                    <a:ext uri="{9D8B030D-6E8A-4147-A177-3AD203B41FA5}">
                      <a16:colId xmlns:a16="http://schemas.microsoft.com/office/drawing/2014/main" val="20003"/>
                    </a:ext>
                  </a:extLst>
                </a:gridCol>
                <a:gridCol w="1377696">
                  <a:extLst>
                    <a:ext uri="{9D8B030D-6E8A-4147-A177-3AD203B41FA5}">
                      <a16:colId xmlns:a16="http://schemas.microsoft.com/office/drawing/2014/main" val="20004"/>
                    </a:ext>
                  </a:extLst>
                </a:gridCol>
                <a:gridCol w="1377696">
                  <a:extLst>
                    <a:ext uri="{9D8B030D-6E8A-4147-A177-3AD203B41FA5}">
                      <a16:colId xmlns:a16="http://schemas.microsoft.com/office/drawing/2014/main" val="20005"/>
                    </a:ext>
                  </a:extLst>
                </a:gridCol>
              </a:tblGrid>
              <a:tr h="279400">
                <a:tc>
                  <a:txBody>
                    <a:bodyPr/>
                    <a:lstStyle/>
                    <a:p>
                      <a:pPr algn="ctr">
                        <a:buNone/>
                      </a:pPr>
                      <a:r>
                        <a:rPr lang="en-US" sz="900" b="1">
                          <a:solidFill>
                            <a:srgbClr val="FFFFFF"/>
                          </a:solidFill>
                        </a:rPr>
                        <a:t>Campaign</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005041"/>
                    </a:solidFill>
                  </a:tcPr>
                </a:tc>
                <a:tc>
                  <a:txBody>
                    <a:bodyPr/>
                    <a:lstStyle/>
                    <a:p>
                      <a:pPr algn="l">
                        <a:buNone/>
                      </a:pPr>
                      <a:r>
                        <a:rPr lang="en-US" sz="900" b="1">
                          <a:solidFill>
                            <a:srgbClr val="FFFFFF"/>
                          </a:solidFill>
                        </a:rPr>
                        <a:t>Subject Line</a:t>
                      </a:r>
                    </a:p>
                  </a:txBody>
                  <a:tcPr>
                    <a:lnT w="12700" cap="flat" cmpd="sng" algn="ctr">
                      <a:solidFill>
                        <a:schemeClr val="tx1"/>
                      </a:solidFill>
                      <a:prstDash val="solid"/>
                      <a:round/>
                      <a:headEnd type="none" w="med" len="med"/>
                      <a:tailEnd type="none" w="med" len="med"/>
                    </a:lnT>
                    <a:solidFill>
                      <a:srgbClr val="005041"/>
                    </a:solidFill>
                  </a:tcPr>
                </a:tc>
                <a:tc>
                  <a:txBody>
                    <a:bodyPr/>
                    <a:lstStyle/>
                    <a:p>
                      <a:pPr algn="ctr">
                        <a:buNone/>
                      </a:pPr>
                      <a:r>
                        <a:rPr lang="en-US" sz="900" b="1">
                          <a:solidFill>
                            <a:srgbClr val="FFFFFF"/>
                          </a:solidFill>
                        </a:rPr>
                        <a:t>Sends</a:t>
                      </a:r>
                    </a:p>
                  </a:txBody>
                  <a:tcPr>
                    <a:lnT w="12700" cap="flat" cmpd="sng" algn="ctr">
                      <a:solidFill>
                        <a:schemeClr val="tx1"/>
                      </a:solidFill>
                      <a:prstDash val="solid"/>
                      <a:round/>
                      <a:headEnd type="none" w="med" len="med"/>
                      <a:tailEnd type="none" w="med" len="med"/>
                    </a:lnT>
                    <a:solidFill>
                      <a:srgbClr val="005041"/>
                    </a:solidFill>
                  </a:tcPr>
                </a:tc>
                <a:tc>
                  <a:txBody>
                    <a:bodyPr/>
                    <a:lstStyle/>
                    <a:p>
                      <a:pPr algn="ctr">
                        <a:buNone/>
                      </a:pPr>
                      <a:r>
                        <a:rPr lang="en-US" sz="900" b="1">
                          <a:solidFill>
                            <a:srgbClr val="FFFFFF"/>
                          </a:solidFill>
                        </a:rPr>
                        <a:t>Opens</a:t>
                      </a:r>
                    </a:p>
                  </a:txBody>
                  <a:tcPr>
                    <a:lnT w="12700" cap="flat" cmpd="sng" algn="ctr">
                      <a:solidFill>
                        <a:schemeClr val="tx1"/>
                      </a:solidFill>
                      <a:prstDash val="solid"/>
                      <a:round/>
                      <a:headEnd type="none" w="med" len="med"/>
                      <a:tailEnd type="none" w="med" len="med"/>
                    </a:lnT>
                    <a:solidFill>
                      <a:srgbClr val="005041"/>
                    </a:solidFill>
                  </a:tcPr>
                </a:tc>
                <a:tc>
                  <a:txBody>
                    <a:bodyPr/>
                    <a:lstStyle/>
                    <a:p>
                      <a:pPr algn="ctr">
                        <a:buNone/>
                      </a:pPr>
                      <a:r>
                        <a:rPr lang="en-US" sz="900" b="1">
                          <a:solidFill>
                            <a:srgbClr val="FFFFFF"/>
                          </a:solidFill>
                        </a:rPr>
                        <a:t>Open Rate</a:t>
                      </a:r>
                    </a:p>
                  </a:txBody>
                  <a:tcPr>
                    <a:lnT w="12700" cap="flat" cmpd="sng" algn="ctr">
                      <a:solidFill>
                        <a:schemeClr val="tx1"/>
                      </a:solidFill>
                      <a:prstDash val="solid"/>
                      <a:round/>
                      <a:headEnd type="none" w="med" len="med"/>
                      <a:tailEnd type="none" w="med" len="med"/>
                    </a:lnT>
                    <a:solidFill>
                      <a:srgbClr val="005041"/>
                    </a:solidFill>
                  </a:tcPr>
                </a:tc>
                <a:tc>
                  <a:txBody>
                    <a:bodyPr/>
                    <a:lstStyle/>
                    <a:p>
                      <a:pPr algn="ctr">
                        <a:buNone/>
                      </a:pPr>
                      <a:r>
                        <a:rPr lang="en-US" sz="900" b="1">
                          <a:solidFill>
                            <a:srgbClr val="FFFFFF"/>
                          </a:solidFill>
                        </a:rPr>
                        <a:t>Lift</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6947"/>
                    </a:solidFill>
                  </a:tcPr>
                </a:tc>
                <a:extLst>
                  <a:ext uri="{0D108BD9-81ED-4DB2-BD59-A6C34878D82A}">
                    <a16:rowId xmlns:a16="http://schemas.microsoft.com/office/drawing/2014/main" val="10000"/>
                  </a:ext>
                </a:extLst>
              </a:tr>
              <a:tr h="304800">
                <a:tc>
                  <a:txBody>
                    <a:bodyPr/>
                    <a:lstStyle/>
                    <a:p>
                      <a:pPr algn="ctr">
                        <a:buNone/>
                      </a:pPr>
                      <a:r>
                        <a:rPr lang="en-US" sz="950">
                          <a:solidFill>
                            <a:srgbClr val="5C5C5C"/>
                          </a:solidFill>
                        </a:rPr>
                        <a:t>BAR 1.4</a:t>
                      </a:r>
                    </a:p>
                  </a:txBody>
                  <a:tcPr>
                    <a:lnL w="12700" cap="flat" cmpd="sng" algn="ctr">
                      <a:solidFill>
                        <a:schemeClr val="tx1"/>
                      </a:solidFill>
                      <a:prstDash val="solid"/>
                      <a:round/>
                      <a:headEnd type="none" w="med" len="med"/>
                      <a:tailEnd type="none" w="med" len="med"/>
                    </a:lnL>
                    <a:solidFill>
                      <a:srgbClr val="F7F7F5"/>
                    </a:solidFill>
                  </a:tcPr>
                </a:tc>
                <a:tc>
                  <a:txBody>
                    <a:bodyPr/>
                    <a:lstStyle/>
                    <a:p>
                      <a:pPr algn="l">
                        <a:buNone/>
                      </a:pPr>
                      <a:r>
                        <a:rPr lang="en-US" sz="950">
                          <a:solidFill>
                            <a:srgbClr val="5C5C5C"/>
                          </a:solidFill>
                        </a:rPr>
                        <a:t>Get Matched with the Best Surgeon for You</a:t>
                      </a:r>
                    </a:p>
                  </a:txBody>
                  <a:tcPr>
                    <a:solidFill>
                      <a:srgbClr val="F7F7F5"/>
                    </a:solidFill>
                  </a:tcPr>
                </a:tc>
                <a:tc>
                  <a:txBody>
                    <a:bodyPr/>
                    <a:lstStyle/>
                    <a:p>
                      <a:pPr algn="ctr">
                        <a:buNone/>
                      </a:pPr>
                      <a:r>
                        <a:rPr lang="en-US" sz="950">
                          <a:solidFill>
                            <a:srgbClr val="5C5C5C"/>
                          </a:solidFill>
                        </a:rPr>
                        <a:t>17,964</a:t>
                      </a:r>
                    </a:p>
                  </a:txBody>
                  <a:tcPr>
                    <a:solidFill>
                      <a:srgbClr val="F7F7F5"/>
                    </a:solidFill>
                  </a:tcPr>
                </a:tc>
                <a:tc>
                  <a:txBody>
                    <a:bodyPr/>
                    <a:lstStyle/>
                    <a:p>
                      <a:pPr algn="ctr">
                        <a:buNone/>
                      </a:pPr>
                      <a:r>
                        <a:rPr lang="en-US" sz="950">
                          <a:solidFill>
                            <a:srgbClr val="5C5C5C"/>
                          </a:solidFill>
                        </a:rPr>
                        <a:t>3,212</a:t>
                      </a:r>
                    </a:p>
                  </a:txBody>
                  <a:tcPr>
                    <a:solidFill>
                      <a:srgbClr val="F7F7F5"/>
                    </a:solidFill>
                  </a:tcPr>
                </a:tc>
                <a:tc>
                  <a:txBody>
                    <a:bodyPr/>
                    <a:lstStyle/>
                    <a:p>
                      <a:pPr algn="ctr">
                        <a:buNone/>
                      </a:pPr>
                      <a:r>
                        <a:rPr lang="en-US" sz="950">
                          <a:solidFill>
                            <a:srgbClr val="5C5C5C"/>
                          </a:solidFill>
                        </a:rPr>
                        <a:t>17.88%</a:t>
                      </a:r>
                    </a:p>
                  </a:txBody>
                  <a:tcPr>
                    <a:solidFill>
                      <a:srgbClr val="F7F7F5"/>
                    </a:solidFill>
                  </a:tcPr>
                </a:tc>
                <a:tc>
                  <a:txBody>
                    <a:bodyPr/>
                    <a:lstStyle/>
                    <a:p>
                      <a:pPr algn="ctr">
                        <a:buNone/>
                      </a:pPr>
                      <a:r>
                        <a:rPr lang="en-US" sz="950">
                          <a:solidFill>
                            <a:srgbClr val="9A9A9A"/>
                          </a:solidFill>
                        </a:rPr>
                        <a:t>Control</a:t>
                      </a:r>
                    </a:p>
                  </a:txBody>
                  <a:tcPr>
                    <a:lnR w="12700" cap="flat" cmpd="sng" algn="ctr">
                      <a:solidFill>
                        <a:schemeClr val="tx1"/>
                      </a:solidFill>
                      <a:prstDash val="solid"/>
                      <a:round/>
                      <a:headEnd type="none" w="med" len="med"/>
                      <a:tailEnd type="none" w="med" len="med"/>
                    </a:lnR>
                    <a:solidFill>
                      <a:srgbClr val="F7F7F5"/>
                    </a:solidFill>
                  </a:tcPr>
                </a:tc>
                <a:extLst>
                  <a:ext uri="{0D108BD9-81ED-4DB2-BD59-A6C34878D82A}">
                    <a16:rowId xmlns:a16="http://schemas.microsoft.com/office/drawing/2014/main" val="10001"/>
                  </a:ext>
                </a:extLst>
              </a:tr>
              <a:tr h="304800">
                <a:tc>
                  <a:txBody>
                    <a:bodyPr/>
                    <a:lstStyle/>
                    <a:p>
                      <a:pPr algn="ctr">
                        <a:buNone/>
                      </a:pPr>
                      <a:r>
                        <a:rPr lang="en-US" sz="950" b="1">
                          <a:solidFill>
                            <a:srgbClr val="005041"/>
                          </a:solidFill>
                        </a:rPr>
                        <a:t>BAR 1.4 ▲</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EDF6F3"/>
                    </a:solidFill>
                  </a:tcPr>
                </a:tc>
                <a:tc>
                  <a:txBody>
                    <a:bodyPr/>
                    <a:lstStyle/>
                    <a:p>
                      <a:pPr algn="l">
                        <a:buNone/>
                      </a:pPr>
                      <a:r>
                        <a:rPr lang="en-US" sz="950">
                          <a:solidFill>
                            <a:srgbClr val="301E04"/>
                          </a:solidFill>
                        </a:rPr>
                        <a:t>[First Name], Get Matched with the Best Surgeon for You</a:t>
                      </a:r>
                    </a:p>
                  </a:txBody>
                  <a:tcPr>
                    <a:lnB w="12700" cap="flat" cmpd="sng" algn="ctr">
                      <a:solidFill>
                        <a:schemeClr val="tx1"/>
                      </a:solidFill>
                      <a:prstDash val="solid"/>
                      <a:round/>
                      <a:headEnd type="none" w="med" len="med"/>
                      <a:tailEnd type="none" w="med" len="med"/>
                    </a:lnB>
                    <a:solidFill>
                      <a:srgbClr val="EDF6F3"/>
                    </a:solidFill>
                  </a:tcPr>
                </a:tc>
                <a:tc>
                  <a:txBody>
                    <a:bodyPr/>
                    <a:lstStyle/>
                    <a:p>
                      <a:pPr algn="ctr">
                        <a:buNone/>
                      </a:pPr>
                      <a:r>
                        <a:rPr lang="en-US" sz="950">
                          <a:solidFill>
                            <a:srgbClr val="301E04"/>
                          </a:solidFill>
                        </a:rPr>
                        <a:t>18,270</a:t>
                      </a:r>
                    </a:p>
                  </a:txBody>
                  <a:tcPr>
                    <a:lnB w="12700" cap="flat" cmpd="sng" algn="ctr">
                      <a:solidFill>
                        <a:schemeClr val="tx1"/>
                      </a:solidFill>
                      <a:prstDash val="solid"/>
                      <a:round/>
                      <a:headEnd type="none" w="med" len="med"/>
                      <a:tailEnd type="none" w="med" len="med"/>
                    </a:lnB>
                    <a:solidFill>
                      <a:srgbClr val="EDF6F3"/>
                    </a:solidFill>
                  </a:tcPr>
                </a:tc>
                <a:tc>
                  <a:txBody>
                    <a:bodyPr/>
                    <a:lstStyle/>
                    <a:p>
                      <a:pPr algn="ctr">
                        <a:buNone/>
                      </a:pPr>
                      <a:r>
                        <a:rPr lang="en-US" sz="950">
                          <a:solidFill>
                            <a:srgbClr val="301E04"/>
                          </a:solidFill>
                        </a:rPr>
                        <a:t>3,316</a:t>
                      </a:r>
                    </a:p>
                  </a:txBody>
                  <a:tcPr>
                    <a:lnB w="12700" cap="flat" cmpd="sng" algn="ctr">
                      <a:solidFill>
                        <a:schemeClr val="tx1"/>
                      </a:solidFill>
                      <a:prstDash val="solid"/>
                      <a:round/>
                      <a:headEnd type="none" w="med" len="med"/>
                      <a:tailEnd type="none" w="med" len="med"/>
                    </a:lnB>
                    <a:solidFill>
                      <a:srgbClr val="EDF6F3"/>
                    </a:solidFill>
                  </a:tcPr>
                </a:tc>
                <a:tc>
                  <a:txBody>
                    <a:bodyPr/>
                    <a:lstStyle/>
                    <a:p>
                      <a:pPr algn="ctr">
                        <a:buNone/>
                      </a:pPr>
                      <a:r>
                        <a:rPr lang="en-US" sz="950" b="1">
                          <a:solidFill>
                            <a:srgbClr val="005041"/>
                          </a:solidFill>
                        </a:rPr>
                        <a:t>18.15%</a:t>
                      </a:r>
                    </a:p>
                  </a:txBody>
                  <a:tcPr>
                    <a:lnB w="12700" cap="flat" cmpd="sng" algn="ctr">
                      <a:solidFill>
                        <a:schemeClr val="tx1"/>
                      </a:solidFill>
                      <a:prstDash val="solid"/>
                      <a:round/>
                      <a:headEnd type="none" w="med" len="med"/>
                      <a:tailEnd type="none" w="med" len="med"/>
                    </a:lnB>
                    <a:solidFill>
                      <a:srgbClr val="D6EFE9"/>
                    </a:solidFill>
                  </a:tcPr>
                </a:tc>
                <a:tc>
                  <a:txBody>
                    <a:bodyPr/>
                    <a:lstStyle/>
                    <a:p>
                      <a:pPr algn="ctr">
                        <a:buNone/>
                      </a:pPr>
                      <a:r>
                        <a:rPr lang="en-US" sz="950" b="1">
                          <a:solidFill>
                            <a:srgbClr val="FFFFFF"/>
                          </a:solidFill>
                        </a:rPr>
                        <a:t>+0.27pp (+1.5%)</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6947"/>
                    </a:solidFill>
                  </a:tcPr>
                </a:tc>
                <a:extLst>
                  <a:ext uri="{0D108BD9-81ED-4DB2-BD59-A6C34878D82A}">
                    <a16:rowId xmlns:a16="http://schemas.microsoft.com/office/drawing/2014/main" val="10002"/>
                  </a:ext>
                </a:extLst>
              </a:tr>
              <a:tr h="0">
                <a:tc>
                  <a:txBody>
                    <a:bodyPr/>
                    <a:lstStyle/>
                    <a:p>
                      <a:pPr>
                        <a:buNone/>
                      </a:pPr>
                      <a:endParaRPr lang="en-US" sz="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endParaRPr lang="en-US" sz="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endParaRPr lang="en-US" sz="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endParaRPr lang="en-US" sz="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endParaRPr lang="en-US" sz="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endParaRPr lang="en-US" sz="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4800">
                <a:tc>
                  <a:txBody>
                    <a:bodyPr/>
                    <a:lstStyle/>
                    <a:p>
                      <a:pPr algn="ctr">
                        <a:buNone/>
                      </a:pPr>
                      <a:r>
                        <a:rPr lang="en-US" sz="950">
                          <a:solidFill>
                            <a:srgbClr val="5C5C5C"/>
                          </a:solidFill>
                        </a:rPr>
                        <a:t>BAR 1.3</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7F7F5"/>
                    </a:solidFill>
                  </a:tcPr>
                </a:tc>
                <a:tc>
                  <a:txBody>
                    <a:bodyPr/>
                    <a:lstStyle/>
                    <a:p>
                      <a:pPr algn="l">
                        <a:buNone/>
                      </a:pPr>
                      <a:r>
                        <a:rPr lang="en-US" sz="950">
                          <a:solidFill>
                            <a:srgbClr val="5C5C5C"/>
                          </a:solidFill>
                        </a:rPr>
                        <a:t>See Who's in Your Corner</a:t>
                      </a:r>
                    </a:p>
                  </a:txBody>
                  <a:tcPr>
                    <a:lnT w="12700" cap="flat" cmpd="sng" algn="ctr">
                      <a:solidFill>
                        <a:schemeClr val="tx1"/>
                      </a:solidFill>
                      <a:prstDash val="solid"/>
                      <a:round/>
                      <a:headEnd type="none" w="med" len="med"/>
                      <a:tailEnd type="none" w="med" len="med"/>
                    </a:lnT>
                    <a:solidFill>
                      <a:srgbClr val="F7F7F5"/>
                    </a:solidFill>
                  </a:tcPr>
                </a:tc>
                <a:tc>
                  <a:txBody>
                    <a:bodyPr/>
                    <a:lstStyle/>
                    <a:p>
                      <a:pPr algn="ctr">
                        <a:buNone/>
                      </a:pPr>
                      <a:r>
                        <a:rPr lang="en-US" sz="950">
                          <a:solidFill>
                            <a:srgbClr val="5C5C5C"/>
                          </a:solidFill>
                        </a:rPr>
                        <a:t>19,046</a:t>
                      </a:r>
                    </a:p>
                  </a:txBody>
                  <a:tcPr>
                    <a:lnT w="12700" cap="flat" cmpd="sng" algn="ctr">
                      <a:solidFill>
                        <a:schemeClr val="tx1"/>
                      </a:solidFill>
                      <a:prstDash val="solid"/>
                      <a:round/>
                      <a:headEnd type="none" w="med" len="med"/>
                      <a:tailEnd type="none" w="med" len="med"/>
                    </a:lnT>
                    <a:solidFill>
                      <a:srgbClr val="F7F7F5"/>
                    </a:solidFill>
                  </a:tcPr>
                </a:tc>
                <a:tc>
                  <a:txBody>
                    <a:bodyPr/>
                    <a:lstStyle/>
                    <a:p>
                      <a:pPr algn="ctr">
                        <a:buNone/>
                      </a:pPr>
                      <a:r>
                        <a:rPr lang="en-US" sz="950">
                          <a:solidFill>
                            <a:srgbClr val="5C5C5C"/>
                          </a:solidFill>
                        </a:rPr>
                        <a:t>6,930</a:t>
                      </a:r>
                    </a:p>
                  </a:txBody>
                  <a:tcPr>
                    <a:lnT w="12700" cap="flat" cmpd="sng" algn="ctr">
                      <a:solidFill>
                        <a:schemeClr val="tx1"/>
                      </a:solidFill>
                      <a:prstDash val="solid"/>
                      <a:round/>
                      <a:headEnd type="none" w="med" len="med"/>
                      <a:tailEnd type="none" w="med" len="med"/>
                    </a:lnT>
                    <a:solidFill>
                      <a:srgbClr val="F7F7F5"/>
                    </a:solidFill>
                  </a:tcPr>
                </a:tc>
                <a:tc>
                  <a:txBody>
                    <a:bodyPr/>
                    <a:lstStyle/>
                    <a:p>
                      <a:pPr algn="ctr">
                        <a:buNone/>
                      </a:pPr>
                      <a:r>
                        <a:rPr lang="en-US" sz="950">
                          <a:solidFill>
                            <a:srgbClr val="5C5C5C"/>
                          </a:solidFill>
                        </a:rPr>
                        <a:t>36.39%</a:t>
                      </a:r>
                    </a:p>
                  </a:txBody>
                  <a:tcPr>
                    <a:lnT w="12700" cap="flat" cmpd="sng" algn="ctr">
                      <a:solidFill>
                        <a:schemeClr val="tx1"/>
                      </a:solidFill>
                      <a:prstDash val="solid"/>
                      <a:round/>
                      <a:headEnd type="none" w="med" len="med"/>
                      <a:tailEnd type="none" w="med" len="med"/>
                    </a:lnT>
                    <a:solidFill>
                      <a:srgbClr val="F7F7F5"/>
                    </a:solidFill>
                  </a:tcPr>
                </a:tc>
                <a:tc>
                  <a:txBody>
                    <a:bodyPr/>
                    <a:lstStyle/>
                    <a:p>
                      <a:pPr algn="ctr">
                        <a:buNone/>
                      </a:pPr>
                      <a:r>
                        <a:rPr lang="en-US" sz="950">
                          <a:solidFill>
                            <a:srgbClr val="9A9A9A"/>
                          </a:solidFill>
                        </a:rPr>
                        <a:t>Control</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7F7F5"/>
                    </a:solidFill>
                  </a:tcPr>
                </a:tc>
                <a:extLst>
                  <a:ext uri="{0D108BD9-81ED-4DB2-BD59-A6C34878D82A}">
                    <a16:rowId xmlns:a16="http://schemas.microsoft.com/office/drawing/2014/main" val="10004"/>
                  </a:ext>
                </a:extLst>
              </a:tr>
              <a:tr h="304800">
                <a:tc>
                  <a:txBody>
                    <a:bodyPr/>
                    <a:lstStyle/>
                    <a:p>
                      <a:pPr algn="ctr">
                        <a:buNone/>
                      </a:pPr>
                      <a:r>
                        <a:rPr lang="en-US" sz="950" b="1">
                          <a:solidFill>
                            <a:srgbClr val="005041"/>
                          </a:solidFill>
                        </a:rPr>
                        <a:t>BAR 1.3 ▲</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EDF6F3"/>
                    </a:solidFill>
                  </a:tcPr>
                </a:tc>
                <a:tc>
                  <a:txBody>
                    <a:bodyPr/>
                    <a:lstStyle/>
                    <a:p>
                      <a:pPr algn="l">
                        <a:buNone/>
                      </a:pPr>
                      <a:r>
                        <a:rPr lang="en-US" sz="950">
                          <a:solidFill>
                            <a:srgbClr val="301E04"/>
                          </a:solidFill>
                        </a:rPr>
                        <a:t>[First Name], See Who's in Your Corner</a:t>
                      </a:r>
                    </a:p>
                  </a:txBody>
                  <a:tcPr>
                    <a:lnB w="12700" cap="flat" cmpd="sng" algn="ctr">
                      <a:solidFill>
                        <a:schemeClr val="tx1"/>
                      </a:solidFill>
                      <a:prstDash val="solid"/>
                      <a:round/>
                      <a:headEnd type="none" w="med" len="med"/>
                      <a:tailEnd type="none" w="med" len="med"/>
                    </a:lnB>
                    <a:solidFill>
                      <a:srgbClr val="EDF6F3"/>
                    </a:solidFill>
                  </a:tcPr>
                </a:tc>
                <a:tc>
                  <a:txBody>
                    <a:bodyPr/>
                    <a:lstStyle/>
                    <a:p>
                      <a:pPr algn="ctr">
                        <a:buNone/>
                      </a:pPr>
                      <a:r>
                        <a:rPr lang="en-US" sz="950">
                          <a:solidFill>
                            <a:srgbClr val="301E04"/>
                          </a:solidFill>
                        </a:rPr>
                        <a:t>18,978</a:t>
                      </a:r>
                    </a:p>
                  </a:txBody>
                  <a:tcPr>
                    <a:lnB w="12700" cap="flat" cmpd="sng" algn="ctr">
                      <a:solidFill>
                        <a:schemeClr val="tx1"/>
                      </a:solidFill>
                      <a:prstDash val="solid"/>
                      <a:round/>
                      <a:headEnd type="none" w="med" len="med"/>
                      <a:tailEnd type="none" w="med" len="med"/>
                    </a:lnB>
                    <a:solidFill>
                      <a:srgbClr val="EDF6F3"/>
                    </a:solidFill>
                  </a:tcPr>
                </a:tc>
                <a:tc>
                  <a:txBody>
                    <a:bodyPr/>
                    <a:lstStyle/>
                    <a:p>
                      <a:pPr algn="ctr">
                        <a:buNone/>
                      </a:pPr>
                      <a:r>
                        <a:rPr lang="en-US" sz="950">
                          <a:solidFill>
                            <a:srgbClr val="301E04"/>
                          </a:solidFill>
                        </a:rPr>
                        <a:t>7,170</a:t>
                      </a:r>
                    </a:p>
                  </a:txBody>
                  <a:tcPr>
                    <a:lnB w="12700" cap="flat" cmpd="sng" algn="ctr">
                      <a:solidFill>
                        <a:schemeClr val="tx1"/>
                      </a:solidFill>
                      <a:prstDash val="solid"/>
                      <a:round/>
                      <a:headEnd type="none" w="med" len="med"/>
                      <a:tailEnd type="none" w="med" len="med"/>
                    </a:lnB>
                    <a:solidFill>
                      <a:srgbClr val="EDF6F3"/>
                    </a:solidFill>
                  </a:tcPr>
                </a:tc>
                <a:tc>
                  <a:txBody>
                    <a:bodyPr/>
                    <a:lstStyle/>
                    <a:p>
                      <a:pPr algn="ctr">
                        <a:buNone/>
                      </a:pPr>
                      <a:r>
                        <a:rPr lang="en-US" sz="950" b="1">
                          <a:solidFill>
                            <a:srgbClr val="005041"/>
                          </a:solidFill>
                        </a:rPr>
                        <a:t>37.78%</a:t>
                      </a:r>
                    </a:p>
                  </a:txBody>
                  <a:tcPr>
                    <a:lnB w="12700" cap="flat" cmpd="sng" algn="ctr">
                      <a:solidFill>
                        <a:schemeClr val="tx1"/>
                      </a:solidFill>
                      <a:prstDash val="solid"/>
                      <a:round/>
                      <a:headEnd type="none" w="med" len="med"/>
                      <a:tailEnd type="none" w="med" len="med"/>
                    </a:lnB>
                    <a:solidFill>
                      <a:srgbClr val="D6EFE9"/>
                    </a:solidFill>
                  </a:tcPr>
                </a:tc>
                <a:tc>
                  <a:txBody>
                    <a:bodyPr/>
                    <a:lstStyle/>
                    <a:p>
                      <a:pPr algn="ctr">
                        <a:buNone/>
                      </a:pPr>
                      <a:r>
                        <a:rPr lang="en-US" sz="950" b="1">
                          <a:solidFill>
                            <a:srgbClr val="FFFFFF"/>
                          </a:solidFill>
                        </a:rPr>
                        <a:t>+1.39pp (+3.8%)</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6947"/>
                    </a:solidFill>
                  </a:tcPr>
                </a:tc>
                <a:extLst>
                  <a:ext uri="{0D108BD9-81ED-4DB2-BD59-A6C34878D82A}">
                    <a16:rowId xmlns:a16="http://schemas.microsoft.com/office/drawing/2014/main" val="10005"/>
                  </a:ext>
                </a:extLst>
              </a:tr>
              <a:tr h="0">
                <a:tc>
                  <a:txBody>
                    <a:bodyPr/>
                    <a:lstStyle/>
                    <a:p>
                      <a:pPr>
                        <a:buNone/>
                      </a:pPr>
                      <a:endParaRPr lang="en-US" sz="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endParaRPr lang="en-US" sz="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endParaRPr lang="en-US" sz="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endParaRPr lang="en-US" sz="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endParaRPr lang="en-US" sz="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endParaRPr lang="en-US" sz="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4800">
                <a:tc>
                  <a:txBody>
                    <a:bodyPr/>
                    <a:lstStyle/>
                    <a:p>
                      <a:pPr algn="ctr">
                        <a:buNone/>
                      </a:pPr>
                      <a:r>
                        <a:rPr lang="en-US" sz="950">
                          <a:solidFill>
                            <a:srgbClr val="5C5C5C"/>
                          </a:solidFill>
                        </a:rPr>
                        <a:t>MSK 1.3</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7F7F5"/>
                    </a:solidFill>
                  </a:tcPr>
                </a:tc>
                <a:tc>
                  <a:txBody>
                    <a:bodyPr/>
                    <a:lstStyle/>
                    <a:p>
                      <a:pPr algn="l">
                        <a:buNone/>
                      </a:pPr>
                      <a:r>
                        <a:rPr lang="en-US" sz="950">
                          <a:solidFill>
                            <a:srgbClr val="5C5C5C"/>
                          </a:solidFill>
                        </a:rPr>
                        <a:t>Joint or back pain? Your Care Advocate is here</a:t>
                      </a:r>
                    </a:p>
                  </a:txBody>
                  <a:tcPr>
                    <a:lnT w="12700" cap="flat" cmpd="sng" algn="ctr">
                      <a:solidFill>
                        <a:schemeClr val="tx1"/>
                      </a:solidFill>
                      <a:prstDash val="solid"/>
                      <a:round/>
                      <a:headEnd type="none" w="med" len="med"/>
                      <a:tailEnd type="none" w="med" len="med"/>
                    </a:lnT>
                    <a:solidFill>
                      <a:srgbClr val="F7F7F5"/>
                    </a:solidFill>
                  </a:tcPr>
                </a:tc>
                <a:tc>
                  <a:txBody>
                    <a:bodyPr/>
                    <a:lstStyle/>
                    <a:p>
                      <a:pPr algn="ctr">
                        <a:buNone/>
                      </a:pPr>
                      <a:r>
                        <a:rPr lang="en-US" sz="950">
                          <a:solidFill>
                            <a:srgbClr val="5C5C5C"/>
                          </a:solidFill>
                        </a:rPr>
                        <a:t>42,949</a:t>
                      </a:r>
                    </a:p>
                  </a:txBody>
                  <a:tcPr>
                    <a:lnT w="12700" cap="flat" cmpd="sng" algn="ctr">
                      <a:solidFill>
                        <a:schemeClr val="tx1"/>
                      </a:solidFill>
                      <a:prstDash val="solid"/>
                      <a:round/>
                      <a:headEnd type="none" w="med" len="med"/>
                      <a:tailEnd type="none" w="med" len="med"/>
                    </a:lnT>
                    <a:solidFill>
                      <a:srgbClr val="F7F7F5"/>
                    </a:solidFill>
                  </a:tcPr>
                </a:tc>
                <a:tc>
                  <a:txBody>
                    <a:bodyPr/>
                    <a:lstStyle/>
                    <a:p>
                      <a:pPr algn="ctr">
                        <a:buNone/>
                      </a:pPr>
                      <a:r>
                        <a:rPr lang="en-US" sz="950">
                          <a:solidFill>
                            <a:srgbClr val="5C5C5C"/>
                          </a:solidFill>
                        </a:rPr>
                        <a:t>6,932</a:t>
                      </a:r>
                    </a:p>
                  </a:txBody>
                  <a:tcPr>
                    <a:lnT w="12700" cap="flat" cmpd="sng" algn="ctr">
                      <a:solidFill>
                        <a:schemeClr val="tx1"/>
                      </a:solidFill>
                      <a:prstDash val="solid"/>
                      <a:round/>
                      <a:headEnd type="none" w="med" len="med"/>
                      <a:tailEnd type="none" w="med" len="med"/>
                    </a:lnT>
                    <a:solidFill>
                      <a:srgbClr val="F7F7F5"/>
                    </a:solidFill>
                  </a:tcPr>
                </a:tc>
                <a:tc>
                  <a:txBody>
                    <a:bodyPr/>
                    <a:lstStyle/>
                    <a:p>
                      <a:pPr algn="ctr">
                        <a:buNone/>
                      </a:pPr>
                      <a:r>
                        <a:rPr lang="en-US" sz="950">
                          <a:solidFill>
                            <a:srgbClr val="5C5C5C"/>
                          </a:solidFill>
                        </a:rPr>
                        <a:t>16.14%</a:t>
                      </a:r>
                    </a:p>
                  </a:txBody>
                  <a:tcPr>
                    <a:lnT w="12700" cap="flat" cmpd="sng" algn="ctr">
                      <a:solidFill>
                        <a:schemeClr val="tx1"/>
                      </a:solidFill>
                      <a:prstDash val="solid"/>
                      <a:round/>
                      <a:headEnd type="none" w="med" len="med"/>
                      <a:tailEnd type="none" w="med" len="med"/>
                    </a:lnT>
                    <a:solidFill>
                      <a:srgbClr val="F7F7F5"/>
                    </a:solidFill>
                  </a:tcPr>
                </a:tc>
                <a:tc>
                  <a:txBody>
                    <a:bodyPr/>
                    <a:lstStyle/>
                    <a:p>
                      <a:pPr algn="ctr">
                        <a:buNone/>
                      </a:pPr>
                      <a:r>
                        <a:rPr lang="en-US" sz="950">
                          <a:solidFill>
                            <a:srgbClr val="9A9A9A"/>
                          </a:solidFill>
                        </a:rPr>
                        <a:t>Control</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7F7F5"/>
                    </a:solidFill>
                  </a:tcPr>
                </a:tc>
                <a:extLst>
                  <a:ext uri="{0D108BD9-81ED-4DB2-BD59-A6C34878D82A}">
                    <a16:rowId xmlns:a16="http://schemas.microsoft.com/office/drawing/2014/main" val="10007"/>
                  </a:ext>
                </a:extLst>
              </a:tr>
              <a:tr h="304800">
                <a:tc>
                  <a:txBody>
                    <a:bodyPr/>
                    <a:lstStyle/>
                    <a:p>
                      <a:pPr algn="ctr">
                        <a:buNone/>
                      </a:pPr>
                      <a:r>
                        <a:rPr lang="en-US" sz="950" b="1">
                          <a:solidFill>
                            <a:srgbClr val="005041"/>
                          </a:solidFill>
                        </a:rPr>
                        <a:t>MSK 1.3 ▲</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EDF6F3"/>
                    </a:solidFill>
                  </a:tcPr>
                </a:tc>
                <a:tc>
                  <a:txBody>
                    <a:bodyPr/>
                    <a:lstStyle/>
                    <a:p>
                      <a:pPr algn="l">
                        <a:buNone/>
                      </a:pPr>
                      <a:r>
                        <a:rPr lang="en-US" sz="950">
                          <a:solidFill>
                            <a:srgbClr val="301E04"/>
                          </a:solidFill>
                        </a:rPr>
                        <a:t>⏰ Back &amp; Joint Relief Awaits – Call Lantern Today!</a:t>
                      </a:r>
                    </a:p>
                  </a:txBody>
                  <a:tcPr>
                    <a:lnB w="12700" cap="flat" cmpd="sng" algn="ctr">
                      <a:solidFill>
                        <a:schemeClr val="tx1"/>
                      </a:solidFill>
                      <a:prstDash val="solid"/>
                      <a:round/>
                      <a:headEnd type="none" w="med" len="med"/>
                      <a:tailEnd type="none" w="med" len="med"/>
                    </a:lnB>
                    <a:solidFill>
                      <a:srgbClr val="EDF6F3"/>
                    </a:solidFill>
                  </a:tcPr>
                </a:tc>
                <a:tc>
                  <a:txBody>
                    <a:bodyPr/>
                    <a:lstStyle/>
                    <a:p>
                      <a:pPr algn="ctr">
                        <a:buNone/>
                      </a:pPr>
                      <a:r>
                        <a:rPr lang="en-US" sz="950">
                          <a:solidFill>
                            <a:srgbClr val="301E04"/>
                          </a:solidFill>
                        </a:rPr>
                        <a:t>43,358</a:t>
                      </a:r>
                    </a:p>
                  </a:txBody>
                  <a:tcPr>
                    <a:lnB w="12700" cap="flat" cmpd="sng" algn="ctr">
                      <a:solidFill>
                        <a:schemeClr val="tx1"/>
                      </a:solidFill>
                      <a:prstDash val="solid"/>
                      <a:round/>
                      <a:headEnd type="none" w="med" len="med"/>
                      <a:tailEnd type="none" w="med" len="med"/>
                    </a:lnB>
                    <a:solidFill>
                      <a:srgbClr val="EDF6F3"/>
                    </a:solidFill>
                  </a:tcPr>
                </a:tc>
                <a:tc>
                  <a:txBody>
                    <a:bodyPr/>
                    <a:lstStyle/>
                    <a:p>
                      <a:pPr algn="ctr">
                        <a:buNone/>
                      </a:pPr>
                      <a:r>
                        <a:rPr lang="en-US" sz="950">
                          <a:solidFill>
                            <a:srgbClr val="301E04"/>
                          </a:solidFill>
                        </a:rPr>
                        <a:t>7,148</a:t>
                      </a:r>
                    </a:p>
                  </a:txBody>
                  <a:tcPr>
                    <a:lnB w="12700" cap="flat" cmpd="sng" algn="ctr">
                      <a:solidFill>
                        <a:schemeClr val="tx1"/>
                      </a:solidFill>
                      <a:prstDash val="solid"/>
                      <a:round/>
                      <a:headEnd type="none" w="med" len="med"/>
                      <a:tailEnd type="none" w="med" len="med"/>
                    </a:lnB>
                    <a:solidFill>
                      <a:srgbClr val="EDF6F3"/>
                    </a:solidFill>
                  </a:tcPr>
                </a:tc>
                <a:tc>
                  <a:txBody>
                    <a:bodyPr/>
                    <a:lstStyle/>
                    <a:p>
                      <a:pPr algn="ctr">
                        <a:buNone/>
                      </a:pPr>
                      <a:r>
                        <a:rPr lang="en-US" sz="950" b="1">
                          <a:solidFill>
                            <a:srgbClr val="005041"/>
                          </a:solidFill>
                        </a:rPr>
                        <a:t>16.49%</a:t>
                      </a:r>
                    </a:p>
                  </a:txBody>
                  <a:tcPr>
                    <a:lnB w="12700" cap="flat" cmpd="sng" algn="ctr">
                      <a:solidFill>
                        <a:schemeClr val="tx1"/>
                      </a:solidFill>
                      <a:prstDash val="solid"/>
                      <a:round/>
                      <a:headEnd type="none" w="med" len="med"/>
                      <a:tailEnd type="none" w="med" len="med"/>
                    </a:lnB>
                    <a:solidFill>
                      <a:srgbClr val="D6EFE9"/>
                    </a:solidFill>
                  </a:tcPr>
                </a:tc>
                <a:tc>
                  <a:txBody>
                    <a:bodyPr/>
                    <a:lstStyle/>
                    <a:p>
                      <a:pPr algn="ctr">
                        <a:buNone/>
                      </a:pPr>
                      <a:r>
                        <a:rPr lang="en-US" sz="950" b="1">
                          <a:solidFill>
                            <a:srgbClr val="FFFFFF"/>
                          </a:solidFill>
                        </a:rPr>
                        <a:t>+0.35pp (+2.2%)</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6947"/>
                    </a:solidFill>
                  </a:tcPr>
                </a:tc>
                <a:extLst>
                  <a:ext uri="{0D108BD9-81ED-4DB2-BD59-A6C34878D82A}">
                    <a16:rowId xmlns:a16="http://schemas.microsoft.com/office/drawing/2014/main" val="10008"/>
                  </a:ext>
                </a:extLst>
              </a:tr>
              <a:tr h="0">
                <a:tc>
                  <a:txBody>
                    <a:bodyPr/>
                    <a:lstStyle/>
                    <a:p>
                      <a:pPr>
                        <a:buNone/>
                      </a:pPr>
                      <a:endParaRPr lang="en-US" sz="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endParaRPr lang="en-US" sz="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endParaRPr lang="en-US" sz="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endParaRPr lang="en-US" sz="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endParaRPr lang="en-US" sz="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endParaRPr lang="en-US" sz="8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04800">
                <a:tc>
                  <a:txBody>
                    <a:bodyPr/>
                    <a:lstStyle/>
                    <a:p>
                      <a:pPr algn="ctr">
                        <a:buNone/>
                      </a:pPr>
                      <a:r>
                        <a:rPr lang="en-US" sz="950">
                          <a:solidFill>
                            <a:srgbClr val="5C5C5C"/>
                          </a:solidFill>
                        </a:rPr>
                        <a:t>MSK 2.2</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F7F7F5"/>
                    </a:solidFill>
                  </a:tcPr>
                </a:tc>
                <a:tc>
                  <a:txBody>
                    <a:bodyPr/>
                    <a:lstStyle/>
                    <a:p>
                      <a:pPr algn="l">
                        <a:buNone/>
                      </a:pPr>
                      <a:r>
                        <a:rPr lang="en-US" sz="950">
                          <a:solidFill>
                            <a:srgbClr val="5C5C5C"/>
                          </a:solidFill>
                        </a:rPr>
                        <a:t>Pay little-to-no cost for excellent care</a:t>
                      </a:r>
                    </a:p>
                  </a:txBody>
                  <a:tcPr>
                    <a:lnT w="12700" cap="flat" cmpd="sng" algn="ctr">
                      <a:solidFill>
                        <a:schemeClr val="tx1"/>
                      </a:solidFill>
                      <a:prstDash val="solid"/>
                      <a:round/>
                      <a:headEnd type="none" w="med" len="med"/>
                      <a:tailEnd type="none" w="med" len="med"/>
                    </a:lnT>
                    <a:solidFill>
                      <a:srgbClr val="F7F7F5"/>
                    </a:solidFill>
                  </a:tcPr>
                </a:tc>
                <a:tc>
                  <a:txBody>
                    <a:bodyPr/>
                    <a:lstStyle/>
                    <a:p>
                      <a:pPr algn="ctr">
                        <a:buNone/>
                      </a:pPr>
                      <a:r>
                        <a:rPr lang="en-US" sz="950">
                          <a:solidFill>
                            <a:srgbClr val="5C5C5C"/>
                          </a:solidFill>
                        </a:rPr>
                        <a:t>27,968</a:t>
                      </a:r>
                    </a:p>
                  </a:txBody>
                  <a:tcPr>
                    <a:lnT w="12700" cap="flat" cmpd="sng" algn="ctr">
                      <a:solidFill>
                        <a:schemeClr val="tx1"/>
                      </a:solidFill>
                      <a:prstDash val="solid"/>
                      <a:round/>
                      <a:headEnd type="none" w="med" len="med"/>
                      <a:tailEnd type="none" w="med" len="med"/>
                    </a:lnT>
                    <a:solidFill>
                      <a:srgbClr val="F7F7F5"/>
                    </a:solidFill>
                  </a:tcPr>
                </a:tc>
                <a:tc>
                  <a:txBody>
                    <a:bodyPr/>
                    <a:lstStyle/>
                    <a:p>
                      <a:pPr algn="ctr">
                        <a:buNone/>
                      </a:pPr>
                      <a:r>
                        <a:rPr lang="en-US" sz="950">
                          <a:solidFill>
                            <a:srgbClr val="5C5C5C"/>
                          </a:solidFill>
                        </a:rPr>
                        <a:t>5,266</a:t>
                      </a:r>
                    </a:p>
                  </a:txBody>
                  <a:tcPr>
                    <a:lnT w="12700" cap="flat" cmpd="sng" algn="ctr">
                      <a:solidFill>
                        <a:schemeClr val="tx1"/>
                      </a:solidFill>
                      <a:prstDash val="solid"/>
                      <a:round/>
                      <a:headEnd type="none" w="med" len="med"/>
                      <a:tailEnd type="none" w="med" len="med"/>
                    </a:lnT>
                    <a:solidFill>
                      <a:srgbClr val="F7F7F5"/>
                    </a:solidFill>
                  </a:tcPr>
                </a:tc>
                <a:tc>
                  <a:txBody>
                    <a:bodyPr/>
                    <a:lstStyle/>
                    <a:p>
                      <a:pPr algn="ctr">
                        <a:buNone/>
                      </a:pPr>
                      <a:r>
                        <a:rPr lang="en-US" sz="950">
                          <a:solidFill>
                            <a:srgbClr val="5C5C5C"/>
                          </a:solidFill>
                        </a:rPr>
                        <a:t>18.83%</a:t>
                      </a:r>
                    </a:p>
                  </a:txBody>
                  <a:tcPr>
                    <a:lnT w="12700" cap="flat" cmpd="sng" algn="ctr">
                      <a:solidFill>
                        <a:schemeClr val="tx1"/>
                      </a:solidFill>
                      <a:prstDash val="solid"/>
                      <a:round/>
                      <a:headEnd type="none" w="med" len="med"/>
                      <a:tailEnd type="none" w="med" len="med"/>
                    </a:lnT>
                    <a:solidFill>
                      <a:srgbClr val="F7F7F5"/>
                    </a:solidFill>
                  </a:tcPr>
                </a:tc>
                <a:tc>
                  <a:txBody>
                    <a:bodyPr/>
                    <a:lstStyle/>
                    <a:p>
                      <a:pPr algn="ctr">
                        <a:buNone/>
                      </a:pPr>
                      <a:r>
                        <a:rPr lang="en-US" sz="950">
                          <a:solidFill>
                            <a:srgbClr val="9A9A9A"/>
                          </a:solidFill>
                        </a:rPr>
                        <a:t>Control</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7F7F5"/>
                    </a:solidFill>
                  </a:tcPr>
                </a:tc>
                <a:extLst>
                  <a:ext uri="{0D108BD9-81ED-4DB2-BD59-A6C34878D82A}">
                    <a16:rowId xmlns:a16="http://schemas.microsoft.com/office/drawing/2014/main" val="10010"/>
                  </a:ext>
                </a:extLst>
              </a:tr>
              <a:tr h="304800">
                <a:tc>
                  <a:txBody>
                    <a:bodyPr/>
                    <a:lstStyle/>
                    <a:p>
                      <a:pPr algn="ctr">
                        <a:buNone/>
                      </a:pPr>
                      <a:r>
                        <a:rPr lang="en-US" sz="950" b="1">
                          <a:solidFill>
                            <a:srgbClr val="005041"/>
                          </a:solidFill>
                        </a:rPr>
                        <a:t>MSK 1.3 ▲</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EDF6F3"/>
                    </a:solidFill>
                  </a:tcPr>
                </a:tc>
                <a:tc>
                  <a:txBody>
                    <a:bodyPr/>
                    <a:lstStyle/>
                    <a:p>
                      <a:pPr algn="l">
                        <a:buNone/>
                      </a:pPr>
                      <a:r>
                        <a:rPr lang="en-US" sz="950">
                          <a:solidFill>
                            <a:srgbClr val="301E04"/>
                          </a:solidFill>
                        </a:rPr>
                        <a:t>[First Name], Pay $0 for excellent care</a:t>
                      </a:r>
                    </a:p>
                  </a:txBody>
                  <a:tcPr>
                    <a:lnB w="12700" cap="flat" cmpd="sng" algn="ctr">
                      <a:solidFill>
                        <a:schemeClr val="tx1"/>
                      </a:solidFill>
                      <a:prstDash val="solid"/>
                      <a:round/>
                      <a:headEnd type="none" w="med" len="med"/>
                      <a:tailEnd type="none" w="med" len="med"/>
                    </a:lnB>
                    <a:solidFill>
                      <a:srgbClr val="EDF6F3"/>
                    </a:solidFill>
                  </a:tcPr>
                </a:tc>
                <a:tc>
                  <a:txBody>
                    <a:bodyPr/>
                    <a:lstStyle/>
                    <a:p>
                      <a:pPr algn="ctr">
                        <a:buNone/>
                      </a:pPr>
                      <a:r>
                        <a:rPr lang="en-US" sz="950">
                          <a:solidFill>
                            <a:srgbClr val="301E04"/>
                          </a:solidFill>
                        </a:rPr>
                        <a:t>28,003</a:t>
                      </a:r>
                    </a:p>
                  </a:txBody>
                  <a:tcPr>
                    <a:lnB w="12700" cap="flat" cmpd="sng" algn="ctr">
                      <a:solidFill>
                        <a:schemeClr val="tx1"/>
                      </a:solidFill>
                      <a:prstDash val="solid"/>
                      <a:round/>
                      <a:headEnd type="none" w="med" len="med"/>
                      <a:tailEnd type="none" w="med" len="med"/>
                    </a:lnB>
                    <a:solidFill>
                      <a:srgbClr val="EDF6F3"/>
                    </a:solidFill>
                  </a:tcPr>
                </a:tc>
                <a:tc>
                  <a:txBody>
                    <a:bodyPr/>
                    <a:lstStyle/>
                    <a:p>
                      <a:pPr algn="ctr">
                        <a:buNone/>
                      </a:pPr>
                      <a:r>
                        <a:rPr lang="en-US" sz="950">
                          <a:solidFill>
                            <a:srgbClr val="301E04"/>
                          </a:solidFill>
                        </a:rPr>
                        <a:t>5,432</a:t>
                      </a:r>
                    </a:p>
                  </a:txBody>
                  <a:tcPr>
                    <a:lnB w="12700" cap="flat" cmpd="sng" algn="ctr">
                      <a:solidFill>
                        <a:schemeClr val="tx1"/>
                      </a:solidFill>
                      <a:prstDash val="solid"/>
                      <a:round/>
                      <a:headEnd type="none" w="med" len="med"/>
                      <a:tailEnd type="none" w="med" len="med"/>
                    </a:lnB>
                    <a:solidFill>
                      <a:srgbClr val="EDF6F3"/>
                    </a:solidFill>
                  </a:tcPr>
                </a:tc>
                <a:tc>
                  <a:txBody>
                    <a:bodyPr/>
                    <a:lstStyle/>
                    <a:p>
                      <a:pPr algn="ctr">
                        <a:buNone/>
                      </a:pPr>
                      <a:r>
                        <a:rPr lang="en-US" sz="950" b="1">
                          <a:solidFill>
                            <a:srgbClr val="005041"/>
                          </a:solidFill>
                        </a:rPr>
                        <a:t>19.40%</a:t>
                      </a:r>
                    </a:p>
                  </a:txBody>
                  <a:tcPr>
                    <a:lnB w="12700" cap="flat" cmpd="sng" algn="ctr">
                      <a:solidFill>
                        <a:schemeClr val="tx1"/>
                      </a:solidFill>
                      <a:prstDash val="solid"/>
                      <a:round/>
                      <a:headEnd type="none" w="med" len="med"/>
                      <a:tailEnd type="none" w="med" len="med"/>
                    </a:lnB>
                    <a:solidFill>
                      <a:srgbClr val="D6EFE9"/>
                    </a:solidFill>
                  </a:tcPr>
                </a:tc>
                <a:tc>
                  <a:txBody>
                    <a:bodyPr/>
                    <a:lstStyle/>
                    <a:p>
                      <a:pPr algn="ctr">
                        <a:buNone/>
                      </a:pPr>
                      <a:r>
                        <a:rPr lang="en-US" sz="950" b="1">
                          <a:solidFill>
                            <a:srgbClr val="FFFFFF"/>
                          </a:solidFill>
                        </a:rPr>
                        <a:t>+0.57pp (+3.0%)</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6947"/>
                    </a:solidFill>
                  </a:tcPr>
                </a:tc>
                <a:extLst>
                  <a:ext uri="{0D108BD9-81ED-4DB2-BD59-A6C34878D82A}">
                    <a16:rowId xmlns:a16="http://schemas.microsoft.com/office/drawing/2014/main" val="10011"/>
                  </a:ext>
                </a:extLst>
              </a:tr>
            </a:tbl>
          </a:graphicData>
        </a:graphic>
      </p:graphicFrame>
      <p:sp>
        <p:nvSpPr>
          <p:cNvPr id="40" name="Card1"/>
          <p:cNvSpPr>
            <a:spLocks noGrp="1"/>
          </p:cNvSpPr>
          <p:nvPr/>
        </p:nvSpPr>
        <p:spPr>
          <a:xfrm>
            <a:off x="431800" y="4873625"/>
            <a:ext cx="3568700" cy="1270000"/>
          </a:xfrm>
          <a:prstGeom prst="roundRect">
            <a:avLst/>
          </a:prstGeom>
          <a:solidFill>
            <a:srgbClr val="005041"/>
          </a:solidFill>
          <a:ln>
            <a:noFill/>
          </a:ln>
        </p:spPr>
        <p:txBody>
          <a:bodyPr wrap="square" lIns="127000" tIns="101600" rIns="127000" bIns="101600" anchor="ctr"/>
          <a:lstStyle/>
          <a:p>
            <a:pPr algn="ctr">
              <a:buNone/>
            </a:pPr>
            <a:r>
              <a:rPr lang="en-US" sz="900">
                <a:solidFill>
                  <a:srgbClr val="9ECFC4"/>
                </a:solidFill>
              </a:rPr>
              <a:t>PERSONALIZATION</a:t>
            </a:r>
          </a:p>
          <a:p>
            <a:pPr algn="ctr">
              <a:buNone/>
            </a:pPr>
            <a:r>
              <a:rPr lang="en-US" sz="1600" b="1">
                <a:solidFill>
                  <a:srgbClr val="FFFFFF"/>
                </a:solidFill>
              </a:rPr>
              <a:t>3 of 4 tests</a:t>
            </a:r>
          </a:p>
          <a:p>
            <a:pPr algn="ctr">
              <a:buNone/>
            </a:pPr>
            <a:r>
              <a:rPr lang="en-US" sz="900">
                <a:solidFill>
                  <a:srgbClr val="C8E6DE"/>
                </a:solidFill>
              </a:rPr>
              <a:t>used first name in subject line</a:t>
            </a:r>
          </a:p>
        </p:txBody>
      </p:sp>
      <p:sp>
        <p:nvSpPr>
          <p:cNvPr id="41" name="Card2"/>
          <p:cNvSpPr>
            <a:spLocks noGrp="1"/>
          </p:cNvSpPr>
          <p:nvPr/>
        </p:nvSpPr>
        <p:spPr>
          <a:xfrm>
            <a:off x="4203700" y="4873625"/>
            <a:ext cx="3568700" cy="1270000"/>
          </a:xfrm>
          <a:prstGeom prst="roundRect">
            <a:avLst/>
          </a:prstGeom>
          <a:solidFill>
            <a:srgbClr val="FF6947"/>
          </a:solidFill>
          <a:ln>
            <a:noFill/>
          </a:ln>
        </p:spPr>
        <p:txBody>
          <a:bodyPr wrap="square" lIns="127000" tIns="101600" rIns="127000" bIns="101600" anchor="ctr"/>
          <a:lstStyle/>
          <a:p>
            <a:pPr algn="ctr">
              <a:buNone/>
            </a:pPr>
            <a:r>
              <a:rPr lang="en-US" sz="900">
                <a:solidFill>
                  <a:srgbClr val="FFE0D8"/>
                </a:solidFill>
              </a:rPr>
              <a:t>AVG. OPEN RATE LIFT</a:t>
            </a:r>
          </a:p>
          <a:p>
            <a:pPr algn="ctr">
              <a:buNone/>
            </a:pPr>
            <a:r>
              <a:rPr lang="en-US" sz="1600" b="1">
                <a:solidFill>
                  <a:srgbClr val="FFFFFF"/>
                </a:solidFill>
              </a:rPr>
              <a:t>+0.65pp</a:t>
            </a:r>
          </a:p>
          <a:p>
            <a:pPr algn="ctr">
              <a:buNone/>
            </a:pPr>
            <a:r>
              <a:rPr lang="en-US" sz="900">
                <a:solidFill>
                  <a:srgbClr val="FFE0D8"/>
                </a:solidFill>
              </a:rPr>
              <a:t>avg. across all 4 campaigns</a:t>
            </a:r>
          </a:p>
        </p:txBody>
      </p:sp>
      <p:sp>
        <p:nvSpPr>
          <p:cNvPr id="42" name="Card3"/>
          <p:cNvSpPr>
            <a:spLocks noGrp="1"/>
          </p:cNvSpPr>
          <p:nvPr/>
        </p:nvSpPr>
        <p:spPr>
          <a:xfrm>
            <a:off x="7975600" y="4873625"/>
            <a:ext cx="3568700" cy="1270000"/>
          </a:xfrm>
          <a:prstGeom prst="roundRect">
            <a:avLst/>
          </a:prstGeom>
          <a:solidFill>
            <a:srgbClr val="301E04"/>
          </a:solidFill>
          <a:ln>
            <a:noFill/>
          </a:ln>
        </p:spPr>
        <p:txBody>
          <a:bodyPr wrap="square" lIns="127000" tIns="101600" rIns="127000" bIns="101600" anchor="ctr"/>
          <a:lstStyle/>
          <a:p>
            <a:pPr algn="ctr">
              <a:buNone/>
            </a:pPr>
            <a:r>
              <a:rPr lang="en-US" sz="900">
                <a:solidFill>
                  <a:srgbClr val="9A8A7A"/>
                </a:solidFill>
              </a:rPr>
              <a:t>TOP PERFORMER</a:t>
            </a:r>
          </a:p>
          <a:p>
            <a:pPr algn="ctr">
              <a:buNone/>
            </a:pPr>
            <a:r>
              <a:rPr lang="en-US" sz="1600" b="1">
                <a:solidFill>
                  <a:srgbClr val="FFFFFF"/>
                </a:solidFill>
              </a:rPr>
              <a:t>BAR 1.3 · +3.8%</a:t>
            </a:r>
          </a:p>
          <a:p>
            <a:pPr algn="ctr">
              <a:buNone/>
            </a:pPr>
            <a:r>
              <a:rPr lang="en-US" sz="900">
                <a:solidFill>
                  <a:srgbClr val="9A8A7A"/>
                </a:solidFill>
              </a:rPr>
              <a:t>first name lift: 36.39% → 37.78%</a:t>
            </a:r>
          </a:p>
        </p:txBody>
      </p:sp>
      <p:sp>
        <p:nvSpPr>
          <p:cNvPr id="50" name="BottomBar"/>
          <p:cNvSpPr>
            <a:spLocks noGrp="1"/>
          </p:cNvSpPr>
          <p:nvPr/>
        </p:nvSpPr>
        <p:spPr>
          <a:xfrm>
            <a:off x="0" y="6350000"/>
            <a:ext cx="12192000" cy="508000"/>
          </a:xfrm>
          <a:prstGeom prst="rect">
            <a:avLst/>
          </a:prstGeom>
          <a:solidFill>
            <a:srgbClr val="005041"/>
          </a:solidFill>
          <a:ln>
            <a:noFill/>
          </a:ln>
        </p:spPr>
        <p:txBody>
          <a:bodyPr wrap="square" lIns="457200" tIns="76200" rIns="457200" bIns="76200" anchor="ctr"/>
          <a:lstStyle/>
          <a:p>
            <a:pPr algn="ctr">
              <a:buNone/>
            </a:pPr>
            <a:r>
              <a:rPr lang="en-US" sz="1000">
                <a:solidFill>
                  <a:srgbClr val="FFFFFF"/>
                </a:solidFill>
              </a:rPr>
              <a:t>All 4 variants outperformed control  ·  </a:t>
            </a:r>
            <a:r>
              <a:rPr lang="en-US" sz="1000" b="1">
                <a:solidFill>
                  <a:srgbClr val="FF6947"/>
                </a:solidFill>
              </a:rPr>
              <a:t>First-name personalization</a:t>
            </a:r>
            <a:r>
              <a:rPr lang="en-US" sz="1000">
                <a:solidFill>
                  <a:srgbClr val="FFFFFF"/>
                </a:solidFill>
              </a:rPr>
              <a:t> and </a:t>
            </a:r>
            <a:r>
              <a:rPr lang="en-US" sz="1000" b="1">
                <a:solidFill>
                  <a:srgbClr val="FF6947"/>
                </a:solidFill>
              </a:rPr>
              <a:t>urgency framing</a:t>
            </a:r>
            <a:r>
              <a:rPr lang="en-US" sz="1000">
                <a:solidFill>
                  <a:srgbClr val="FFFFFF"/>
                </a:solidFill>
              </a:rPr>
              <a:t> are clear drivers of engagement</a:t>
            </a:r>
          </a:p>
        </p:txBody>
      </p:sp>
      <p:sp>
        <p:nvSpPr>
          <p:cNvPr id="3" name="TextBox 2">
            <a:extLst>
              <a:ext uri="{FF2B5EF4-FFF2-40B4-BE49-F238E27FC236}">
                <a16:creationId xmlns:a16="http://schemas.microsoft.com/office/drawing/2014/main" id="{9204DBD1-5B1C-2592-DA8F-658F71E180F5}"/>
              </a:ext>
            </a:extLst>
          </p:cNvPr>
          <p:cNvSpPr txBox="1"/>
          <p:nvPr/>
        </p:nvSpPr>
        <p:spPr>
          <a:xfrm>
            <a:off x="10362810" y="907534"/>
            <a:ext cx="1377950" cy="323165"/>
          </a:xfrm>
          <a:prstGeom prst="rect">
            <a:avLst/>
          </a:prstGeom>
          <a:noFill/>
        </p:spPr>
        <p:txBody>
          <a:bodyPr wrap="square">
            <a:spAutoFit/>
          </a:bodyPr>
          <a:lstStyle/>
          <a:p>
            <a:r>
              <a:rPr lang="en-US" sz="1500" b="1">
                <a:solidFill>
                  <a:srgbClr val="005041"/>
                </a:solidFill>
              </a:rPr>
              <a:t>▲ = Variant</a:t>
            </a:r>
            <a:endParaRPr lang="en-US" sz="1500"/>
          </a:p>
        </p:txBody>
      </p:sp>
    </p:spTree>
    <p:extLst>
      <p:ext uri="{BB962C8B-B14F-4D97-AF65-F5344CB8AC3E}">
        <p14:creationId xmlns:p14="http://schemas.microsoft.com/office/powerpoint/2010/main" val="27584984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569A6-4804-C242-6EA6-962E2E9AA5F4}"/>
            </a:ext>
          </a:extLst>
        </p:cNvPr>
        <p:cNvGrpSpPr/>
        <p:nvPr/>
      </p:nvGrpSpPr>
      <p:grpSpPr>
        <a:xfrm>
          <a:off x="0" y="0"/>
          <a:ext cx="0" cy="0"/>
          <a:chOff x="0" y="0"/>
          <a:chExt cx="0" cy="0"/>
        </a:xfrm>
      </p:grpSpPr>
      <p:sp>
        <p:nvSpPr>
          <p:cNvPr id="100" name="TitleBar"/>
          <p:cNvSpPr>
            <a:spLocks noGrp="1"/>
          </p:cNvSpPr>
          <p:nvPr/>
        </p:nvSpPr>
        <p:spPr>
          <a:xfrm>
            <a:off x="0" y="152399"/>
            <a:ext cx="12192000" cy="477071"/>
          </a:xfrm>
          <a:prstGeom prst="rect">
            <a:avLst/>
          </a:prstGeom>
          <a:solidFill>
            <a:srgbClr val="301E04"/>
          </a:solidFill>
          <a:ln>
            <a:noFill/>
          </a:ln>
        </p:spPr>
        <p:txBody>
          <a:bodyPr vert="horz" lIns="91440" tIns="45720" rIns="91440" bIns="45720" anchor="ctr" anchorCtr="1"/>
          <a:lstStyle/>
          <a:p>
            <a:pPr>
              <a:buNone/>
            </a:pPr>
            <a:r>
              <a:rPr lang="en-US" sz="1800" b="1">
                <a:solidFill>
                  <a:srgbClr val="FFFFFF"/>
                </a:solidFill>
              </a:rPr>
              <a:t>Winsupply: Magnet Mailer Performance Summary</a:t>
            </a:r>
          </a:p>
        </p:txBody>
      </p:sp>
      <p:sp>
        <p:nvSpPr>
          <p:cNvPr id="101" name="AccentLine"/>
          <p:cNvSpPr>
            <a:spLocks noGrp="1"/>
          </p:cNvSpPr>
          <p:nvPr/>
        </p:nvSpPr>
        <p:spPr>
          <a:xfrm>
            <a:off x="0" y="629471"/>
            <a:ext cx="12192000" cy="38100"/>
          </a:xfrm>
          <a:prstGeom prst="rect">
            <a:avLst/>
          </a:prstGeom>
          <a:solidFill>
            <a:srgbClr val="FF6947"/>
          </a:solidFill>
          <a:ln>
            <a:noFill/>
          </a:ln>
        </p:spPr>
        <p:txBody>
          <a:bodyPr vert="horz" lIns="91440" tIns="45720" rIns="91440" bIns="45720" anchor="ctr" anchorCtr="1"/>
          <a:lstStyle/>
          <a:p>
            <a:pPr>
              <a:buNone/>
            </a:pPr>
            <a:r>
              <a:rPr lang="en-US" sz="100"/>
              <a:t> </a:t>
            </a:r>
          </a:p>
        </p:txBody>
      </p:sp>
      <p:sp>
        <p:nvSpPr>
          <p:cNvPr id="200" name="Sec1Header"/>
          <p:cNvSpPr>
            <a:spLocks noGrp="1"/>
          </p:cNvSpPr>
          <p:nvPr/>
        </p:nvSpPr>
        <p:spPr>
          <a:xfrm>
            <a:off x="0" y="1093877"/>
            <a:ext cx="12192000" cy="254000"/>
          </a:xfrm>
          <a:prstGeom prst="rect">
            <a:avLst/>
          </a:prstGeom>
          <a:solidFill>
            <a:srgbClr val="005041"/>
          </a:solidFill>
          <a:ln>
            <a:noFill/>
          </a:ln>
        </p:spPr>
        <p:txBody>
          <a:bodyPr vert="horz" lIns="91440" tIns="45720" rIns="91440" bIns="45720" anchor="ctr" anchorCtr="1"/>
          <a:lstStyle/>
          <a:p>
            <a:pPr algn="ctr">
              <a:buNone/>
            </a:pPr>
            <a:r>
              <a:rPr lang="en-US" sz="1100" b="1">
                <a:solidFill>
                  <a:srgbClr val="FFFFFF"/>
                </a:solidFill>
              </a:rPr>
              <a:t>CAMPAIGN OVERVIEW  |  DEPLOYED APRIL 25, 2026</a:t>
            </a:r>
          </a:p>
        </p:txBody>
      </p:sp>
      <p:sp>
        <p:nvSpPr>
          <p:cNvPr id="210" name="MetricsBg"/>
          <p:cNvSpPr>
            <a:spLocks noGrp="1"/>
          </p:cNvSpPr>
          <p:nvPr/>
        </p:nvSpPr>
        <p:spPr>
          <a:xfrm>
            <a:off x="0" y="1347877"/>
            <a:ext cx="12192000" cy="685800"/>
          </a:xfrm>
          <a:prstGeom prst="rect">
            <a:avLst/>
          </a:prstGeom>
          <a:solidFill>
            <a:srgbClr val="FEF8E8"/>
          </a:solidFill>
          <a:ln>
            <a:noFill/>
          </a:ln>
        </p:spPr>
        <p:txBody>
          <a:bodyPr vert="horz" lIns="91440" tIns="45720" rIns="91440" bIns="45720" anchor="ctr" anchorCtr="1"/>
          <a:lstStyle/>
          <a:p>
            <a:pPr>
              <a:buNone/>
            </a:pPr>
            <a:r>
              <a:rPr lang="en-US" sz="100"/>
              <a:t> </a:t>
            </a:r>
          </a:p>
        </p:txBody>
      </p:sp>
      <p:sp>
        <p:nvSpPr>
          <p:cNvPr id="300" name="KPI_0"/>
          <p:cNvSpPr>
            <a:spLocks noGrp="1"/>
          </p:cNvSpPr>
          <p:nvPr/>
        </p:nvSpPr>
        <p:spPr>
          <a:xfrm>
            <a:off x="1524000" y="1411377"/>
            <a:ext cx="2286000" cy="533400"/>
          </a:xfrm>
          <a:prstGeom prst="rect">
            <a:avLst/>
          </a:prstGeom>
          <a:solidFill>
            <a:srgbClr val="FFFFFF"/>
          </a:solidFill>
          <a:ln>
            <a:noFill/>
          </a:ln>
        </p:spPr>
        <p:txBody>
          <a:bodyPr vert="horz" lIns="91440" tIns="45720" rIns="91440" bIns="45720" anchor="ctr" anchorCtr="1"/>
          <a:lstStyle/>
          <a:p>
            <a:pPr algn="ctr">
              <a:buNone/>
            </a:pPr>
            <a:r>
              <a:rPr lang="en-US" sz="900" b="1">
                <a:solidFill>
                  <a:srgbClr val="005041"/>
                </a:solidFill>
              </a:rPr>
              <a:t>MEMBERS MAILED</a:t>
            </a:r>
          </a:p>
          <a:p>
            <a:pPr algn="ctr">
              <a:buNone/>
            </a:pPr>
            <a:r>
              <a:rPr lang="en-US" sz="2000" b="1">
                <a:solidFill>
                  <a:srgbClr val="301E04"/>
                </a:solidFill>
              </a:rPr>
              <a:t>5,911</a:t>
            </a:r>
          </a:p>
        </p:txBody>
      </p:sp>
      <p:sp>
        <p:nvSpPr>
          <p:cNvPr id="301" name="KPI_1"/>
          <p:cNvSpPr>
            <a:spLocks noGrp="1"/>
          </p:cNvSpPr>
          <p:nvPr/>
        </p:nvSpPr>
        <p:spPr>
          <a:xfrm>
            <a:off x="4953000" y="1411377"/>
            <a:ext cx="2286000" cy="533400"/>
          </a:xfrm>
          <a:prstGeom prst="rect">
            <a:avLst/>
          </a:prstGeom>
          <a:solidFill>
            <a:srgbClr val="FFFFFF"/>
          </a:solidFill>
          <a:ln>
            <a:noFill/>
          </a:ln>
        </p:spPr>
        <p:txBody>
          <a:bodyPr vert="horz" lIns="91440" tIns="45720" rIns="91440" bIns="45720" anchor="ctr" anchorCtr="1"/>
          <a:lstStyle/>
          <a:p>
            <a:pPr algn="ctr">
              <a:buNone/>
            </a:pPr>
            <a:r>
              <a:rPr lang="en-US" sz="900" b="1">
                <a:solidFill>
                  <a:srgbClr val="005041"/>
                </a:solidFill>
              </a:rPr>
              <a:t>FIRST CALLS</a:t>
            </a:r>
          </a:p>
          <a:p>
            <a:pPr algn="ctr">
              <a:buNone/>
            </a:pPr>
            <a:r>
              <a:rPr lang="en-US" sz="2000" b="1">
                <a:solidFill>
                  <a:srgbClr val="301E04"/>
                </a:solidFill>
              </a:rPr>
              <a:t>9 → 32</a:t>
            </a:r>
          </a:p>
          <a:p>
            <a:pPr algn="ctr">
              <a:buNone/>
            </a:pPr>
            <a:r>
              <a:rPr lang="en-US" sz="900">
                <a:solidFill>
                  <a:srgbClr val="888888"/>
                </a:solidFill>
              </a:rPr>
              <a:t>Baseline → Test</a:t>
            </a:r>
          </a:p>
        </p:txBody>
      </p:sp>
      <p:sp>
        <p:nvSpPr>
          <p:cNvPr id="302" name="KPI_2"/>
          <p:cNvSpPr>
            <a:spLocks noGrp="1"/>
          </p:cNvSpPr>
          <p:nvPr/>
        </p:nvSpPr>
        <p:spPr>
          <a:xfrm>
            <a:off x="8382000" y="1411377"/>
            <a:ext cx="2286000" cy="533400"/>
          </a:xfrm>
          <a:prstGeom prst="rect">
            <a:avLst/>
          </a:prstGeom>
          <a:solidFill>
            <a:srgbClr val="FFFFFF"/>
          </a:solidFill>
          <a:ln>
            <a:noFill/>
          </a:ln>
        </p:spPr>
        <p:txBody>
          <a:bodyPr vert="horz" lIns="91440" tIns="45720" rIns="91440" bIns="45720" anchor="ctr" anchorCtr="1"/>
          <a:lstStyle/>
          <a:p>
            <a:pPr algn="ctr">
              <a:buNone/>
            </a:pPr>
            <a:r>
              <a:rPr lang="en-US" sz="900" b="1">
                <a:solidFill>
                  <a:srgbClr val="005041"/>
                </a:solidFill>
              </a:rPr>
              <a:t>NEW CASES</a:t>
            </a:r>
          </a:p>
          <a:p>
            <a:pPr algn="ctr">
              <a:buNone/>
            </a:pPr>
            <a:r>
              <a:rPr lang="en-US" sz="2000" b="1">
                <a:solidFill>
                  <a:srgbClr val="301E04"/>
                </a:solidFill>
              </a:rPr>
              <a:t>7 → 15</a:t>
            </a:r>
          </a:p>
          <a:p>
            <a:pPr algn="ctr">
              <a:buNone/>
            </a:pPr>
            <a:r>
              <a:rPr lang="en-US" sz="900">
                <a:solidFill>
                  <a:srgbClr val="888888"/>
                </a:solidFill>
              </a:rPr>
              <a:t>Baseline → Test</a:t>
            </a:r>
          </a:p>
        </p:txBody>
      </p:sp>
      <p:sp>
        <p:nvSpPr>
          <p:cNvPr id="201" name="Sec2Header"/>
          <p:cNvSpPr>
            <a:spLocks noGrp="1"/>
          </p:cNvSpPr>
          <p:nvPr/>
        </p:nvSpPr>
        <p:spPr>
          <a:xfrm>
            <a:off x="0" y="2138452"/>
            <a:ext cx="12192000" cy="254000"/>
          </a:xfrm>
          <a:prstGeom prst="rect">
            <a:avLst/>
          </a:prstGeom>
          <a:solidFill>
            <a:srgbClr val="FF6947"/>
          </a:solidFill>
          <a:ln>
            <a:noFill/>
          </a:ln>
        </p:spPr>
        <p:txBody>
          <a:bodyPr vert="horz" lIns="91440" tIns="45720" rIns="91440" bIns="45720" anchor="ctr" anchorCtr="1"/>
          <a:lstStyle/>
          <a:p>
            <a:pPr algn="ctr">
              <a:buNone/>
            </a:pPr>
            <a:r>
              <a:rPr lang="en-US" sz="1100" b="1">
                <a:solidFill>
                  <a:srgbClr val="FFFFFF"/>
                </a:solidFill>
              </a:rPr>
              <a:t>FUNNEL PERFORMANCE  |  BASELINE vs. TEST GROUP</a:t>
            </a:r>
          </a:p>
        </p:txBody>
      </p:sp>
      <p:sp>
        <p:nvSpPr>
          <p:cNvPr id="600" name="InsightBox"/>
          <p:cNvSpPr>
            <a:spLocks noGrp="1"/>
          </p:cNvSpPr>
          <p:nvPr/>
        </p:nvSpPr>
        <p:spPr>
          <a:xfrm>
            <a:off x="0" y="5373776"/>
            <a:ext cx="12192000" cy="854753"/>
          </a:xfrm>
          <a:prstGeom prst="rect">
            <a:avLst/>
          </a:prstGeom>
          <a:solidFill>
            <a:srgbClr val="FEF8E8"/>
          </a:solidFill>
          <a:ln>
            <a:noFill/>
          </a:ln>
        </p:spPr>
        <p:txBody>
          <a:bodyPr vert="horz" lIns="91440" tIns="45720" rIns="91440" bIns="45720" anchor="ctr" anchorCtr="1"/>
          <a:lstStyle/>
          <a:p>
            <a:pPr>
              <a:buNone/>
            </a:pPr>
            <a:r>
              <a:rPr lang="en-US" sz="1400" b="1">
                <a:solidFill>
                  <a:srgbClr val="FF6947"/>
                </a:solidFill>
              </a:rPr>
              <a:t>KEY TAKEAWAY  </a:t>
            </a:r>
            <a:r>
              <a:rPr lang="en-US" sz="1400">
                <a:solidFill>
                  <a:srgbClr val="301E04"/>
                </a:solidFill>
              </a:rPr>
              <a:t>The Winsupply magnet mailer drove a +255.6% lift in first calls (9 → 32) and a +114.3% lift in new cases (7 → 15) vs. the baseline group — strong positive results across both tracked funnel metrics.</a:t>
            </a:r>
          </a:p>
        </p:txBody>
      </p:sp>
      <p:graphicFrame>
        <p:nvGraphicFramePr>
          <p:cNvPr id="5" name="FunnelTable">
            <a:extLst>
              <a:ext uri="{FF2B5EF4-FFF2-40B4-BE49-F238E27FC236}">
                <a16:creationId xmlns:a16="http://schemas.microsoft.com/office/drawing/2014/main" id="{D9EE7F5D-4904-40A3-95EB-88502A6B907F}"/>
              </a:ext>
            </a:extLst>
          </p:cNvPr>
          <p:cNvGraphicFramePr>
            <a:graphicFrameLocks noGrp="1"/>
          </p:cNvGraphicFramePr>
          <p:nvPr>
            <p:extLst>
              <p:ext uri="{D42A27DB-BD31-4B8C-83A1-F6EECF244321}">
                <p14:modId xmlns:p14="http://schemas.microsoft.com/office/powerpoint/2010/main" val="966853210"/>
              </p:ext>
            </p:extLst>
          </p:nvPr>
        </p:nvGraphicFramePr>
        <p:xfrm>
          <a:off x="0" y="2497227"/>
          <a:ext cx="12192000" cy="2705100"/>
        </p:xfrm>
        <a:graphic>
          <a:graphicData uri="http://schemas.openxmlformats.org/drawingml/2006/table">
            <a:tbl>
              <a:tblPr firstRow="1" bandRow="1">
                <a:tableStyleId>{5C22544A-7EE6-4342-B048-85BDC9FD1C3A}</a:tableStyleId>
              </a:tblPr>
              <a:tblGrid>
                <a:gridCol w="3302000">
                  <a:extLst>
                    <a:ext uri="{9D8B030D-6E8A-4147-A177-3AD203B41FA5}">
                      <a16:colId xmlns:a16="http://schemas.microsoft.com/office/drawing/2014/main" val="201949874"/>
                    </a:ext>
                  </a:extLst>
                </a:gridCol>
                <a:gridCol w="2222500">
                  <a:extLst>
                    <a:ext uri="{9D8B030D-6E8A-4147-A177-3AD203B41FA5}">
                      <a16:colId xmlns:a16="http://schemas.microsoft.com/office/drawing/2014/main" val="2292677666"/>
                    </a:ext>
                  </a:extLst>
                </a:gridCol>
                <a:gridCol w="2222500">
                  <a:extLst>
                    <a:ext uri="{9D8B030D-6E8A-4147-A177-3AD203B41FA5}">
                      <a16:colId xmlns:a16="http://schemas.microsoft.com/office/drawing/2014/main" val="1724071403"/>
                    </a:ext>
                  </a:extLst>
                </a:gridCol>
                <a:gridCol w="2222500">
                  <a:extLst>
                    <a:ext uri="{9D8B030D-6E8A-4147-A177-3AD203B41FA5}">
                      <a16:colId xmlns:a16="http://schemas.microsoft.com/office/drawing/2014/main" val="433506368"/>
                    </a:ext>
                  </a:extLst>
                </a:gridCol>
                <a:gridCol w="2222500">
                  <a:extLst>
                    <a:ext uri="{9D8B030D-6E8A-4147-A177-3AD203B41FA5}">
                      <a16:colId xmlns:a16="http://schemas.microsoft.com/office/drawing/2014/main" val="581454830"/>
                    </a:ext>
                  </a:extLst>
                </a:gridCol>
              </a:tblGrid>
              <a:tr h="355600">
                <a:tc>
                  <a:txBody>
                    <a:bodyPr/>
                    <a:lstStyle/>
                    <a:p>
                      <a:pPr algn="ctr"/>
                      <a:r>
                        <a:rPr lang="en-US" sz="1400" b="1">
                          <a:solidFill>
                            <a:srgbClr val="FFFFFF"/>
                          </a:solidFill>
                        </a:rPr>
                        <a:t>METRIC</a:t>
                      </a:r>
                    </a:p>
                  </a:txBody>
                  <a:tcPr anchor="ctr">
                    <a:solidFill>
                      <a:srgbClr val="005041"/>
                    </a:solidFill>
                  </a:tcPr>
                </a:tc>
                <a:tc>
                  <a:txBody>
                    <a:bodyPr/>
                    <a:lstStyle/>
                    <a:p>
                      <a:pPr algn="ctr"/>
                      <a:r>
                        <a:rPr lang="en-US" sz="1400" b="1">
                          <a:solidFill>
                            <a:srgbClr val="FFFFFF"/>
                          </a:solidFill>
                        </a:rPr>
                        <a:t>BASELINE</a:t>
                      </a:r>
                    </a:p>
                  </a:txBody>
                  <a:tcPr anchor="ctr">
                    <a:solidFill>
                      <a:srgbClr val="005041"/>
                    </a:solidFill>
                  </a:tcPr>
                </a:tc>
                <a:tc>
                  <a:txBody>
                    <a:bodyPr/>
                    <a:lstStyle/>
                    <a:p>
                      <a:pPr algn="ctr"/>
                      <a:r>
                        <a:rPr lang="en-US" sz="1400" b="1">
                          <a:solidFill>
                            <a:srgbClr val="FFFFFF"/>
                          </a:solidFill>
                        </a:rPr>
                        <a:t>TEST GROUP</a:t>
                      </a:r>
                    </a:p>
                  </a:txBody>
                  <a:tcPr anchor="ctr">
                    <a:solidFill>
                      <a:srgbClr val="005041"/>
                    </a:solidFill>
                  </a:tcPr>
                </a:tc>
                <a:tc>
                  <a:txBody>
                    <a:bodyPr/>
                    <a:lstStyle/>
                    <a:p>
                      <a:pPr algn="ctr"/>
                      <a:r>
                        <a:rPr lang="en-US" sz="1400" b="1">
                          <a:solidFill>
                            <a:srgbClr val="FFFFFF"/>
                          </a:solidFill>
                        </a:rPr>
                        <a:t>CHANGE</a:t>
                      </a:r>
                    </a:p>
                  </a:txBody>
                  <a:tcPr anchor="ctr">
                    <a:solidFill>
                      <a:srgbClr val="005041"/>
                    </a:solidFill>
                  </a:tcPr>
                </a:tc>
                <a:tc>
                  <a:txBody>
                    <a:bodyPr/>
                    <a:lstStyle/>
                    <a:p>
                      <a:pPr algn="ctr"/>
                      <a:r>
                        <a:rPr lang="en-US" sz="1400" b="1">
                          <a:solidFill>
                            <a:srgbClr val="FFFFFF"/>
                          </a:solidFill>
                        </a:rPr>
                        <a:t>% CHANGE</a:t>
                      </a:r>
                    </a:p>
                  </a:txBody>
                  <a:tcPr anchor="ctr">
                    <a:solidFill>
                      <a:srgbClr val="005041"/>
                    </a:solidFill>
                  </a:tcPr>
                </a:tc>
                <a:extLst>
                  <a:ext uri="{0D108BD9-81ED-4DB2-BD59-A6C34878D82A}">
                    <a16:rowId xmlns:a16="http://schemas.microsoft.com/office/drawing/2014/main" val="2251722764"/>
                  </a:ext>
                </a:extLst>
              </a:tr>
              <a:tr h="469900">
                <a:tc>
                  <a:txBody>
                    <a:bodyPr/>
                    <a:lstStyle/>
                    <a:p>
                      <a:pPr algn="l"/>
                      <a:r>
                        <a:rPr lang="en-US" sz="1400">
                          <a:solidFill>
                            <a:srgbClr val="301E04"/>
                          </a:solidFill>
                        </a:rPr>
                        <a:t>First Calls</a:t>
                      </a:r>
                    </a:p>
                  </a:txBody>
                  <a:tcPr anchor="ctr">
                    <a:solidFill>
                      <a:srgbClr val="FEF8E8"/>
                    </a:solidFill>
                  </a:tcPr>
                </a:tc>
                <a:tc>
                  <a:txBody>
                    <a:bodyPr/>
                    <a:lstStyle/>
                    <a:p>
                      <a:pPr algn="r"/>
                      <a:r>
                        <a:rPr lang="en-US" sz="1400">
                          <a:solidFill>
                            <a:srgbClr val="301E04"/>
                          </a:solidFill>
                        </a:rPr>
                        <a:t>9</a:t>
                      </a:r>
                    </a:p>
                  </a:txBody>
                  <a:tcPr anchor="ctr">
                    <a:solidFill>
                      <a:srgbClr val="FEF8E8"/>
                    </a:solidFill>
                  </a:tcPr>
                </a:tc>
                <a:tc>
                  <a:txBody>
                    <a:bodyPr/>
                    <a:lstStyle/>
                    <a:p>
                      <a:pPr algn="r"/>
                      <a:r>
                        <a:rPr lang="en-US" sz="1400">
                          <a:solidFill>
                            <a:srgbClr val="301E04"/>
                          </a:solidFill>
                        </a:rPr>
                        <a:t>32</a:t>
                      </a:r>
                    </a:p>
                  </a:txBody>
                  <a:tcPr anchor="ctr">
                    <a:solidFill>
                      <a:srgbClr val="FEF8E8"/>
                    </a:solidFill>
                  </a:tcPr>
                </a:tc>
                <a:tc>
                  <a:txBody>
                    <a:bodyPr/>
                    <a:lstStyle/>
                    <a:p>
                      <a:pPr algn="r"/>
                      <a:r>
                        <a:rPr lang="en-US" sz="1400" b="1">
                          <a:solidFill>
                            <a:srgbClr val="005041"/>
                          </a:solidFill>
                        </a:rPr>
                        <a:t>+23</a:t>
                      </a:r>
                    </a:p>
                  </a:txBody>
                  <a:tcPr anchor="ctr">
                    <a:solidFill>
                      <a:srgbClr val="FEF8E8"/>
                    </a:solidFill>
                  </a:tcPr>
                </a:tc>
                <a:tc>
                  <a:txBody>
                    <a:bodyPr/>
                    <a:lstStyle/>
                    <a:p>
                      <a:pPr algn="r"/>
                      <a:r>
                        <a:rPr lang="en-US" sz="1400" b="1">
                          <a:solidFill>
                            <a:srgbClr val="005041"/>
                          </a:solidFill>
                        </a:rPr>
                        <a:t>+255.6%</a:t>
                      </a:r>
                    </a:p>
                  </a:txBody>
                  <a:tcPr anchor="ctr">
                    <a:solidFill>
                      <a:srgbClr val="FEF8E8"/>
                    </a:solidFill>
                  </a:tcPr>
                </a:tc>
                <a:extLst>
                  <a:ext uri="{0D108BD9-81ED-4DB2-BD59-A6C34878D82A}">
                    <a16:rowId xmlns:a16="http://schemas.microsoft.com/office/drawing/2014/main" val="2743911633"/>
                  </a:ext>
                </a:extLst>
              </a:tr>
              <a:tr h="469900">
                <a:tc>
                  <a:txBody>
                    <a:bodyPr/>
                    <a:lstStyle/>
                    <a:p>
                      <a:pPr algn="l"/>
                      <a:r>
                        <a:rPr lang="en-US" sz="1400">
                          <a:solidFill>
                            <a:srgbClr val="301E04"/>
                          </a:solidFill>
                        </a:rPr>
                        <a:t>New Cases</a:t>
                      </a:r>
                    </a:p>
                  </a:txBody>
                  <a:tcPr anchor="ctr">
                    <a:solidFill>
                      <a:srgbClr val="FFFFFF"/>
                    </a:solidFill>
                  </a:tcPr>
                </a:tc>
                <a:tc>
                  <a:txBody>
                    <a:bodyPr/>
                    <a:lstStyle/>
                    <a:p>
                      <a:pPr algn="r"/>
                      <a:r>
                        <a:rPr lang="en-US" sz="1400">
                          <a:solidFill>
                            <a:srgbClr val="301E04"/>
                          </a:solidFill>
                        </a:rPr>
                        <a:t>7</a:t>
                      </a:r>
                    </a:p>
                  </a:txBody>
                  <a:tcPr anchor="ctr">
                    <a:solidFill>
                      <a:srgbClr val="FFFFFF"/>
                    </a:solidFill>
                  </a:tcPr>
                </a:tc>
                <a:tc>
                  <a:txBody>
                    <a:bodyPr/>
                    <a:lstStyle/>
                    <a:p>
                      <a:pPr algn="r"/>
                      <a:r>
                        <a:rPr lang="en-US" sz="1400">
                          <a:solidFill>
                            <a:srgbClr val="301E04"/>
                          </a:solidFill>
                        </a:rPr>
                        <a:t>15</a:t>
                      </a:r>
                    </a:p>
                  </a:txBody>
                  <a:tcPr anchor="ctr">
                    <a:solidFill>
                      <a:srgbClr val="FFFFFF"/>
                    </a:solidFill>
                  </a:tcPr>
                </a:tc>
                <a:tc>
                  <a:txBody>
                    <a:bodyPr/>
                    <a:lstStyle/>
                    <a:p>
                      <a:pPr algn="r"/>
                      <a:r>
                        <a:rPr lang="en-US" sz="1400" b="1">
                          <a:solidFill>
                            <a:srgbClr val="005041"/>
                          </a:solidFill>
                        </a:rPr>
                        <a:t>+8</a:t>
                      </a:r>
                    </a:p>
                  </a:txBody>
                  <a:tcPr anchor="ctr">
                    <a:solidFill>
                      <a:srgbClr val="FFFFFF"/>
                    </a:solidFill>
                  </a:tcPr>
                </a:tc>
                <a:tc>
                  <a:txBody>
                    <a:bodyPr/>
                    <a:lstStyle/>
                    <a:p>
                      <a:pPr algn="r"/>
                      <a:r>
                        <a:rPr lang="en-US" sz="1400" b="1">
                          <a:solidFill>
                            <a:srgbClr val="005041"/>
                          </a:solidFill>
                        </a:rPr>
                        <a:t>+114.3%</a:t>
                      </a:r>
                    </a:p>
                  </a:txBody>
                  <a:tcPr anchor="ctr">
                    <a:solidFill>
                      <a:srgbClr val="FFFFFF"/>
                    </a:solidFill>
                  </a:tcPr>
                </a:tc>
                <a:extLst>
                  <a:ext uri="{0D108BD9-81ED-4DB2-BD59-A6C34878D82A}">
                    <a16:rowId xmlns:a16="http://schemas.microsoft.com/office/drawing/2014/main" val="1427527540"/>
                  </a:ext>
                </a:extLst>
              </a:tr>
              <a:tr h="469900">
                <a:tc>
                  <a:txBody>
                    <a:bodyPr/>
                    <a:lstStyle/>
                    <a:p>
                      <a:pPr algn="l"/>
                      <a:r>
                        <a:rPr lang="en-US" sz="1400">
                          <a:solidFill>
                            <a:srgbClr val="301E04"/>
                          </a:solidFill>
                        </a:rPr>
                        <a:t>Consults</a:t>
                      </a:r>
                    </a:p>
                  </a:txBody>
                  <a:tcPr anchor="ctr">
                    <a:solidFill>
                      <a:srgbClr val="FEF8E8"/>
                    </a:solidFill>
                  </a:tcPr>
                </a:tc>
                <a:tc>
                  <a:txBody>
                    <a:bodyPr/>
                    <a:lstStyle/>
                    <a:p>
                      <a:pPr algn="r"/>
                      <a:r>
                        <a:rPr lang="en-US" sz="1400">
                          <a:solidFill>
                            <a:srgbClr val="301E04"/>
                          </a:solidFill>
                        </a:rPr>
                        <a:t>4</a:t>
                      </a:r>
                    </a:p>
                  </a:txBody>
                  <a:tcPr anchor="ctr">
                    <a:solidFill>
                      <a:srgbClr val="FEF8E8"/>
                    </a:solidFill>
                  </a:tcPr>
                </a:tc>
                <a:tc>
                  <a:txBody>
                    <a:bodyPr/>
                    <a:lstStyle/>
                    <a:p>
                      <a:pPr algn="r"/>
                      <a:r>
                        <a:rPr lang="en-US" sz="1400">
                          <a:solidFill>
                            <a:srgbClr val="301E04"/>
                          </a:solidFill>
                        </a:rPr>
                        <a:t>9</a:t>
                      </a:r>
                    </a:p>
                  </a:txBody>
                  <a:tcPr anchor="ctr">
                    <a:solidFill>
                      <a:srgbClr val="FEF8E8"/>
                    </a:solidFill>
                  </a:tcPr>
                </a:tc>
                <a:tc>
                  <a:txBody>
                    <a:bodyPr/>
                    <a:lstStyle/>
                    <a:p>
                      <a:pPr algn="r"/>
                      <a:r>
                        <a:rPr lang="en-US" sz="1400" b="1">
                          <a:solidFill>
                            <a:srgbClr val="005041"/>
                          </a:solidFill>
                        </a:rPr>
                        <a:t>+5</a:t>
                      </a:r>
                    </a:p>
                  </a:txBody>
                  <a:tcPr anchor="ctr">
                    <a:solidFill>
                      <a:srgbClr val="FEF8E8"/>
                    </a:solidFill>
                  </a:tcPr>
                </a:tc>
                <a:tc>
                  <a:txBody>
                    <a:bodyPr/>
                    <a:lstStyle/>
                    <a:p>
                      <a:pPr algn="r"/>
                      <a:r>
                        <a:rPr lang="en-US" sz="1400" b="1">
                          <a:solidFill>
                            <a:srgbClr val="005041"/>
                          </a:solidFill>
                        </a:rPr>
                        <a:t>+125.0%</a:t>
                      </a:r>
                    </a:p>
                  </a:txBody>
                  <a:tcPr anchor="ctr">
                    <a:solidFill>
                      <a:srgbClr val="FEF8E8"/>
                    </a:solidFill>
                  </a:tcPr>
                </a:tc>
                <a:extLst>
                  <a:ext uri="{0D108BD9-81ED-4DB2-BD59-A6C34878D82A}">
                    <a16:rowId xmlns:a16="http://schemas.microsoft.com/office/drawing/2014/main" val="3444658065"/>
                  </a:ext>
                </a:extLst>
              </a:tr>
              <a:tr h="469900">
                <a:tc>
                  <a:txBody>
                    <a:bodyPr/>
                    <a:lstStyle/>
                    <a:p>
                      <a:pPr algn="l"/>
                      <a:r>
                        <a:rPr lang="en-US" sz="1400">
                          <a:solidFill>
                            <a:srgbClr val="301E04"/>
                          </a:solidFill>
                        </a:rPr>
                        <a:t>Surgeries</a:t>
                      </a:r>
                    </a:p>
                  </a:txBody>
                  <a:tcPr anchor="ctr">
                    <a:solidFill>
                      <a:srgbClr val="FFFFFF"/>
                    </a:solidFill>
                  </a:tcPr>
                </a:tc>
                <a:tc>
                  <a:txBody>
                    <a:bodyPr/>
                    <a:lstStyle/>
                    <a:p>
                      <a:pPr algn="r"/>
                      <a:r>
                        <a:rPr lang="en-US" sz="1400">
                          <a:solidFill>
                            <a:srgbClr val="301E04"/>
                          </a:solidFill>
                        </a:rPr>
                        <a:t>2</a:t>
                      </a:r>
                    </a:p>
                  </a:txBody>
                  <a:tcPr anchor="ctr">
                    <a:solidFill>
                      <a:srgbClr val="FFFFFF"/>
                    </a:solidFill>
                  </a:tcPr>
                </a:tc>
                <a:tc>
                  <a:txBody>
                    <a:bodyPr/>
                    <a:lstStyle/>
                    <a:p>
                      <a:pPr algn="r"/>
                      <a:r>
                        <a:rPr lang="en-US" sz="1400">
                          <a:solidFill>
                            <a:srgbClr val="301E04"/>
                          </a:solidFill>
                        </a:rPr>
                        <a:t>1</a:t>
                      </a:r>
                    </a:p>
                  </a:txBody>
                  <a:tcPr anchor="ctr">
                    <a:solidFill>
                      <a:srgbClr val="FFFFFF"/>
                    </a:solidFill>
                  </a:tcPr>
                </a:tc>
                <a:tc>
                  <a:txBody>
                    <a:bodyPr/>
                    <a:lstStyle/>
                    <a:p>
                      <a:pPr algn="r"/>
                      <a:r>
                        <a:rPr lang="en-US" sz="1400" b="1">
                          <a:solidFill>
                            <a:srgbClr val="FF6947"/>
                          </a:solidFill>
                        </a:rPr>
                        <a:t>-1</a:t>
                      </a:r>
                    </a:p>
                  </a:txBody>
                  <a:tcPr anchor="ctr">
                    <a:solidFill>
                      <a:srgbClr val="FFFFFF"/>
                    </a:solidFill>
                  </a:tcPr>
                </a:tc>
                <a:tc>
                  <a:txBody>
                    <a:bodyPr/>
                    <a:lstStyle/>
                    <a:p>
                      <a:pPr algn="r"/>
                      <a:r>
                        <a:rPr lang="en-US" sz="1400" b="1">
                          <a:solidFill>
                            <a:srgbClr val="FF6947"/>
                          </a:solidFill>
                        </a:rPr>
                        <a:t>-50.0%</a:t>
                      </a:r>
                    </a:p>
                  </a:txBody>
                  <a:tcPr anchor="ctr">
                    <a:solidFill>
                      <a:srgbClr val="FFFFFF"/>
                    </a:solidFill>
                  </a:tcPr>
                </a:tc>
                <a:extLst>
                  <a:ext uri="{0D108BD9-81ED-4DB2-BD59-A6C34878D82A}">
                    <a16:rowId xmlns:a16="http://schemas.microsoft.com/office/drawing/2014/main" val="3078612363"/>
                  </a:ext>
                </a:extLst>
              </a:tr>
              <a:tr h="469900">
                <a:tc>
                  <a:txBody>
                    <a:bodyPr/>
                    <a:lstStyle/>
                    <a:p>
                      <a:pPr algn="l"/>
                      <a:r>
                        <a:rPr lang="en-US" sz="1400">
                          <a:solidFill>
                            <a:srgbClr val="301E04"/>
                          </a:solidFill>
                        </a:rPr>
                        <a:t>Completed Procedures</a:t>
                      </a:r>
                    </a:p>
                  </a:txBody>
                  <a:tcPr anchor="ctr">
                    <a:solidFill>
                      <a:srgbClr val="FEF8E8"/>
                    </a:solidFill>
                  </a:tcPr>
                </a:tc>
                <a:tc>
                  <a:txBody>
                    <a:bodyPr/>
                    <a:lstStyle/>
                    <a:p>
                      <a:pPr algn="r"/>
                      <a:r>
                        <a:rPr lang="en-US" sz="1400">
                          <a:solidFill>
                            <a:srgbClr val="301E04"/>
                          </a:solidFill>
                        </a:rPr>
                        <a:t>0</a:t>
                      </a:r>
                    </a:p>
                  </a:txBody>
                  <a:tcPr anchor="ctr">
                    <a:solidFill>
                      <a:srgbClr val="FEF8E8"/>
                    </a:solidFill>
                  </a:tcPr>
                </a:tc>
                <a:tc>
                  <a:txBody>
                    <a:bodyPr/>
                    <a:lstStyle/>
                    <a:p>
                      <a:pPr algn="r"/>
                      <a:r>
                        <a:rPr lang="en-US" sz="1400">
                          <a:solidFill>
                            <a:srgbClr val="301E04"/>
                          </a:solidFill>
                        </a:rPr>
                        <a:t>0</a:t>
                      </a:r>
                    </a:p>
                  </a:txBody>
                  <a:tcPr anchor="ctr">
                    <a:solidFill>
                      <a:srgbClr val="FEF8E8"/>
                    </a:solidFill>
                  </a:tcPr>
                </a:tc>
                <a:tc>
                  <a:txBody>
                    <a:bodyPr/>
                    <a:lstStyle/>
                    <a:p>
                      <a:pPr algn="r"/>
                      <a:r>
                        <a:rPr lang="en-US" sz="1400">
                          <a:solidFill>
                            <a:srgbClr val="301E04"/>
                          </a:solidFill>
                        </a:rPr>
                        <a:t>0</a:t>
                      </a:r>
                    </a:p>
                  </a:txBody>
                  <a:tcPr anchor="ctr">
                    <a:solidFill>
                      <a:srgbClr val="FEF8E8"/>
                    </a:solidFill>
                  </a:tcPr>
                </a:tc>
                <a:tc>
                  <a:txBody>
                    <a:bodyPr/>
                    <a:lstStyle/>
                    <a:p>
                      <a:pPr algn="r"/>
                      <a:r>
                        <a:rPr lang="en-US" sz="1400">
                          <a:solidFill>
                            <a:srgbClr val="301E04"/>
                          </a:solidFill>
                        </a:rPr>
                        <a:t>—</a:t>
                      </a:r>
                    </a:p>
                  </a:txBody>
                  <a:tcPr anchor="ctr">
                    <a:solidFill>
                      <a:srgbClr val="FEF8E8"/>
                    </a:solidFill>
                  </a:tcPr>
                </a:tc>
                <a:extLst>
                  <a:ext uri="{0D108BD9-81ED-4DB2-BD59-A6C34878D82A}">
                    <a16:rowId xmlns:a16="http://schemas.microsoft.com/office/drawing/2014/main" val="3217062824"/>
                  </a:ext>
                </a:extLst>
              </a:tr>
            </a:tbl>
          </a:graphicData>
        </a:graphic>
      </p:graphicFrame>
      <p:sp>
        <p:nvSpPr>
          <p:cNvPr id="3" name="Header">
            <a:extLst>
              <a:ext uri="{FF2B5EF4-FFF2-40B4-BE49-F238E27FC236}">
                <a16:creationId xmlns:a16="http://schemas.microsoft.com/office/drawing/2014/main" id="{B027A48D-A3CD-7B61-E9F4-F4F4055406A8}"/>
              </a:ext>
            </a:extLst>
          </p:cNvPr>
          <p:cNvSpPr>
            <a:spLocks noGrp="1"/>
          </p:cNvSpPr>
          <p:nvPr/>
        </p:nvSpPr>
        <p:spPr>
          <a:xfrm>
            <a:off x="0" y="0"/>
            <a:ext cx="12192000" cy="863600"/>
          </a:xfrm>
          <a:prstGeom prst="rect">
            <a:avLst/>
          </a:prstGeom>
          <a:solidFill>
            <a:srgbClr val="005041"/>
          </a:solidFill>
          <a:ln>
            <a:noFill/>
          </a:ln>
        </p:spPr>
        <p:txBody>
          <a:bodyPr wrap="square" lIns="457200" tIns="76200" rIns="457200" bIns="76200" anchor="ctr"/>
          <a:lstStyle/>
          <a:p>
            <a:pPr algn="l">
              <a:buNone/>
            </a:pPr>
            <a:r>
              <a:rPr lang="en-US" sz="1800" b="1">
                <a:solidFill>
                  <a:srgbClr val="FFFFFF"/>
                </a:solidFill>
              </a:rPr>
              <a:t>Winsupply Magnet Mailer Performance Summary</a:t>
            </a:r>
            <a:endParaRPr lang="en-US" sz="1200">
              <a:solidFill>
                <a:srgbClr val="9ECFC4"/>
              </a:solidFill>
            </a:endParaRPr>
          </a:p>
        </p:txBody>
      </p:sp>
    </p:spTree>
    <p:extLst>
      <p:ext uri="{BB962C8B-B14F-4D97-AF65-F5344CB8AC3E}">
        <p14:creationId xmlns:p14="http://schemas.microsoft.com/office/powerpoint/2010/main" val="20580922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ags/tag21.xml><?xml version="1.0" encoding="utf-8"?>
<p:tagLst xmlns:a="http://schemas.openxmlformats.org/drawingml/2006/main" xmlns:r="http://schemas.openxmlformats.org/officeDocument/2006/relationships" xmlns:p="http://schemas.openxmlformats.org/presentationml/2006/main">
  <p:tag name="MM_SLIDE_TYPE" val="6"/>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MM_SLIDE_TYPE" val="6"/>
</p:tagLst>
</file>

<file path=ppt/tags/tag24.xml><?xml version="1.0" encoding="utf-8"?>
<p:tagLst xmlns:a="http://schemas.openxmlformats.org/drawingml/2006/main" xmlns:r="http://schemas.openxmlformats.org/officeDocument/2006/relationships" xmlns:p="http://schemas.openxmlformats.org/presentationml/2006/main">
  <p:tag name="MM_SLIDE_TYPE" val="6"/>
</p:tagLst>
</file>

<file path=ppt/tags/tag25.xml><?xml version="1.0" encoding="utf-8"?>
<p:tagLst xmlns:a="http://schemas.openxmlformats.org/drawingml/2006/main" xmlns:r="http://schemas.openxmlformats.org/officeDocument/2006/relationships" xmlns:p="http://schemas.openxmlformats.org/presentationml/2006/main">
  <p:tag name="MM_SLIDE_TYPE" val="6"/>
</p:tagLst>
</file>

<file path=ppt/tags/tag26.xml><?xml version="1.0" encoding="utf-8"?>
<p:tagLst xmlns:a="http://schemas.openxmlformats.org/drawingml/2006/main" xmlns:r="http://schemas.openxmlformats.org/officeDocument/2006/relationships" xmlns:p="http://schemas.openxmlformats.org/presentationml/2006/main">
  <p:tag name="MM_SLIDE_TYPE" val="6"/>
</p:tagLst>
</file>

<file path=ppt/tags/tag27.xml><?xml version="1.0" encoding="utf-8"?>
<p:tagLst xmlns:a="http://schemas.openxmlformats.org/drawingml/2006/main" xmlns:r="http://schemas.openxmlformats.org/officeDocument/2006/relationships" xmlns:p="http://schemas.openxmlformats.org/presentationml/2006/main">
  <p:tag name="MM_SLIDE_TYPE" val="6"/>
</p:tagLst>
</file>

<file path=ppt/tags/tag28.xml><?xml version="1.0" encoding="utf-8"?>
<p:tagLst xmlns:a="http://schemas.openxmlformats.org/drawingml/2006/main" xmlns:r="http://schemas.openxmlformats.org/officeDocument/2006/relationships" xmlns:p="http://schemas.openxmlformats.org/presentationml/2006/main">
  <p:tag name="MM_SLIDE_TYPE" val="6"/>
</p:tagLst>
</file>

<file path=ppt/tags/tag29.xml><?xml version="1.0" encoding="utf-8"?>
<p:tagLst xmlns:a="http://schemas.openxmlformats.org/drawingml/2006/main" xmlns:r="http://schemas.openxmlformats.org/officeDocument/2006/relationships" xmlns:p="http://schemas.openxmlformats.org/presentationml/2006/main">
  <p:tag name="MM_SLIDE_TYPE" val="6"/>
</p:tagLst>
</file>

<file path=ppt/tags/tag30.xml><?xml version="1.0" encoding="utf-8"?>
<p:tagLst xmlns:a="http://schemas.openxmlformats.org/drawingml/2006/main" xmlns:r="http://schemas.openxmlformats.org/officeDocument/2006/relationships" xmlns:p="http://schemas.openxmlformats.org/presentationml/2006/main">
  <p:tag name="MM_SLIDE_TYPE" val="6"/>
</p:tagLst>
</file>

<file path=ppt/tags/tag31.xml><?xml version="1.0" encoding="utf-8"?>
<p:tagLst xmlns:a="http://schemas.openxmlformats.org/drawingml/2006/main" xmlns:r="http://schemas.openxmlformats.org/officeDocument/2006/relationships" xmlns:p="http://schemas.openxmlformats.org/presentationml/2006/main">
  <p:tag name="MM_SLIDE_TYPE" val="6"/>
</p:tagLst>
</file>

<file path=ppt/tags/tag32.xml><?xml version="1.0" encoding="utf-8"?>
<p:tagLst xmlns:a="http://schemas.openxmlformats.org/drawingml/2006/main" xmlns:r="http://schemas.openxmlformats.org/officeDocument/2006/relationships" xmlns:p="http://schemas.openxmlformats.org/presentationml/2006/main">
  <p:tag name="MM_SLIDE_TYPE" val="6"/>
</p:tagLst>
</file>

<file path=ppt/tags/tag33.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1_Employer Direct Healthcare">
  <a:themeElements>
    <a:clrScheme name="Employer Direct Healthcare">
      <a:dk1>
        <a:srgbClr val="000000"/>
      </a:dk1>
      <a:lt1>
        <a:srgbClr val="FFFFFF"/>
      </a:lt1>
      <a:dk2>
        <a:srgbClr val="377277"/>
      </a:dk2>
      <a:lt2>
        <a:srgbClr val="F7F5F2"/>
      </a:lt2>
      <a:accent1>
        <a:srgbClr val="377277"/>
      </a:accent1>
      <a:accent2>
        <a:srgbClr val="FFBDA3"/>
      </a:accent2>
      <a:accent3>
        <a:srgbClr val="A9D0EC"/>
      </a:accent3>
      <a:accent4>
        <a:srgbClr val="9DC7B9"/>
      </a:accent4>
      <a:accent5>
        <a:srgbClr val="6CBAAB"/>
      </a:accent5>
      <a:accent6>
        <a:srgbClr val="3D7DA6"/>
      </a:accent6>
      <a:hlink>
        <a:srgbClr val="3D7DA6"/>
      </a:hlink>
      <a:folHlink>
        <a:srgbClr val="16537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Template.pptx" id="{D743FEDF-E4AA-4584-8FAB-5567E7756454}" vid="{55CE37A0-37E6-48B9-A0EE-4FCBC40637ED}"/>
    </a:ext>
  </a:extLst>
</a:theme>
</file>

<file path=ppt/theme/theme2.xml><?xml version="1.0" encoding="utf-8"?>
<a:theme xmlns:a="http://schemas.openxmlformats.org/drawingml/2006/main" name="Title &amp; Closing">
  <a:themeElements>
    <a:clrScheme name="Lantern Theme">
      <a:dk1>
        <a:srgbClr val="301E04"/>
      </a:dk1>
      <a:lt1>
        <a:srgbClr val="FFFFFF"/>
      </a:lt1>
      <a:dk2>
        <a:srgbClr val="005041"/>
      </a:dk2>
      <a:lt2>
        <a:srgbClr val="FEF8E8"/>
      </a:lt2>
      <a:accent1>
        <a:srgbClr val="301E04"/>
      </a:accent1>
      <a:accent2>
        <a:srgbClr val="005041"/>
      </a:accent2>
      <a:accent3>
        <a:srgbClr val="FF6947"/>
      </a:accent3>
      <a:accent4>
        <a:srgbClr val="E35F95"/>
      </a:accent4>
      <a:accent5>
        <a:srgbClr val="3C301B"/>
      </a:accent5>
      <a:accent6>
        <a:srgbClr val="4F796D"/>
      </a:accent6>
      <a:hlink>
        <a:srgbClr val="FF6947"/>
      </a:hlink>
      <a:folHlink>
        <a:srgbClr val="301E04"/>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301E03"/>
        </a:solidFill>
        <a:ln>
          <a:noFill/>
        </a:ln>
      </a:spPr>
      <a:bodyPr lIns="0" tIns="0" rIns="0" bIns="0" rtlCol="0" anchor="t" anchorCtr="0"/>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lIns="0" tIns="0" rIns="0" bIns="0"/>
      <a:lstStyle>
        <a:defPPr algn="l">
          <a:defRPr dirty="0" smtClean="0"/>
        </a:defPPr>
      </a:lstStyle>
    </a:txDef>
  </a:objectDefaults>
  <a:extraClrSchemeLst/>
  <a:extLst>
    <a:ext uri="{05A4C25C-085E-4340-85A3-A5531E510DB2}">
      <thm15:themeFamily xmlns:thm15="http://schemas.microsoft.com/office/thememl/2012/main" name="WIP_Lantern_PPT Template" id="{29AE0762-22B1-7F45-985F-EC83A92AE384}" vid="{710028FC-0147-BB4C-A61A-9CCE34D056C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2F81AB3-04E4-4ECB-92A5-F81E51B0B26C}">
  <we:reference id="wa200010001" version="1.0.0.0" store="en-US" storeType="OMEX"/>
  <we:alternateReferences>
    <we:reference id="WA200010001" version="1.0.0.0" store="WA200010001" storeType="OMEX"/>
  </we:alternateReferences>
  <we:properties>
    <we:property name="claude.fileId" value="&quot;a43c3285-593f-42f9-beb7-452f06c2ec07&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C93DED30141A949A206DB77EFB5A554" ma:contentTypeVersion="10" ma:contentTypeDescription="Create a new document." ma:contentTypeScope="" ma:versionID="846f7afc2e12f97f7d1295c6f1ddf314">
  <xsd:schema xmlns:xsd="http://www.w3.org/2001/XMLSchema" xmlns:xs="http://www.w3.org/2001/XMLSchema" xmlns:p="http://schemas.microsoft.com/office/2006/metadata/properties" xmlns:ns2="0641aec1-7492-4c4b-acda-2926b8e46b9a" xmlns:ns3="2841691f-46f1-4409-bcf1-76b796003b96" targetNamespace="http://schemas.microsoft.com/office/2006/metadata/properties" ma:root="true" ma:fieldsID="5d6307b83241f9436a8ae838d0d76b28" ns2:_="" ns3:_="">
    <xsd:import namespace="0641aec1-7492-4c4b-acda-2926b8e46b9a"/>
    <xsd:import namespace="2841691f-46f1-4409-bcf1-76b796003b9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41aec1-7492-4c4b-acda-2926b8e46b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5c250fe-4d95-4703-99a6-31ec72d86ec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841691f-46f1-4409-bcf1-76b796003b9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a43581c-21fa-41bc-bfe6-8e5e07c6210c}" ma:internalName="TaxCatchAll" ma:showField="CatchAllData" ma:web="2841691f-46f1-4409-bcf1-76b796003b9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841691f-46f1-4409-bcf1-76b796003b96" xsi:nil="true"/>
    <lcf76f155ced4ddcb4097134ff3c332f xmlns="0641aec1-7492-4c4b-acda-2926b8e46b9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0CEB51C-98B4-42B4-9BE5-1AFCAF1A74FB}">
  <ds:schemaRefs>
    <ds:schemaRef ds:uri="0641aec1-7492-4c4b-acda-2926b8e46b9a"/>
    <ds:schemaRef ds:uri="2841691f-46f1-4409-bcf1-76b796003b9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BDBF567-8A9A-4768-8BF9-3A583FB0DD9A}">
  <ds:schemaRefs>
    <ds:schemaRef ds:uri="http://schemas.microsoft.com/sharepoint/v3/contenttype/forms"/>
  </ds:schemaRefs>
</ds:datastoreItem>
</file>

<file path=customXml/itemProps3.xml><?xml version="1.0" encoding="utf-8"?>
<ds:datastoreItem xmlns:ds="http://schemas.openxmlformats.org/officeDocument/2006/customXml" ds:itemID="{FCA6940B-0226-428A-A437-E4F8B54251D5}">
  <ds:schemaRefs>
    <ds:schemaRef ds:uri="http://purl.org/dc/elements/1.1/"/>
    <ds:schemaRef ds:uri="http://schemas.microsoft.com/office/2006/documentManagement/types"/>
    <ds:schemaRef ds:uri="2841691f-46f1-4409-bcf1-76b796003b96"/>
    <ds:schemaRef ds:uri="http://schemas.microsoft.com/office/infopath/2007/PartnerControls"/>
    <ds:schemaRef ds:uri="http://www.w3.org/XML/1998/namespace"/>
    <ds:schemaRef ds:uri="http://schemas.microsoft.com/office/2006/metadata/properties"/>
    <ds:schemaRef ds:uri="http://purl.org/dc/terms/"/>
    <ds:schemaRef ds:uri="http://schemas.openxmlformats.org/package/2006/metadata/core-properties"/>
    <ds:schemaRef ds:uri="0641aec1-7492-4c4b-acda-2926b8e46b9a"/>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1617</TotalTime>
  <Words>4189</Words>
  <Application>Microsoft Office PowerPoint</Application>
  <PresentationFormat>Widescreen</PresentationFormat>
  <Paragraphs>742</Paragraphs>
  <Slides>23</Slides>
  <Notes>4</Notes>
  <HiddenSlides>0</HiddenSlides>
  <MMClips>0</MMClips>
  <ScaleCrop>false</ScaleCrop>
  <HeadingPairs>
    <vt:vector size="4" baseType="variant">
      <vt:variant>
        <vt:lpstr>Theme</vt:lpstr>
      </vt:variant>
      <vt:variant>
        <vt:i4>3</vt:i4>
      </vt:variant>
      <vt:variant>
        <vt:lpstr>Slide Titles</vt:lpstr>
      </vt:variant>
      <vt:variant>
        <vt:i4>23</vt:i4>
      </vt:variant>
    </vt:vector>
  </HeadingPairs>
  <TitlesOfParts>
    <vt:vector size="26" baseType="lpstr">
      <vt:lpstr>1_Employer Direct Healthcare</vt:lpstr>
      <vt:lpstr>Title &amp; Closing</vt:lpstr>
      <vt:lpstr>Office Theme</vt:lpstr>
      <vt:lpstr>Results Repository</vt:lpstr>
      <vt:lpstr>Proven Results, Optimized Campaigns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Appendix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Maya Gershoni</dc:creator>
  <cp:lastModifiedBy>Jennifer Stroik</cp:lastModifiedBy>
  <cp:revision>11</cp:revision>
  <dcterms:created xsi:type="dcterms:W3CDTF">2024-08-11T10:13:27Z</dcterms:created>
  <dcterms:modified xsi:type="dcterms:W3CDTF">2026-08-19T16:58:57Z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ac07273-b280-43ba-adf3-d3b90d4b712f_Enabled">
    <vt:lpwstr>true</vt:lpwstr>
  </property>
  <property fmtid="{D5CDD505-2E9C-101B-9397-08002B2CF9AE}" pid="3" name="MSIP_Label_dac07273-b280-43ba-adf3-d3b90d4b712f_SetDate">
    <vt:lpwstr>2024-09-12T13:35:30Z</vt:lpwstr>
  </property>
  <property fmtid="{D5CDD505-2E9C-101B-9397-08002B2CF9AE}" pid="4" name="MSIP_Label_dac07273-b280-43ba-adf3-d3b90d4b712f_Method">
    <vt:lpwstr>Standard</vt:lpwstr>
  </property>
  <property fmtid="{D5CDD505-2E9C-101B-9397-08002B2CF9AE}" pid="5" name="MSIP_Label_dac07273-b280-43ba-adf3-d3b90d4b712f_Name">
    <vt:lpwstr>defa4170-0d19-0005-0004-bc88714345d2</vt:lpwstr>
  </property>
  <property fmtid="{D5CDD505-2E9C-101B-9397-08002B2CF9AE}" pid="6" name="MSIP_Label_dac07273-b280-43ba-adf3-d3b90d4b712f_SiteId">
    <vt:lpwstr>682e6fb4-6d2b-4adb-b15f-8be9868df7ed</vt:lpwstr>
  </property>
  <property fmtid="{D5CDD505-2E9C-101B-9397-08002B2CF9AE}" pid="7" name="MSIP_Label_dac07273-b280-43ba-adf3-d3b90d4b712f_ActionId">
    <vt:lpwstr>822b8397-7f10-41e4-9c75-dd1a5249b5cb</vt:lpwstr>
  </property>
  <property fmtid="{D5CDD505-2E9C-101B-9397-08002B2CF9AE}" pid="8" name="MSIP_Label_dac07273-b280-43ba-adf3-d3b90d4b712f_ContentBits">
    <vt:lpwstr>0</vt:lpwstr>
  </property>
  <property fmtid="{D5CDD505-2E9C-101B-9397-08002B2CF9AE}" pid="9" name="ContentTypeId">
    <vt:lpwstr>0x0101005C93DED30141A949A206DB77EFB5A554</vt:lpwstr>
  </property>
  <property fmtid="{D5CDD505-2E9C-101B-9397-08002B2CF9AE}" pid="10" name="MediaServiceImageTags">
    <vt:lpwstr/>
  </property>
  <property fmtid="{D5CDD505-2E9C-101B-9397-08002B2CF9AE}" pid="11" name="ComplianceAssetId">
    <vt:lpwstr/>
  </property>
  <property fmtid="{D5CDD505-2E9C-101B-9397-08002B2CF9AE}" pid="12" name="_ExtendedDescription">
    <vt:lpwstr/>
  </property>
  <property fmtid="{D5CDD505-2E9C-101B-9397-08002B2CF9AE}" pid="13" name="_activity">
    <vt:lpwstr>{"FileActivityType":"9","FileActivityTimeStamp":"2026-06-24T13:57:39.413Z","FileActivityUsersOnPage":[{"DisplayName":"Shelby Smith","Id":"shelby.smith@edhc.com"},{"DisplayName":"Kasey Prickel","Id":"kasey.prickel@edhc.com"},{"DisplayName":"Payton Dillon","Id":"payton.dillon@edhc.com"},{"DisplayName":"Maureen Zysset","Id":"maureen.zysset@edhc.com"},{"DisplayName":"Erin Morrissey","Id":"erin.morrissey@edhc.com"}],"FileActivityNavigationId":null}</vt:lpwstr>
  </property>
  <property fmtid="{D5CDD505-2E9C-101B-9397-08002B2CF9AE}" pid="14" name="TriggerFlowInfo">
    <vt:lpwstr/>
  </property>
</Properties>
</file>